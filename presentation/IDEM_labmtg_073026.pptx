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33" r:id="rId2"/>
    <p:sldId id="322" r:id="rId3"/>
    <p:sldId id="334" r:id="rId4"/>
    <p:sldId id="335" r:id="rId5"/>
    <p:sldId id="330" r:id="rId6"/>
    <p:sldId id="331" r:id="rId7"/>
    <p:sldId id="338" r:id="rId8"/>
    <p:sldId id="336" r:id="rId9"/>
    <p:sldId id="337" r:id="rId10"/>
    <p:sldId id="326" r:id="rId11"/>
    <p:sldId id="328" r:id="rId12"/>
    <p:sldId id="327" r:id="rId13"/>
    <p:sldId id="339" r:id="rId14"/>
    <p:sldId id="341" r:id="rId15"/>
    <p:sldId id="340"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70"/>
    <p:restoredTop sz="95204"/>
  </p:normalViewPr>
  <p:slideViewPr>
    <p:cSldViewPr snapToGrid="0">
      <p:cViewPr varScale="1">
        <p:scale>
          <a:sx n="104" d="100"/>
          <a:sy n="104" d="100"/>
        </p:scale>
        <p:origin x="1392" y="200"/>
      </p:cViewPr>
      <p:guideLst/>
    </p:cSldViewPr>
  </p:slideViewPr>
  <p:outlineViewPr>
    <p:cViewPr>
      <p:scale>
        <a:sx n="33" d="100"/>
        <a:sy n="33" d="100"/>
      </p:scale>
      <p:origin x="0" y="0"/>
    </p:cViewPr>
  </p:outlineViewPr>
  <p:notesTextViewPr>
    <p:cViewPr>
      <p:scale>
        <a:sx n="1" d="1"/>
        <a:sy n="1" d="1"/>
      </p:scale>
      <p:origin x="0" y="-91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56B530-8297-7F44-9CC4-233D283D9F3F}" type="datetimeFigureOut">
              <a:rPr lang="en-US" smtClean="0"/>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08FB4D-304E-014C-866E-51D8531F7F28}" type="slidenum">
              <a:rPr lang="en-US" smtClean="0"/>
              <a:t>‹#›</a:t>
            </a:fld>
            <a:endParaRPr lang="en-US"/>
          </a:p>
        </p:txBody>
      </p:sp>
    </p:spTree>
    <p:extLst>
      <p:ext uri="{BB962C8B-B14F-4D97-AF65-F5344CB8AC3E}">
        <p14:creationId xmlns:p14="http://schemas.microsoft.com/office/powerpoint/2010/main" val="1751870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AD49B-918A-4914-D204-2EEB8FAB0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1DA02D-F466-93EA-4150-E4137A288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24FF8-D92F-D2DF-391D-4A32F9301C75}"/>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r>
              <a:rPr lang="en-US" sz="1200" b="0" i="0" kern="1200" dirty="0">
                <a:solidFill>
                  <a:schemeClr val="tx1"/>
                </a:solidFill>
                <a:effectLst/>
                <a:latin typeface="+mn-lt"/>
                <a:ea typeface="+mn-ea"/>
                <a:cs typeface="+mn-cs"/>
              </a:rPr>
              <a:t>a second, streamlined pilot that adapts the design for the scanner and adds a standard memory test. Finally, I will discuss</a:t>
            </a:r>
            <a:r>
              <a:rPr lang="en-US" sz="1200" b="0" i="0" kern="1200" baseline="0" dirty="0">
                <a:solidFill>
                  <a:schemeClr val="tx1"/>
                </a:solidFill>
                <a:effectLst/>
                <a:latin typeface="+mn-lt"/>
                <a:ea typeface="+mn-ea"/>
                <a:cs typeface="+mn-cs"/>
              </a:rPr>
              <a:t> whether we</a:t>
            </a:r>
            <a:r>
              <a:rPr lang="en-US" sz="1200" b="0" i="0" kern="1200" dirty="0">
                <a:solidFill>
                  <a:schemeClr val="tx1"/>
                </a:solidFill>
                <a:effectLst/>
                <a:latin typeface="+mn-lt"/>
                <a:ea typeface="+mn-ea"/>
                <a:cs typeface="+mn-cs"/>
              </a:rPr>
              <a:t> are ready to run an fMRI pilot, and outline its design.</a:t>
            </a:r>
            <a:endParaRPr lang="en-US" sz="1800" b="1"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9DC634D4-A6D4-8F31-DD8F-E14E56C9CD6D}"/>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754977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838997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CB2F1-4553-D9C4-79E7-7A7EF40D1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27FF5-B467-914B-36A1-E5CA02670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93AF5-D4E1-29A7-BBD1-A17EC9226A16}"/>
              </a:ext>
            </a:extLst>
          </p:cNvPr>
          <p:cNvSpPr>
            <a:spLocks noGrp="1"/>
          </p:cNvSpPr>
          <p:nvPr>
            <p:ph type="body" idx="1"/>
          </p:nvPr>
        </p:nvSpPr>
        <p:spPr/>
        <p:txBody>
          <a:bodyPr/>
          <a:lstStyle/>
          <a:p>
            <a:pPr rtl="0"/>
            <a:r>
              <a:rPr lang="en-US" sz="1200" b="0" i="0" kern="1200" dirty="0">
                <a:solidFill>
                  <a:schemeClr val="tx1"/>
                </a:solidFill>
                <a:effectLst/>
                <a:latin typeface="+mn-lt"/>
                <a:ea typeface="+mn-ea"/>
                <a:cs typeface="+mn-cs"/>
              </a:rPr>
              <a:t>Let me begin with what we already know. In our earlier work,  Critically, this effect was tied to eye movements at two moments. At encoding, the more discriminative a participant's viewing pattern was, the better that item was later discriminated. And at retrieval, that same viewing pattern was re-expressed during successful discrimination, and could be detected roughly two trials before it was needed. In other words, the behavioral benefit did not stand alone; it was accompanied, and even predicted, by how the eyes moved. This raises an obvious mechanistic question, which motivates the rest of the talk.</a:t>
            </a:r>
          </a:p>
          <a:p>
            <a:br>
              <a:rPr lang="en-US" sz="1800" dirty="0"/>
            </a:br>
            <a:br>
              <a:rPr lang="en-US" sz="1800" dirty="0"/>
            </a:br>
            <a:endParaRPr lang="en-US" sz="1800" b="1"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08F30168-8CED-D807-A1B9-4E255C9881D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88646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1204-33C1-862A-DC6F-ED1C13A93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93CD7-6655-B0B4-0869-3569BDDB3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0825CC-09BD-9A79-E225-D844D123B71E}"/>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r>
              <a:rPr lang="en-US" sz="1200" b="0" i="0" kern="1200" dirty="0">
                <a:solidFill>
                  <a:schemeClr val="tx1"/>
                </a:solidFill>
                <a:effectLst/>
                <a:latin typeface="+mn-lt"/>
                <a:ea typeface="+mn-ea"/>
                <a:cs typeface="+mn-cs"/>
              </a:rPr>
              <a:t>where you look sends visual input to visual cortex, which the hippocampus encodes into a trace that carries your viewing pattern. At retrieval, the hippocampus reinstates that trace to cortex and PFC, which in turn drives the eyes back to where the item was — gaze reinstatement, the violet arm that closes the loop. So eye movements are both an input to memory (they choose what gets encoded) and an output of it (memory re-enacts them), all through shared oculomotor–hippocampal–prefrontal circuitry</a:t>
            </a:r>
            <a:endParaRPr lang="en-US" sz="1800" b="1"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A47D94B4-0794-9B4B-D900-82BEC143B1E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558021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6403-21CB-512F-8B4E-40BE4C849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387C7-C97B-8CBA-8C46-383D445D9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2197C-B487-C102-B2E6-D27630F83E83}"/>
              </a:ext>
            </a:extLst>
          </p:cNvPr>
          <p:cNvSpPr>
            <a:spLocks noGrp="1"/>
          </p:cNvSpPr>
          <p:nvPr>
            <p:ph type="body" idx="1"/>
          </p:nvPr>
        </p:nvSpPr>
        <p:spPr/>
        <p:txBody>
          <a:bodyPr/>
          <a:lstStyle/>
          <a:p>
            <a:pPr rtl="0"/>
            <a:r>
              <a:rPr lang="en-US" sz="1200" b="0" i="0" kern="1200" dirty="0">
                <a:solidFill>
                  <a:schemeClr val="tx1"/>
                </a:solidFill>
                <a:effectLst/>
                <a:latin typeface="+mn-lt"/>
                <a:ea typeface="+mn-ea"/>
                <a:cs typeface="+mn-cs"/>
              </a:rPr>
              <a:t>To test that prediction, we ran the same task but enforced central fixation, using a gaze-contingent procedure that allowed a trial to proceed only while the eyes remained within a small window at the center. Before interpreting any behavioral result, we first had to confirm that the manipulation actually worked. These are fixation-density maps over the full screen. On the left, under free viewing, fixations spread across the stimulus. On the right, under restricted viewing, they collapse to a single dense cluster at the center, well inside the enforced window. So spatially, the manipulation is unambiguous: restricted viewing did confine gaze to the fixation point.</a:t>
            </a:r>
          </a:p>
          <a:p>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1FFAA2D7-25F0-477F-3B64-D1FD3911205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23793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A0BC2-F854-DFC8-8941-1AA54C4FF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928B7-36B5-E222-B3A6-9E058F707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D6CA1-FFC2-87E1-72D6-7952FB977B28}"/>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r>
              <a:rPr lang="en-US" sz="1200" b="0" i="0" kern="1200" dirty="0">
                <a:solidFill>
                  <a:schemeClr val="tx1"/>
                </a:solidFill>
                <a:effectLst/>
                <a:latin typeface="+mn-lt"/>
                <a:ea typeface="+mn-ea"/>
                <a:cs typeface="+mn-cs"/>
              </a:rPr>
              <a:t>Comparing the free-viewing group with the restricted group across several measures of visual exploration, every measure drops sharply.</a:t>
            </a:r>
          </a:p>
          <a:p>
            <a:pPr marL="285750" indent="-285750" rtl="0" fontAlgn="t">
              <a:spcBef>
                <a:spcPts val="0"/>
              </a:spcBef>
              <a:spcAft>
                <a:spcPts val="0"/>
              </a:spcAft>
              <a:buFont typeface="Arial" panose="020B0604020202020204" pitchFamily="34" charset="0"/>
              <a:buChar char="•"/>
            </a:pPr>
            <a:r>
              <a:rPr lang="en-US" sz="1200" b="1" i="0" kern="1200" dirty="0">
                <a:solidFill>
                  <a:schemeClr val="tx1"/>
                </a:solidFill>
                <a:effectLst/>
                <a:latin typeface="+mn-lt"/>
                <a:ea typeface="+mn-ea"/>
                <a:cs typeface="+mn-cs"/>
              </a:rPr>
              <a:t>Saccade amplitude — how far the eyes jump on each movement — falls by roughly forty percent</a:t>
            </a:r>
            <a:r>
              <a:rPr lang="en-US" sz="1200" b="0" i="0" kern="1200" dirty="0">
                <a:solidFill>
                  <a:schemeClr val="tx1"/>
                </a:solidFill>
                <a:effectLst/>
                <a:latin typeface="+mn-lt"/>
                <a:ea typeface="+mn-ea"/>
                <a:cs typeface="+mn-cs"/>
              </a:rPr>
              <a:t>. </a:t>
            </a:r>
          </a:p>
          <a:p>
            <a:pPr marL="285750" indent="-285750" rtl="0" fontAlgn="t">
              <a:spcBef>
                <a:spcPts val="0"/>
              </a:spcBef>
              <a:spcAft>
                <a:spcPts val="0"/>
              </a:spcAft>
              <a:buFont typeface="Arial" panose="020B0604020202020204" pitchFamily="34" charset="0"/>
              <a:buChar char="•"/>
            </a:pPr>
            <a:r>
              <a:rPr lang="en-US" sz="1200" b="1" i="0" kern="1200" dirty="0" err="1">
                <a:solidFill>
                  <a:schemeClr val="tx1"/>
                </a:solidFill>
                <a:effectLst/>
                <a:latin typeface="+mn-lt"/>
                <a:ea typeface="+mn-ea"/>
                <a:cs typeface="+mn-cs"/>
              </a:rPr>
              <a:t>Scanpath</a:t>
            </a:r>
            <a:r>
              <a:rPr lang="en-US" sz="1200" b="1" i="0" kern="1200" dirty="0">
                <a:solidFill>
                  <a:schemeClr val="tx1"/>
                </a:solidFill>
                <a:effectLst/>
                <a:latin typeface="+mn-lt"/>
                <a:ea typeface="+mn-ea"/>
                <a:cs typeface="+mn-cs"/>
              </a:rPr>
              <a:t> length, the total distance the gaze travels within a trial, falls to about a third</a:t>
            </a:r>
            <a:r>
              <a:rPr lang="en-US" sz="1200" b="0" i="0" kern="1200" dirty="0">
                <a:solidFill>
                  <a:schemeClr val="tx1"/>
                </a:solidFill>
                <a:effectLst/>
                <a:latin typeface="+mn-lt"/>
                <a:ea typeface="+mn-ea"/>
                <a:cs typeface="+mn-cs"/>
              </a:rPr>
              <a:t>. </a:t>
            </a:r>
          </a:p>
          <a:p>
            <a:pPr marL="285750" indent="-285750" rtl="0" fontAlgn="t">
              <a:spcBef>
                <a:spcPts val="0"/>
              </a:spcBef>
              <a:spcAft>
                <a:spcPts val="0"/>
              </a:spcAft>
              <a:buFont typeface="Arial" panose="020B0604020202020204" pitchFamily="34" charset="0"/>
              <a:buChar char="•"/>
            </a:pPr>
            <a:r>
              <a:rPr lang="en-US" sz="1200" b="1" i="0" kern="1200" dirty="0">
                <a:solidFill>
                  <a:schemeClr val="tx1"/>
                </a:solidFill>
                <a:effectLst/>
                <a:latin typeface="+mn-lt"/>
                <a:ea typeface="+mn-ea"/>
                <a:cs typeface="+mn-cs"/>
              </a:rPr>
              <a:t>The area of the image that fixations cover falls essentially to zero</a:t>
            </a:r>
            <a:r>
              <a:rPr lang="en-US" sz="1200" b="0" i="0" kern="1200" dirty="0">
                <a:solidFill>
                  <a:schemeClr val="tx1"/>
                </a:solidFill>
                <a:effectLst/>
                <a:latin typeface="+mn-lt"/>
                <a:ea typeface="+mn-ea"/>
                <a:cs typeface="+mn-cs"/>
              </a:rPr>
              <a:t>. Across these measures the two groups separate almost completely; in fact, every restricted participant explored less than every free-viewing participant. The question now is what happened to memory.</a:t>
            </a:r>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04BD23CE-78DC-D590-8815-503AF781ECD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49640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94BE2-4C9F-B61D-C67B-2A7D51F21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619CD-BB09-380D-E048-03975C973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A5781-08F8-77C5-CFE1-628B897B7EA4}"/>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r>
              <a:rPr lang="en-US" sz="1200" b="0" i="0" kern="1200" dirty="0">
                <a:solidFill>
                  <a:schemeClr val="tx1"/>
                </a:solidFill>
                <a:effectLst/>
                <a:latin typeface="+mn-lt"/>
                <a:ea typeface="+mn-ea"/>
                <a:cs typeface="+mn-cs"/>
              </a:rPr>
              <a:t>In the two-back task we measured how well participants discriminated similar items — the discrimination index on the left — and detected exact repeats, on the right, separately for the compared, isolated, and novel conditions. Under free viewing we had expected the compared condition to show the strongest discrimination. Under restricted viewing, that advantage is not evident: the discrimination index is essentially flat across conditions, and if anything the novel condition is numerically highest. This is consistent with our prediction that removing gaze abolishes the effect. I will stress that this is three participants, so it is descriptive rather than conclusive — but the direction is exactly what we hypothesized.</a:t>
            </a:r>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6833EB49-D2CB-A069-ACB1-71731F403B8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85143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69697-188E-3FA2-F635-0669C711B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B62CD-990D-7D32-F8A1-D5EB2BFEA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4C171-9783-7417-D77E-48BF98DC6686}"/>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One might argue that if </a:t>
            </a:r>
          </a:p>
        </p:txBody>
      </p:sp>
      <p:sp>
        <p:nvSpPr>
          <p:cNvPr id="4" name="Slide Number Placeholder 3">
            <a:extLst>
              <a:ext uri="{FF2B5EF4-FFF2-40B4-BE49-F238E27FC236}">
                <a16:creationId xmlns:a16="http://schemas.microsoft.com/office/drawing/2014/main" id="{310054CE-D834-5279-C263-14F411393D9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82318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C423-2049-8FB4-1D61-62EA2B41B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3B2DF2-9F8D-A022-B0A4-181120378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7BC5E-5F03-67CB-DAC4-32425A0EA437}"/>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endParaRPr lang="en-US" sz="1800" b="1"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7666B36A-C12E-F3D3-0C1B-BD81EC7D557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67423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DD0ED-22A2-F817-6006-E67AF5C2A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7A5BE-676B-D3D3-E3EF-635342213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99D6E-32AF-06D2-1081-0BA9F36B4FB6}"/>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5A10D51E-4212-F6FC-8FB7-5D772CC9D39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76998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4B246-A79B-2A34-3E96-ADCBF71DD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61FA5-1DD8-0768-4586-F35F323DFF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1B8A5-5147-62BE-A133-BFE7467F6F15}"/>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C2FCD0EB-57F4-DDC0-1D9A-33BAD14BD97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233429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B6EEB-6B0B-F4C0-7192-6883A345F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EDF76-164B-F365-91EC-ED33C98C1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EA775-E573-FB2B-9FE9-F8C502073EB6}"/>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6469725D-2571-AA46-DF16-BC90ED1E9D3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70143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7269F-7F46-CC6A-10D5-51AADFA1D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CCF15-2D17-806E-0B0F-4D997EDF6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51D4B-7DA6-55F3-0239-EDB411BD9DDA}"/>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Delays at the end align at 1.5s</a:t>
            </a:r>
          </a:p>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a:p>
            <a:pPr marL="285750" indent="-285750" rtl="0" fontAlgn="t">
              <a:spcBef>
                <a:spcPts val="0"/>
              </a:spcBef>
              <a:spcAft>
                <a:spcPts val="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Wait for 5 a the beginning, ignore the rest of 5s</a:t>
            </a:r>
          </a:p>
          <a:p>
            <a:pPr marL="285750" indent="-285750" rtl="0" fontAlgn="t">
              <a:spcBef>
                <a:spcPts val="0"/>
              </a:spcBef>
              <a:spcAft>
                <a:spcPts val="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Page, wait for 5</a:t>
            </a:r>
          </a:p>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a:p>
            <a:pPr marL="285750" indent="-285750" rtl="0" fontAlgn="t">
              <a:spcBef>
                <a:spcPts val="0"/>
              </a:spcBef>
              <a:spcAft>
                <a:spcPts val="0"/>
              </a:spcAft>
              <a:buFont typeface="Arial" panose="020B0604020202020204" pitchFamily="34" charset="0"/>
              <a:buChar char="•"/>
            </a:pPr>
            <a:r>
              <a:rPr lang="en-US" sz="1800" b="0" i="0" u="none" strike="noStrike" dirty="0" err="1">
                <a:solidFill>
                  <a:srgbClr val="000000"/>
                </a:solidFill>
                <a:effectLst/>
                <a:latin typeface="Arial" panose="020B0604020202020204" pitchFamily="34" charset="0"/>
              </a:rPr>
              <a:t>kbTrigger</a:t>
            </a:r>
            <a:endParaRPr lang="en-US" sz="1800" b="0" i="0" u="none" strike="noStrike" dirty="0">
              <a:solidFill>
                <a:srgbClr val="000000"/>
              </a:solidFill>
              <a:effectLst/>
              <a:latin typeface="Arial" panose="020B0604020202020204" pitchFamily="34" charset="0"/>
            </a:endParaRPr>
          </a:p>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a:p>
            <a:pPr marL="285750" indent="-285750" rtl="0" fontAlgn="t">
              <a:spcBef>
                <a:spcPts val="0"/>
              </a:spcBef>
              <a:spcAft>
                <a:spcPts val="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Demo runs</a:t>
            </a:r>
          </a:p>
          <a:p>
            <a:pPr marL="285750" indent="-285750" rtl="0" fontAlgn="t">
              <a:spcBef>
                <a:spcPts val="0"/>
              </a:spcBef>
              <a:spcAft>
                <a:spcPts val="0"/>
              </a:spcAft>
              <a:buFont typeface="Arial" panose="020B0604020202020204" pitchFamily="34" charset="0"/>
              <a:buChar char="•"/>
            </a:pPr>
            <a:r>
              <a:rPr lang="en-US" sz="1800" b="0" i="0" u="none" strike="noStrike" dirty="0">
                <a:solidFill>
                  <a:srgbClr val="000000"/>
                </a:solidFill>
                <a:effectLst/>
                <a:latin typeface="Arial" panose="020B0604020202020204" pitchFamily="34" charset="0"/>
              </a:rPr>
              <a:t>Set the </a:t>
            </a:r>
            <a:r>
              <a:rPr lang="en-US" sz="1800" b="0" i="0" u="none" strike="noStrike" dirty="0" err="1">
                <a:solidFill>
                  <a:srgbClr val="000000"/>
                </a:solidFill>
                <a:effectLst/>
                <a:latin typeface="Arial" panose="020B0604020202020204" pitchFamily="34" charset="0"/>
              </a:rPr>
              <a:t>ip</a:t>
            </a:r>
            <a:r>
              <a:rPr lang="en-US" sz="1800" b="0" i="0" u="none" strike="noStrike" dirty="0">
                <a:solidFill>
                  <a:srgbClr val="000000"/>
                </a:solidFill>
                <a:effectLst/>
                <a:latin typeface="Arial" panose="020B0604020202020204" pitchFamily="34" charset="0"/>
              </a:rPr>
              <a:t> address on </a:t>
            </a:r>
            <a:r>
              <a:rPr lang="en-US" sz="1800" b="0" i="0" u="none" strike="noStrike">
                <a:solidFill>
                  <a:srgbClr val="000000"/>
                </a:solidFill>
                <a:effectLst/>
                <a:latin typeface="Arial" panose="020B0604020202020204" pitchFamily="34" charset="0"/>
              </a:rPr>
              <a:t>the website</a:t>
            </a:r>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5DDC8AFF-C3DC-F895-80FB-44E9B9FB776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561780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708FB4D-304E-014C-866E-51D8531F7F28}" type="slidenum">
              <a:rPr lang="en-US" smtClean="0"/>
              <a:t>15</a:t>
            </a:fld>
            <a:endParaRPr lang="en-US"/>
          </a:p>
        </p:txBody>
      </p:sp>
    </p:spTree>
    <p:extLst>
      <p:ext uri="{BB962C8B-B14F-4D97-AF65-F5344CB8AC3E}">
        <p14:creationId xmlns:p14="http://schemas.microsoft.com/office/powerpoint/2010/main" val="1309672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593C6-7B7C-3CE7-4F96-B6D1C38E2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39D95-0AAB-CB2E-7851-8647D86F8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15D0C-93E9-8A81-33E1-FACBB08E9A8B}"/>
              </a:ext>
            </a:extLst>
          </p:cNvPr>
          <p:cNvSpPr>
            <a:spLocks noGrp="1"/>
          </p:cNvSpPr>
          <p:nvPr>
            <p:ph type="body" idx="1"/>
          </p:nvPr>
        </p:nvSpPr>
        <p:spPr/>
        <p:txBody>
          <a:bodyPr/>
          <a:lstStyle/>
          <a:p>
            <a:pPr marL="285750" indent="-285750" rtl="0" fontAlgn="t">
              <a:spcBef>
                <a:spcPts val="0"/>
              </a:spcBef>
              <a:spcAft>
                <a:spcPts val="0"/>
              </a:spcAft>
              <a:buFont typeface="Arial" panose="020B0604020202020204" pitchFamily="34" charset="0"/>
              <a:buChar char="•"/>
            </a:pPr>
            <a:endParaRPr lang="en-US" sz="1800" b="0" i="0" u="none" strike="noStrike" dirty="0">
              <a:solidFill>
                <a:srgbClr val="000000"/>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5E429429-9B14-4D2F-DEB9-7E3C8A3784AF}"/>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72736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73F4A-2108-B629-9EBA-9810BB585F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0FBCF2-41D8-2CF2-794F-A0B3934AE8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37E599-81FF-FB4F-20CE-1F63A9F799C4}"/>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5" name="Footer Placeholder 4">
            <a:extLst>
              <a:ext uri="{FF2B5EF4-FFF2-40B4-BE49-F238E27FC236}">
                <a16:creationId xmlns:a16="http://schemas.microsoft.com/office/drawing/2014/main" id="{903A4EA1-AA6E-C499-DB53-1F9103042C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118A3-7439-72DA-5028-1ADF398FC947}"/>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185311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CA98A-C6F2-C55C-18E3-98B37A7B34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C100E7-8D83-CEC6-7648-EEEE812A00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D4CB02-F913-8E2D-E827-3F182DBC24AB}"/>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5" name="Footer Placeholder 4">
            <a:extLst>
              <a:ext uri="{FF2B5EF4-FFF2-40B4-BE49-F238E27FC236}">
                <a16:creationId xmlns:a16="http://schemas.microsoft.com/office/drawing/2014/main" id="{76670042-C236-FDE7-4219-07293267F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1F5BF5-35C8-1F08-502E-5E5922B3E4DC}"/>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2973047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9E110-38C7-22CC-8202-1D86710E4A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1440A8-3973-EA13-790D-2DC7956A16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A76BE5-2DDC-4490-5762-2C796FBA0E5D}"/>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5" name="Footer Placeholder 4">
            <a:extLst>
              <a:ext uri="{FF2B5EF4-FFF2-40B4-BE49-F238E27FC236}">
                <a16:creationId xmlns:a16="http://schemas.microsoft.com/office/drawing/2014/main" id="{4B5A0E68-C42B-985F-EE48-41BBEC5809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7D826-9DE7-FEC1-90E9-37C8A8AD0853}"/>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1562670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C1804-9B77-C223-F761-5D93188A0C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208D85-D646-1AA2-D48B-1F234C05B6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CA0EDD-10CF-F177-14A7-DA199D0E19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489660-1098-41A4-BF86-5642985EF25F}"/>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6" name="Footer Placeholder 5">
            <a:extLst>
              <a:ext uri="{FF2B5EF4-FFF2-40B4-BE49-F238E27FC236}">
                <a16:creationId xmlns:a16="http://schemas.microsoft.com/office/drawing/2014/main" id="{B8D5F6F5-FB48-07B9-1E88-D8173526C0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2ED5E0-4000-1DF4-E1A0-649DE6FB18F9}"/>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2333364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04C65-110B-CE16-5488-53BD8249CB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4B9B24-6EBA-B3FD-5234-22C6B57C87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9E26C2-3F3C-8911-4EF9-E6E34D3CB3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EAEF89-8EEE-3FF1-CC51-B9C4C79EBF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AB8CF1-2B40-4EA7-A5AF-997C6A73D5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5A61E4-C0C7-DEE1-CAD2-255321DBC9B2}"/>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8" name="Footer Placeholder 7">
            <a:extLst>
              <a:ext uri="{FF2B5EF4-FFF2-40B4-BE49-F238E27FC236}">
                <a16:creationId xmlns:a16="http://schemas.microsoft.com/office/drawing/2014/main" id="{A4520417-10D1-D4DD-5AC0-5EAA000B0B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268283-981F-9384-BFDC-2E8434076106}"/>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2910473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E47D-E50F-9961-2E9D-E775CBD4B4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6F2066-DB42-8724-D228-C8940C27845F}"/>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4" name="Footer Placeholder 3">
            <a:extLst>
              <a:ext uri="{FF2B5EF4-FFF2-40B4-BE49-F238E27FC236}">
                <a16:creationId xmlns:a16="http://schemas.microsoft.com/office/drawing/2014/main" id="{BCF3DA46-C72C-4B75-E712-132E143845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CD6C39-B32C-5F32-D1B6-ECFC9522B5C9}"/>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2560953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2E8F24-6750-E2C1-DA31-C851D427D8D4}"/>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3" name="Footer Placeholder 2">
            <a:extLst>
              <a:ext uri="{FF2B5EF4-FFF2-40B4-BE49-F238E27FC236}">
                <a16:creationId xmlns:a16="http://schemas.microsoft.com/office/drawing/2014/main" id="{28DF7C65-8724-6B3E-AC8E-539E4B0377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B5B2AC-EFA8-4A8A-2084-8790C2CB3524}"/>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3079858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256E3-7051-0325-3290-D224DA3620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505B6A-5A01-FD6F-C177-A21B2DAD22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097EBF-809E-C640-48C6-66AD18D53E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6F400-B602-6A41-5EAC-AE91EFA7DE84}"/>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6" name="Footer Placeholder 5">
            <a:extLst>
              <a:ext uri="{FF2B5EF4-FFF2-40B4-BE49-F238E27FC236}">
                <a16:creationId xmlns:a16="http://schemas.microsoft.com/office/drawing/2014/main" id="{B3EA601D-720C-624F-EB75-4181648B78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254ED5-A7E1-05F0-44D4-9C8B204A1EFB}"/>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3579398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6CA42-21A9-7885-236D-6E9F4F441C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9746B3-29C1-2F27-2E13-55FE16F8D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BF6D2F-85BC-A51F-6A5E-BC822C594D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724B5F-AB5E-9E52-7978-DDBA5ABB8F83}"/>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6" name="Footer Placeholder 5">
            <a:extLst>
              <a:ext uri="{FF2B5EF4-FFF2-40B4-BE49-F238E27FC236}">
                <a16:creationId xmlns:a16="http://schemas.microsoft.com/office/drawing/2014/main" id="{5FBBD71F-79E1-8BBA-51F7-DF1755B12F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96D9F6-DD23-182E-7912-552E0D68524B}"/>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333363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CE954-D38D-146C-D456-82AD78F57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F17ABF-EA47-B110-A6A0-4A015E8E7C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EEE99-775C-FCE7-AB6B-E2E3ED9A480F}"/>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5" name="Footer Placeholder 4">
            <a:extLst>
              <a:ext uri="{FF2B5EF4-FFF2-40B4-BE49-F238E27FC236}">
                <a16:creationId xmlns:a16="http://schemas.microsoft.com/office/drawing/2014/main" id="{05468E19-385A-46DE-CF8E-1E344D96D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36DF5-F0FE-7295-9CAD-F0F1E2FFB5D0}"/>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3942075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5717F7-0D63-12B9-B906-E3C2A7F966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1269F6-1FF7-D7A7-95EB-8BE30F291D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ADDB43-00D2-82C0-21A8-F6D2249470D8}"/>
              </a:ext>
            </a:extLst>
          </p:cNvPr>
          <p:cNvSpPr>
            <a:spLocks noGrp="1"/>
          </p:cNvSpPr>
          <p:nvPr>
            <p:ph type="dt" sz="half" idx="10"/>
          </p:nvPr>
        </p:nvSpPr>
        <p:spPr/>
        <p:txBody>
          <a:bodyPr/>
          <a:lstStyle/>
          <a:p>
            <a:fld id="{1D5D11E5-4740-DC4C-9ECC-6B0AA90F7809}" type="datetimeFigureOut">
              <a:rPr lang="en-US" smtClean="0"/>
              <a:t>8/3/26</a:t>
            </a:fld>
            <a:endParaRPr lang="en-US"/>
          </a:p>
        </p:txBody>
      </p:sp>
      <p:sp>
        <p:nvSpPr>
          <p:cNvPr id="5" name="Footer Placeholder 4">
            <a:extLst>
              <a:ext uri="{FF2B5EF4-FFF2-40B4-BE49-F238E27FC236}">
                <a16:creationId xmlns:a16="http://schemas.microsoft.com/office/drawing/2014/main" id="{BCA65C51-F28E-7C1D-0980-6EE65DF59E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FDA190-83A9-F08D-1874-E0936DBFD987}"/>
              </a:ext>
            </a:extLst>
          </p:cNvPr>
          <p:cNvSpPr>
            <a:spLocks noGrp="1"/>
          </p:cNvSpPr>
          <p:nvPr>
            <p:ph type="sldNum" sz="quarter" idx="12"/>
          </p:nvPr>
        </p:nvSpPr>
        <p:spPr/>
        <p:txBody>
          <a:bodyPr/>
          <a:lstStyle/>
          <a:p>
            <a:fld id="{0162E3AC-4E0D-B843-81B9-84A38621B819}" type="slidenum">
              <a:rPr lang="en-US" smtClean="0"/>
              <a:t>‹#›</a:t>
            </a:fld>
            <a:endParaRPr lang="en-US"/>
          </a:p>
        </p:txBody>
      </p:sp>
    </p:spTree>
    <p:extLst>
      <p:ext uri="{BB962C8B-B14F-4D97-AF65-F5344CB8AC3E}">
        <p14:creationId xmlns:p14="http://schemas.microsoft.com/office/powerpoint/2010/main" val="1882034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8EEF50-CE26-959B-51BB-41A67930E6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E1C5BA-84BE-CCAE-19C8-34221DE2E3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954E60-66FA-0D4A-5E07-1B600426CD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5D11E5-4740-DC4C-9ECC-6B0AA90F7809}" type="datetimeFigureOut">
              <a:rPr lang="en-US" smtClean="0"/>
              <a:t>8/3/26</a:t>
            </a:fld>
            <a:endParaRPr lang="en-US"/>
          </a:p>
        </p:txBody>
      </p:sp>
      <p:sp>
        <p:nvSpPr>
          <p:cNvPr id="5" name="Footer Placeholder 4">
            <a:extLst>
              <a:ext uri="{FF2B5EF4-FFF2-40B4-BE49-F238E27FC236}">
                <a16:creationId xmlns:a16="http://schemas.microsoft.com/office/drawing/2014/main" id="{515B2FB5-B331-EA8C-C909-CD1D4AC5A3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B72E99-8934-B86D-D903-D18ECD58CB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62E3AC-4E0D-B843-81B9-84A38621B819}" type="slidenum">
              <a:rPr lang="en-US" smtClean="0"/>
              <a:t>‹#›</a:t>
            </a:fld>
            <a:endParaRPr lang="en-US"/>
          </a:p>
        </p:txBody>
      </p:sp>
    </p:spTree>
    <p:extLst>
      <p:ext uri="{BB962C8B-B14F-4D97-AF65-F5344CB8AC3E}">
        <p14:creationId xmlns:p14="http://schemas.microsoft.com/office/powerpoint/2010/main" val="691189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CE3F4-0764-A06C-5BCE-19C6545E4E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561C5C-8DD6-E681-7487-C14CFD0FAFD4}"/>
              </a:ext>
            </a:extLst>
          </p:cNvPr>
          <p:cNvSpPr/>
          <p:nvPr/>
        </p:nvSpPr>
        <p:spPr>
          <a:xfrm>
            <a:off x="3048"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FBC1A9E8-2544-B80E-AE4F-C5E7351D9797}"/>
              </a:ext>
            </a:extLst>
          </p:cNvPr>
          <p:cNvSpPr/>
          <p:nvPr/>
        </p:nvSpPr>
        <p:spPr>
          <a:xfrm>
            <a:off x="3993481" y="27507"/>
            <a:ext cx="4536597"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Agenda</a:t>
            </a:r>
            <a:endParaRPr lang="en-US" sz="2400" dirty="0">
              <a:latin typeface="Helvetica Light" panose="020B0403020202020204" pitchFamily="34" charset="0"/>
            </a:endParaRPr>
          </a:p>
        </p:txBody>
      </p:sp>
      <p:sp>
        <p:nvSpPr>
          <p:cNvPr id="3" name="TextBox 2">
            <a:extLst>
              <a:ext uri="{FF2B5EF4-FFF2-40B4-BE49-F238E27FC236}">
                <a16:creationId xmlns:a16="http://schemas.microsoft.com/office/drawing/2014/main" id="{5F8E83A5-E12F-A5D1-323C-C7AB13CF9297}"/>
              </a:ext>
            </a:extLst>
          </p:cNvPr>
          <p:cNvSpPr txBox="1"/>
          <p:nvPr/>
        </p:nvSpPr>
        <p:spPr>
          <a:xfrm>
            <a:off x="3104706" y="2041451"/>
            <a:ext cx="8612373" cy="2031325"/>
          </a:xfrm>
          <a:prstGeom prst="rect">
            <a:avLst/>
          </a:prstGeom>
          <a:noFill/>
        </p:spPr>
        <p:txBody>
          <a:bodyPr wrap="square" rtlCol="0">
            <a:spAutoFit/>
          </a:bodyPr>
          <a:lstStyle/>
          <a:p>
            <a:pPr marL="342900" indent="-342900">
              <a:buAutoNum type="arabicPeriod"/>
            </a:pPr>
            <a:r>
              <a:rPr lang="en-US" dirty="0">
                <a:latin typeface="Helvetica Light" panose="020B0403020202020204" pitchFamily="34" charset="0"/>
              </a:rPr>
              <a:t>Quick review of previous designs and findings</a:t>
            </a:r>
          </a:p>
          <a:p>
            <a:pPr marL="342900" indent="-342900">
              <a:buAutoNum type="arabicPeriod"/>
            </a:pPr>
            <a:endParaRPr lang="en-US" dirty="0">
              <a:latin typeface="Helvetica Light" panose="020B0403020202020204" pitchFamily="34" charset="0"/>
            </a:endParaRPr>
          </a:p>
          <a:p>
            <a:pPr marL="342900" indent="-342900">
              <a:buAutoNum type="arabicPeriod"/>
            </a:pPr>
            <a:r>
              <a:rPr lang="en-US" dirty="0">
                <a:latin typeface="Helvetica Light" panose="020B0403020202020204" pitchFamily="34" charset="0"/>
              </a:rPr>
              <a:t>Pilot 1 – Restricted viewing (is eye movement necessary for EM effect on WM?)</a:t>
            </a:r>
          </a:p>
          <a:p>
            <a:pPr marL="342900" indent="-342900">
              <a:buAutoNum type="arabicPeriod"/>
            </a:pPr>
            <a:endParaRPr lang="en-US" dirty="0">
              <a:latin typeface="Helvetica Light" panose="020B0403020202020204" pitchFamily="34" charset="0"/>
            </a:endParaRPr>
          </a:p>
          <a:p>
            <a:pPr marL="342900" indent="-342900">
              <a:buAutoNum type="arabicPeriod"/>
            </a:pPr>
            <a:r>
              <a:rPr lang="en-US" dirty="0">
                <a:latin typeface="Helvetica Light" panose="020B0403020202020204" pitchFamily="34" charset="0"/>
              </a:rPr>
              <a:t>Pilot 2 – Streamlined + post-hoc MST</a:t>
            </a:r>
          </a:p>
          <a:p>
            <a:pPr marL="342900" indent="-342900">
              <a:buAutoNum type="arabicPeriod"/>
            </a:pPr>
            <a:endParaRPr lang="en-US" dirty="0">
              <a:latin typeface="Helvetica Light" panose="020B0403020202020204" pitchFamily="34" charset="0"/>
            </a:endParaRPr>
          </a:p>
          <a:p>
            <a:pPr marL="342900" indent="-342900">
              <a:buAutoNum type="arabicPeriod"/>
            </a:pPr>
            <a:r>
              <a:rPr lang="en-US" dirty="0">
                <a:latin typeface="Helvetica Light" panose="020B0403020202020204" pitchFamily="34" charset="0"/>
              </a:rPr>
              <a:t>fMRI design</a:t>
            </a:r>
          </a:p>
        </p:txBody>
      </p:sp>
    </p:spTree>
    <p:extLst>
      <p:ext uri="{BB962C8B-B14F-4D97-AF65-F5344CB8AC3E}">
        <p14:creationId xmlns:p14="http://schemas.microsoft.com/office/powerpoint/2010/main" val="2491393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D37195DD-A0EC-4324-6D33-38EA8372FF7B}"/>
              </a:ext>
            </a:extLst>
          </p:cNvPr>
          <p:cNvSpPr/>
          <p:nvPr/>
        </p:nvSpPr>
        <p:spPr>
          <a:xfrm>
            <a:off x="3546789" y="32535"/>
            <a:ext cx="5068872"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The MST-Back Task (eye-tracking)</a:t>
            </a:r>
            <a:endParaRPr lang="en-US" sz="2400" dirty="0">
              <a:latin typeface="Helvetica Light" panose="020B0403020202020204" pitchFamily="34" charset="0"/>
            </a:endParaRPr>
          </a:p>
        </p:txBody>
      </p:sp>
      <p:grpSp>
        <p:nvGrpSpPr>
          <p:cNvPr id="21" name="Group 20">
            <a:extLst>
              <a:ext uri="{FF2B5EF4-FFF2-40B4-BE49-F238E27FC236}">
                <a16:creationId xmlns:a16="http://schemas.microsoft.com/office/drawing/2014/main" id="{8BEC0793-C5E4-AA09-156E-D9768AF9A46E}"/>
              </a:ext>
            </a:extLst>
          </p:cNvPr>
          <p:cNvGrpSpPr/>
          <p:nvPr/>
        </p:nvGrpSpPr>
        <p:grpSpPr>
          <a:xfrm>
            <a:off x="2357664" y="1081540"/>
            <a:ext cx="9238662" cy="1856929"/>
            <a:chOff x="1086465" y="1046380"/>
            <a:chExt cx="10078540" cy="2025741"/>
          </a:xfrm>
        </p:grpSpPr>
        <p:grpSp>
          <p:nvGrpSpPr>
            <p:cNvPr id="3489" name="Graphic 14">
              <a:extLst>
                <a:ext uri="{FF2B5EF4-FFF2-40B4-BE49-F238E27FC236}">
                  <a16:creationId xmlns:a16="http://schemas.microsoft.com/office/drawing/2014/main" id="{E4431E93-5404-8225-1C38-6E53D6CEE57B}"/>
                </a:ext>
              </a:extLst>
            </p:cNvPr>
            <p:cNvGrpSpPr/>
            <p:nvPr/>
          </p:nvGrpSpPr>
          <p:grpSpPr>
            <a:xfrm>
              <a:off x="1280604" y="1046380"/>
              <a:ext cx="3158192" cy="292768"/>
              <a:chOff x="1610383" y="2222056"/>
              <a:chExt cx="852260" cy="79005"/>
            </a:xfrm>
            <a:solidFill>
              <a:srgbClr val="010101"/>
            </a:solidFill>
          </p:grpSpPr>
          <p:sp>
            <p:nvSpPr>
              <p:cNvPr id="3490" name="Freeform 3489">
                <a:extLst>
                  <a:ext uri="{FF2B5EF4-FFF2-40B4-BE49-F238E27FC236}">
                    <a16:creationId xmlns:a16="http://schemas.microsoft.com/office/drawing/2014/main" id="{92F10CB8-2427-D53F-C884-E9BE9FA85ABB}"/>
                  </a:ext>
                </a:extLst>
              </p:cNvPr>
              <p:cNvSpPr/>
              <p:nvPr/>
            </p:nvSpPr>
            <p:spPr>
              <a:xfrm>
                <a:off x="1610383" y="2224885"/>
                <a:ext cx="20436" cy="58567"/>
              </a:xfrm>
              <a:custGeom>
                <a:avLst/>
                <a:gdLst>
                  <a:gd name="connsiteX0" fmla="*/ 15119 w 20436"/>
                  <a:gd name="connsiteY0" fmla="*/ 15036 h 58567"/>
                  <a:gd name="connsiteX1" fmla="*/ 0 w 20436"/>
                  <a:gd name="connsiteY1" fmla="*/ 15036 h 58567"/>
                  <a:gd name="connsiteX2" fmla="*/ 0 w 20436"/>
                  <a:gd name="connsiteY2" fmla="*/ 11547 h 58567"/>
                  <a:gd name="connsiteX3" fmla="*/ 6009 w 20436"/>
                  <a:gd name="connsiteY3" fmla="*/ 10883 h 58567"/>
                  <a:gd name="connsiteX4" fmla="*/ 10744 w 20436"/>
                  <a:gd name="connsiteY4" fmla="*/ 9304 h 58567"/>
                  <a:gd name="connsiteX5" fmla="*/ 14150 w 20436"/>
                  <a:gd name="connsiteY5" fmla="*/ 5954 h 58567"/>
                  <a:gd name="connsiteX6" fmla="*/ 16199 w 20436"/>
                  <a:gd name="connsiteY6" fmla="*/ 0 h 58567"/>
                  <a:gd name="connsiteX7" fmla="*/ 20436 w 20436"/>
                  <a:gd name="connsiteY7" fmla="*/ 0 h 58567"/>
                  <a:gd name="connsiteX8" fmla="*/ 20436 w 20436"/>
                  <a:gd name="connsiteY8" fmla="*/ 58567 h 58567"/>
                  <a:gd name="connsiteX9" fmla="*/ 15119 w 20436"/>
                  <a:gd name="connsiteY9" fmla="*/ 58567 h 58567"/>
                  <a:gd name="connsiteX10" fmla="*/ 15119 w 20436"/>
                  <a:gd name="connsiteY10" fmla="*/ 15036 h 5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6" h="58567">
                    <a:moveTo>
                      <a:pt x="15119" y="15036"/>
                    </a:moveTo>
                    <a:lnTo>
                      <a:pt x="0" y="15036"/>
                    </a:lnTo>
                    <a:lnTo>
                      <a:pt x="0" y="11547"/>
                    </a:lnTo>
                    <a:cubicBezTo>
                      <a:pt x="2215" y="11381"/>
                      <a:pt x="4209" y="11160"/>
                      <a:pt x="6009" y="10883"/>
                    </a:cubicBezTo>
                    <a:cubicBezTo>
                      <a:pt x="7809" y="10606"/>
                      <a:pt x="9387" y="10080"/>
                      <a:pt x="10744" y="9304"/>
                    </a:cubicBezTo>
                    <a:cubicBezTo>
                      <a:pt x="12101" y="8529"/>
                      <a:pt x="13236" y="7421"/>
                      <a:pt x="14150" y="5954"/>
                    </a:cubicBezTo>
                    <a:cubicBezTo>
                      <a:pt x="15064" y="4486"/>
                      <a:pt x="15729" y="2492"/>
                      <a:pt x="16199" y="0"/>
                    </a:cubicBezTo>
                    <a:lnTo>
                      <a:pt x="20436" y="0"/>
                    </a:lnTo>
                    <a:lnTo>
                      <a:pt x="20436" y="58567"/>
                    </a:lnTo>
                    <a:lnTo>
                      <a:pt x="15119" y="58567"/>
                    </a:lnTo>
                    <a:lnTo>
                      <a:pt x="15119" y="15036"/>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1" name="Freeform 3490">
                <a:extLst>
                  <a:ext uri="{FF2B5EF4-FFF2-40B4-BE49-F238E27FC236}">
                    <a16:creationId xmlns:a16="http://schemas.microsoft.com/office/drawing/2014/main" id="{A97E9889-9421-0D56-F2C3-B1706D7250F7}"/>
                  </a:ext>
                </a:extLst>
              </p:cNvPr>
              <p:cNvSpPr/>
              <p:nvPr/>
            </p:nvSpPr>
            <p:spPr>
              <a:xfrm>
                <a:off x="1649926" y="2259277"/>
                <a:ext cx="21017" cy="5150"/>
              </a:xfrm>
              <a:custGeom>
                <a:avLst/>
                <a:gdLst>
                  <a:gd name="connsiteX0" fmla="*/ 21018 w 21017"/>
                  <a:gd name="connsiteY0" fmla="*/ 0 h 5150"/>
                  <a:gd name="connsiteX1" fmla="*/ 21018 w 21017"/>
                  <a:gd name="connsiteY1" fmla="*/ 5151 h 5150"/>
                  <a:gd name="connsiteX2" fmla="*/ 0 w 21017"/>
                  <a:gd name="connsiteY2" fmla="*/ 5151 h 5150"/>
                  <a:gd name="connsiteX3" fmla="*/ 0 w 21017"/>
                  <a:gd name="connsiteY3" fmla="*/ 0 h 5150"/>
                  <a:gd name="connsiteX4" fmla="*/ 21018 w 21017"/>
                  <a:gd name="connsiteY4" fmla="*/ 0 h 5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17" h="5150">
                    <a:moveTo>
                      <a:pt x="21018" y="0"/>
                    </a:moveTo>
                    <a:lnTo>
                      <a:pt x="21018" y="5151"/>
                    </a:lnTo>
                    <a:lnTo>
                      <a:pt x="0" y="5151"/>
                    </a:lnTo>
                    <a:lnTo>
                      <a:pt x="0" y="0"/>
                    </a:lnTo>
                    <a:lnTo>
                      <a:pt x="21018" y="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2" name="Freeform 3491">
                <a:extLst>
                  <a:ext uri="{FF2B5EF4-FFF2-40B4-BE49-F238E27FC236}">
                    <a16:creationId xmlns:a16="http://schemas.microsoft.com/office/drawing/2014/main" id="{0FB42CC0-1817-1A3C-E808-92139E5548A1}"/>
                  </a:ext>
                </a:extLst>
              </p:cNvPr>
              <p:cNvSpPr/>
              <p:nvPr/>
            </p:nvSpPr>
            <p:spPr>
              <a:xfrm>
                <a:off x="1680830" y="2223639"/>
                <a:ext cx="39543" cy="60948"/>
              </a:xfrm>
              <a:custGeom>
                <a:avLst/>
                <a:gdLst>
                  <a:gd name="connsiteX0" fmla="*/ 4984 w 39543"/>
                  <a:gd name="connsiteY0" fmla="*/ 59813 h 60948"/>
                  <a:gd name="connsiteX1" fmla="*/ 0 w 39543"/>
                  <a:gd name="connsiteY1" fmla="*/ 59813 h 60948"/>
                  <a:gd name="connsiteX2" fmla="*/ 0 w 39543"/>
                  <a:gd name="connsiteY2" fmla="*/ 0 h 60948"/>
                  <a:gd name="connsiteX3" fmla="*/ 4984 w 39543"/>
                  <a:gd name="connsiteY3" fmla="*/ 0 h 60948"/>
                  <a:gd name="connsiteX4" fmla="*/ 4984 w 39543"/>
                  <a:gd name="connsiteY4" fmla="*/ 23676 h 60948"/>
                  <a:gd name="connsiteX5" fmla="*/ 11603 w 39543"/>
                  <a:gd name="connsiteY5" fmla="*/ 17639 h 60948"/>
                  <a:gd name="connsiteX6" fmla="*/ 20381 w 39543"/>
                  <a:gd name="connsiteY6" fmla="*/ 15618 h 60948"/>
                  <a:gd name="connsiteX7" fmla="*/ 28882 w 39543"/>
                  <a:gd name="connsiteY7" fmla="*/ 17473 h 60948"/>
                  <a:gd name="connsiteX8" fmla="*/ 34863 w 39543"/>
                  <a:gd name="connsiteY8" fmla="*/ 22458 h 60948"/>
                  <a:gd name="connsiteX9" fmla="*/ 38380 w 39543"/>
                  <a:gd name="connsiteY9" fmla="*/ 29713 h 60948"/>
                  <a:gd name="connsiteX10" fmla="*/ 39543 w 39543"/>
                  <a:gd name="connsiteY10" fmla="*/ 38353 h 60948"/>
                  <a:gd name="connsiteX11" fmla="*/ 38463 w 39543"/>
                  <a:gd name="connsiteY11" fmla="*/ 47241 h 60948"/>
                  <a:gd name="connsiteX12" fmla="*/ 35030 w 39543"/>
                  <a:gd name="connsiteY12" fmla="*/ 54414 h 60948"/>
                  <a:gd name="connsiteX13" fmla="*/ 28993 w 39543"/>
                  <a:gd name="connsiteY13" fmla="*/ 59204 h 60948"/>
                  <a:gd name="connsiteX14" fmla="*/ 20104 w 39543"/>
                  <a:gd name="connsiteY14" fmla="*/ 60949 h 60948"/>
                  <a:gd name="connsiteX15" fmla="*/ 15867 w 39543"/>
                  <a:gd name="connsiteY15" fmla="*/ 60367 h 60948"/>
                  <a:gd name="connsiteX16" fmla="*/ 11658 w 39543"/>
                  <a:gd name="connsiteY16" fmla="*/ 58706 h 60948"/>
                  <a:gd name="connsiteX17" fmla="*/ 7920 w 39543"/>
                  <a:gd name="connsiteY17" fmla="*/ 55992 h 60948"/>
                  <a:gd name="connsiteX18" fmla="*/ 5151 w 39543"/>
                  <a:gd name="connsiteY18" fmla="*/ 52226 h 60948"/>
                  <a:gd name="connsiteX19" fmla="*/ 4984 w 39543"/>
                  <a:gd name="connsiteY19" fmla="*/ 52226 h 60948"/>
                  <a:gd name="connsiteX20" fmla="*/ 4984 w 39543"/>
                  <a:gd name="connsiteY20" fmla="*/ 59786 h 60948"/>
                  <a:gd name="connsiteX21" fmla="*/ 4984 w 39543"/>
                  <a:gd name="connsiteY21" fmla="*/ 38131 h 60948"/>
                  <a:gd name="connsiteX22" fmla="*/ 5954 w 39543"/>
                  <a:gd name="connsiteY22" fmla="*/ 45386 h 60948"/>
                  <a:gd name="connsiteX23" fmla="*/ 8723 w 39543"/>
                  <a:gd name="connsiteY23" fmla="*/ 51201 h 60948"/>
                  <a:gd name="connsiteX24" fmla="*/ 13292 w 39543"/>
                  <a:gd name="connsiteY24" fmla="*/ 55078 h 60948"/>
                  <a:gd name="connsiteX25" fmla="*/ 19522 w 39543"/>
                  <a:gd name="connsiteY25" fmla="*/ 56490 h 60948"/>
                  <a:gd name="connsiteX26" fmla="*/ 25338 w 39543"/>
                  <a:gd name="connsiteY26" fmla="*/ 55383 h 60948"/>
                  <a:gd name="connsiteX27" fmla="*/ 29990 w 39543"/>
                  <a:gd name="connsiteY27" fmla="*/ 52087 h 60948"/>
                  <a:gd name="connsiteX28" fmla="*/ 33091 w 39543"/>
                  <a:gd name="connsiteY28" fmla="*/ 46826 h 60948"/>
                  <a:gd name="connsiteX29" fmla="*/ 34199 w 39543"/>
                  <a:gd name="connsiteY29" fmla="*/ 39626 h 60948"/>
                  <a:gd name="connsiteX30" fmla="*/ 33534 w 39543"/>
                  <a:gd name="connsiteY30" fmla="*/ 32011 h 60948"/>
                  <a:gd name="connsiteX31" fmla="*/ 30876 w 39543"/>
                  <a:gd name="connsiteY31" fmla="*/ 25836 h 60948"/>
                  <a:gd name="connsiteX32" fmla="*/ 26196 w 39543"/>
                  <a:gd name="connsiteY32" fmla="*/ 21627 h 60948"/>
                  <a:gd name="connsiteX33" fmla="*/ 19495 w 39543"/>
                  <a:gd name="connsiteY33" fmla="*/ 20104 h 60948"/>
                  <a:gd name="connsiteX34" fmla="*/ 13375 w 39543"/>
                  <a:gd name="connsiteY34" fmla="*/ 21544 h 60948"/>
                  <a:gd name="connsiteX35" fmla="*/ 8806 w 39543"/>
                  <a:gd name="connsiteY35" fmla="*/ 25448 h 60948"/>
                  <a:gd name="connsiteX36" fmla="*/ 5926 w 39543"/>
                  <a:gd name="connsiteY36" fmla="*/ 31180 h 60948"/>
                  <a:gd name="connsiteX37" fmla="*/ 4929 w 39543"/>
                  <a:gd name="connsiteY37" fmla="*/ 38103 h 6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543" h="60948">
                    <a:moveTo>
                      <a:pt x="4984" y="59813"/>
                    </a:moveTo>
                    <a:lnTo>
                      <a:pt x="0" y="59813"/>
                    </a:lnTo>
                    <a:lnTo>
                      <a:pt x="0" y="0"/>
                    </a:lnTo>
                    <a:lnTo>
                      <a:pt x="4984" y="0"/>
                    </a:lnTo>
                    <a:lnTo>
                      <a:pt x="4984" y="23676"/>
                    </a:lnTo>
                    <a:cubicBezTo>
                      <a:pt x="6591" y="21018"/>
                      <a:pt x="8806" y="18996"/>
                      <a:pt x="11603" y="17639"/>
                    </a:cubicBezTo>
                    <a:cubicBezTo>
                      <a:pt x="14399" y="16283"/>
                      <a:pt x="17307" y="15618"/>
                      <a:pt x="20381" y="15618"/>
                    </a:cubicBezTo>
                    <a:cubicBezTo>
                      <a:pt x="23648" y="15618"/>
                      <a:pt x="26473" y="16255"/>
                      <a:pt x="28882" y="17473"/>
                    </a:cubicBezTo>
                    <a:cubicBezTo>
                      <a:pt x="31291" y="18719"/>
                      <a:pt x="33285" y="20381"/>
                      <a:pt x="34863" y="22458"/>
                    </a:cubicBezTo>
                    <a:cubicBezTo>
                      <a:pt x="36442" y="24535"/>
                      <a:pt x="37605" y="26944"/>
                      <a:pt x="38380" y="29713"/>
                    </a:cubicBezTo>
                    <a:cubicBezTo>
                      <a:pt x="39156" y="32482"/>
                      <a:pt x="39543" y="35362"/>
                      <a:pt x="39543" y="38353"/>
                    </a:cubicBezTo>
                    <a:cubicBezTo>
                      <a:pt x="39543" y="41509"/>
                      <a:pt x="39183" y="44472"/>
                      <a:pt x="38463" y="47241"/>
                    </a:cubicBezTo>
                    <a:cubicBezTo>
                      <a:pt x="37743" y="50011"/>
                      <a:pt x="36608" y="52392"/>
                      <a:pt x="35030" y="54414"/>
                    </a:cubicBezTo>
                    <a:cubicBezTo>
                      <a:pt x="33451" y="56435"/>
                      <a:pt x="31430" y="58041"/>
                      <a:pt x="28993" y="59204"/>
                    </a:cubicBezTo>
                    <a:cubicBezTo>
                      <a:pt x="26556" y="60367"/>
                      <a:pt x="23593" y="60949"/>
                      <a:pt x="20104" y="60949"/>
                    </a:cubicBezTo>
                    <a:cubicBezTo>
                      <a:pt x="18719" y="60949"/>
                      <a:pt x="17307" y="60755"/>
                      <a:pt x="15867" y="60367"/>
                    </a:cubicBezTo>
                    <a:cubicBezTo>
                      <a:pt x="14427" y="59979"/>
                      <a:pt x="13015" y="59426"/>
                      <a:pt x="11658" y="58706"/>
                    </a:cubicBezTo>
                    <a:cubicBezTo>
                      <a:pt x="10301" y="57986"/>
                      <a:pt x="9055" y="57100"/>
                      <a:pt x="7920" y="55992"/>
                    </a:cubicBezTo>
                    <a:cubicBezTo>
                      <a:pt x="6784" y="54912"/>
                      <a:pt x="5843" y="53666"/>
                      <a:pt x="5151" y="52226"/>
                    </a:cubicBezTo>
                    <a:lnTo>
                      <a:pt x="4984" y="52226"/>
                    </a:lnTo>
                    <a:lnTo>
                      <a:pt x="4984" y="59786"/>
                    </a:lnTo>
                    <a:close/>
                    <a:moveTo>
                      <a:pt x="4984" y="38131"/>
                    </a:moveTo>
                    <a:cubicBezTo>
                      <a:pt x="4984" y="40734"/>
                      <a:pt x="5289" y="43143"/>
                      <a:pt x="5954" y="45386"/>
                    </a:cubicBezTo>
                    <a:cubicBezTo>
                      <a:pt x="6591" y="47629"/>
                      <a:pt x="7504" y="49568"/>
                      <a:pt x="8723" y="51201"/>
                    </a:cubicBezTo>
                    <a:cubicBezTo>
                      <a:pt x="9941" y="52835"/>
                      <a:pt x="11464" y="54137"/>
                      <a:pt x="13292" y="55078"/>
                    </a:cubicBezTo>
                    <a:cubicBezTo>
                      <a:pt x="15119" y="56020"/>
                      <a:pt x="17196" y="56490"/>
                      <a:pt x="19522" y="56490"/>
                    </a:cubicBezTo>
                    <a:cubicBezTo>
                      <a:pt x="21627" y="56490"/>
                      <a:pt x="23565" y="56130"/>
                      <a:pt x="25338" y="55383"/>
                    </a:cubicBezTo>
                    <a:cubicBezTo>
                      <a:pt x="27110" y="54635"/>
                      <a:pt x="28661" y="53555"/>
                      <a:pt x="29990" y="52087"/>
                    </a:cubicBezTo>
                    <a:cubicBezTo>
                      <a:pt x="31319" y="50647"/>
                      <a:pt x="32343" y="48903"/>
                      <a:pt x="33091" y="46826"/>
                    </a:cubicBezTo>
                    <a:cubicBezTo>
                      <a:pt x="33839" y="44749"/>
                      <a:pt x="34199" y="42340"/>
                      <a:pt x="34199" y="39626"/>
                    </a:cubicBezTo>
                    <a:cubicBezTo>
                      <a:pt x="34310" y="36913"/>
                      <a:pt x="34088" y="34393"/>
                      <a:pt x="33534" y="32011"/>
                    </a:cubicBezTo>
                    <a:cubicBezTo>
                      <a:pt x="32980" y="29657"/>
                      <a:pt x="32094" y="27608"/>
                      <a:pt x="30876" y="25836"/>
                    </a:cubicBezTo>
                    <a:cubicBezTo>
                      <a:pt x="29657" y="24064"/>
                      <a:pt x="28107" y="22679"/>
                      <a:pt x="26196" y="21627"/>
                    </a:cubicBezTo>
                    <a:cubicBezTo>
                      <a:pt x="24285" y="20602"/>
                      <a:pt x="22042" y="20104"/>
                      <a:pt x="19495" y="20104"/>
                    </a:cubicBezTo>
                    <a:cubicBezTo>
                      <a:pt x="17224" y="20104"/>
                      <a:pt x="15175" y="20602"/>
                      <a:pt x="13375" y="21544"/>
                    </a:cubicBezTo>
                    <a:cubicBezTo>
                      <a:pt x="11575" y="22513"/>
                      <a:pt x="10052" y="23815"/>
                      <a:pt x="8806" y="25448"/>
                    </a:cubicBezTo>
                    <a:cubicBezTo>
                      <a:pt x="7560" y="27082"/>
                      <a:pt x="6618" y="28993"/>
                      <a:pt x="5926" y="31180"/>
                    </a:cubicBezTo>
                    <a:cubicBezTo>
                      <a:pt x="5261" y="33368"/>
                      <a:pt x="4929" y="35666"/>
                      <a:pt x="4929" y="38103"/>
                    </a:cubicBez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3" name="Freeform 3492">
                <a:extLst>
                  <a:ext uri="{FF2B5EF4-FFF2-40B4-BE49-F238E27FC236}">
                    <a16:creationId xmlns:a16="http://schemas.microsoft.com/office/drawing/2014/main" id="{6910B1B5-AE9D-3833-E701-4B2745D228D6}"/>
                  </a:ext>
                </a:extLst>
              </p:cNvPr>
              <p:cNvSpPr/>
              <p:nvPr/>
            </p:nvSpPr>
            <p:spPr>
              <a:xfrm>
                <a:off x="1728874" y="2239229"/>
                <a:ext cx="40567" cy="45330"/>
              </a:xfrm>
              <a:custGeom>
                <a:avLst/>
                <a:gdLst>
                  <a:gd name="connsiteX0" fmla="*/ 21904 w 40567"/>
                  <a:gd name="connsiteY0" fmla="*/ 19135 h 45330"/>
                  <a:gd name="connsiteX1" fmla="*/ 25282 w 40567"/>
                  <a:gd name="connsiteY1" fmla="*/ 18636 h 45330"/>
                  <a:gd name="connsiteX2" fmla="*/ 28467 w 40567"/>
                  <a:gd name="connsiteY2" fmla="*/ 17722 h 45330"/>
                  <a:gd name="connsiteX3" fmla="*/ 30017 w 40567"/>
                  <a:gd name="connsiteY3" fmla="*/ 15756 h 45330"/>
                  <a:gd name="connsiteX4" fmla="*/ 30294 w 40567"/>
                  <a:gd name="connsiteY4" fmla="*/ 13209 h 45330"/>
                  <a:gd name="connsiteX5" fmla="*/ 27830 w 40567"/>
                  <a:gd name="connsiteY5" fmla="*/ 6923 h 45330"/>
                  <a:gd name="connsiteX6" fmla="*/ 19578 w 40567"/>
                  <a:gd name="connsiteY6" fmla="*/ 4486 h 45330"/>
                  <a:gd name="connsiteX7" fmla="*/ 14843 w 40567"/>
                  <a:gd name="connsiteY7" fmla="*/ 4957 h 45330"/>
                  <a:gd name="connsiteX8" fmla="*/ 11049 w 40567"/>
                  <a:gd name="connsiteY8" fmla="*/ 6535 h 45330"/>
                  <a:gd name="connsiteX9" fmla="*/ 8390 w 40567"/>
                  <a:gd name="connsiteY9" fmla="*/ 9526 h 45330"/>
                  <a:gd name="connsiteX10" fmla="*/ 7034 w 40567"/>
                  <a:gd name="connsiteY10" fmla="*/ 14206 h 45330"/>
                  <a:gd name="connsiteX11" fmla="*/ 1966 w 40567"/>
                  <a:gd name="connsiteY11" fmla="*/ 14206 h 45330"/>
                  <a:gd name="connsiteX12" fmla="*/ 3711 w 40567"/>
                  <a:gd name="connsiteY12" fmla="*/ 7698 h 45330"/>
                  <a:gd name="connsiteX13" fmla="*/ 7587 w 40567"/>
                  <a:gd name="connsiteY13" fmla="*/ 3295 h 45330"/>
                  <a:gd name="connsiteX14" fmla="*/ 13070 w 40567"/>
                  <a:gd name="connsiteY14" fmla="*/ 803 h 45330"/>
                  <a:gd name="connsiteX15" fmla="*/ 19689 w 40567"/>
                  <a:gd name="connsiteY15" fmla="*/ 0 h 45330"/>
                  <a:gd name="connsiteX16" fmla="*/ 25781 w 40567"/>
                  <a:gd name="connsiteY16" fmla="*/ 692 h 45330"/>
                  <a:gd name="connsiteX17" fmla="*/ 30765 w 40567"/>
                  <a:gd name="connsiteY17" fmla="*/ 2935 h 45330"/>
                  <a:gd name="connsiteX18" fmla="*/ 34088 w 40567"/>
                  <a:gd name="connsiteY18" fmla="*/ 7034 h 45330"/>
                  <a:gd name="connsiteX19" fmla="*/ 35306 w 40567"/>
                  <a:gd name="connsiteY19" fmla="*/ 13347 h 45330"/>
                  <a:gd name="connsiteX20" fmla="*/ 35306 w 40567"/>
                  <a:gd name="connsiteY20" fmla="*/ 36774 h 45330"/>
                  <a:gd name="connsiteX21" fmla="*/ 36359 w 40567"/>
                  <a:gd name="connsiteY21" fmla="*/ 40457 h 45330"/>
                  <a:gd name="connsiteX22" fmla="*/ 40568 w 40567"/>
                  <a:gd name="connsiteY22" fmla="*/ 40069 h 45330"/>
                  <a:gd name="connsiteX23" fmla="*/ 40568 w 40567"/>
                  <a:gd name="connsiteY23" fmla="*/ 43974 h 45330"/>
                  <a:gd name="connsiteX24" fmla="*/ 38851 w 40567"/>
                  <a:gd name="connsiteY24" fmla="*/ 44472 h 45330"/>
                  <a:gd name="connsiteX25" fmla="*/ 36663 w 40567"/>
                  <a:gd name="connsiteY25" fmla="*/ 44805 h 45330"/>
                  <a:gd name="connsiteX26" fmla="*/ 34420 w 40567"/>
                  <a:gd name="connsiteY26" fmla="*/ 44555 h 45330"/>
                  <a:gd name="connsiteX27" fmla="*/ 32427 w 40567"/>
                  <a:gd name="connsiteY27" fmla="*/ 43780 h 45330"/>
                  <a:gd name="connsiteX28" fmla="*/ 31208 w 40567"/>
                  <a:gd name="connsiteY28" fmla="*/ 42285 h 45330"/>
                  <a:gd name="connsiteX29" fmla="*/ 30571 w 40567"/>
                  <a:gd name="connsiteY29" fmla="*/ 40374 h 45330"/>
                  <a:gd name="connsiteX30" fmla="*/ 30405 w 40567"/>
                  <a:gd name="connsiteY30" fmla="*/ 38186 h 45330"/>
                  <a:gd name="connsiteX31" fmla="*/ 23178 w 40567"/>
                  <a:gd name="connsiteY31" fmla="*/ 43503 h 45330"/>
                  <a:gd name="connsiteX32" fmla="*/ 14372 w 40567"/>
                  <a:gd name="connsiteY32" fmla="*/ 45331 h 45330"/>
                  <a:gd name="connsiteX33" fmla="*/ 8944 w 40567"/>
                  <a:gd name="connsiteY33" fmla="*/ 44583 h 45330"/>
                  <a:gd name="connsiteX34" fmla="*/ 4320 w 40567"/>
                  <a:gd name="connsiteY34" fmla="*/ 42257 h 45330"/>
                  <a:gd name="connsiteX35" fmla="*/ 1163 w 40567"/>
                  <a:gd name="connsiteY35" fmla="*/ 38380 h 45330"/>
                  <a:gd name="connsiteX36" fmla="*/ 0 w 40567"/>
                  <a:gd name="connsiteY36" fmla="*/ 32953 h 45330"/>
                  <a:gd name="connsiteX37" fmla="*/ 15036 w 40567"/>
                  <a:gd name="connsiteY37" fmla="*/ 19993 h 45330"/>
                  <a:gd name="connsiteX38" fmla="*/ 21932 w 40567"/>
                  <a:gd name="connsiteY38" fmla="*/ 19079 h 45330"/>
                  <a:gd name="connsiteX39" fmla="*/ 30294 w 40567"/>
                  <a:gd name="connsiteY39" fmla="*/ 21627 h 45330"/>
                  <a:gd name="connsiteX40" fmla="*/ 23898 w 40567"/>
                  <a:gd name="connsiteY40" fmla="*/ 23371 h 45330"/>
                  <a:gd name="connsiteX41" fmla="*/ 17418 w 40567"/>
                  <a:gd name="connsiteY41" fmla="*/ 24036 h 45330"/>
                  <a:gd name="connsiteX42" fmla="*/ 8474 w 40567"/>
                  <a:gd name="connsiteY42" fmla="*/ 26611 h 45330"/>
                  <a:gd name="connsiteX43" fmla="*/ 5261 w 40567"/>
                  <a:gd name="connsiteY43" fmla="*/ 33174 h 45330"/>
                  <a:gd name="connsiteX44" fmla="*/ 6064 w 40567"/>
                  <a:gd name="connsiteY44" fmla="*/ 36636 h 45330"/>
                  <a:gd name="connsiteX45" fmla="*/ 8141 w 40567"/>
                  <a:gd name="connsiteY45" fmla="*/ 39045 h 45330"/>
                  <a:gd name="connsiteX46" fmla="*/ 11132 w 40567"/>
                  <a:gd name="connsiteY46" fmla="*/ 40457 h 45330"/>
                  <a:gd name="connsiteX47" fmla="*/ 14593 w 40567"/>
                  <a:gd name="connsiteY47" fmla="*/ 40928 h 45330"/>
                  <a:gd name="connsiteX48" fmla="*/ 20409 w 40567"/>
                  <a:gd name="connsiteY48" fmla="*/ 40180 h 45330"/>
                  <a:gd name="connsiteX49" fmla="*/ 25448 w 40567"/>
                  <a:gd name="connsiteY49" fmla="*/ 37909 h 45330"/>
                  <a:gd name="connsiteX50" fmla="*/ 28965 w 40567"/>
                  <a:gd name="connsiteY50" fmla="*/ 34005 h 45330"/>
                  <a:gd name="connsiteX51" fmla="*/ 30294 w 40567"/>
                  <a:gd name="connsiteY51" fmla="*/ 28411 h 45330"/>
                  <a:gd name="connsiteX52" fmla="*/ 30294 w 40567"/>
                  <a:gd name="connsiteY52" fmla="*/ 21682 h 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0567" h="45330">
                    <a:moveTo>
                      <a:pt x="21904" y="19135"/>
                    </a:moveTo>
                    <a:cubicBezTo>
                      <a:pt x="22845" y="19024"/>
                      <a:pt x="23981" y="18858"/>
                      <a:pt x="25282" y="18636"/>
                    </a:cubicBezTo>
                    <a:cubicBezTo>
                      <a:pt x="26584" y="18415"/>
                      <a:pt x="27636" y="18110"/>
                      <a:pt x="28467" y="17722"/>
                    </a:cubicBezTo>
                    <a:cubicBezTo>
                      <a:pt x="29297" y="17335"/>
                      <a:pt x="29796" y="16670"/>
                      <a:pt x="30017" y="15756"/>
                    </a:cubicBezTo>
                    <a:cubicBezTo>
                      <a:pt x="30211" y="14843"/>
                      <a:pt x="30294" y="14012"/>
                      <a:pt x="30294" y="13209"/>
                    </a:cubicBezTo>
                    <a:cubicBezTo>
                      <a:pt x="30294" y="10661"/>
                      <a:pt x="29464" y="8584"/>
                      <a:pt x="27830" y="6923"/>
                    </a:cubicBezTo>
                    <a:cubicBezTo>
                      <a:pt x="26196" y="5289"/>
                      <a:pt x="23455" y="4486"/>
                      <a:pt x="19578" y="4486"/>
                    </a:cubicBezTo>
                    <a:cubicBezTo>
                      <a:pt x="17861" y="4486"/>
                      <a:pt x="16283" y="4652"/>
                      <a:pt x="14843" y="4957"/>
                    </a:cubicBezTo>
                    <a:cubicBezTo>
                      <a:pt x="13403" y="5261"/>
                      <a:pt x="12129" y="5787"/>
                      <a:pt x="11049" y="6535"/>
                    </a:cubicBezTo>
                    <a:cubicBezTo>
                      <a:pt x="9969" y="7283"/>
                      <a:pt x="9083" y="8280"/>
                      <a:pt x="8390" y="9526"/>
                    </a:cubicBezTo>
                    <a:cubicBezTo>
                      <a:pt x="7698" y="10772"/>
                      <a:pt x="7227" y="12350"/>
                      <a:pt x="7034" y="14206"/>
                    </a:cubicBezTo>
                    <a:lnTo>
                      <a:pt x="1966" y="14206"/>
                    </a:lnTo>
                    <a:cubicBezTo>
                      <a:pt x="2132" y="11658"/>
                      <a:pt x="2714" y="9498"/>
                      <a:pt x="3711" y="7698"/>
                    </a:cubicBezTo>
                    <a:cubicBezTo>
                      <a:pt x="4708" y="5898"/>
                      <a:pt x="6009" y="4431"/>
                      <a:pt x="7587" y="3295"/>
                    </a:cubicBezTo>
                    <a:cubicBezTo>
                      <a:pt x="9166" y="2160"/>
                      <a:pt x="10993" y="1329"/>
                      <a:pt x="13070" y="803"/>
                    </a:cubicBezTo>
                    <a:cubicBezTo>
                      <a:pt x="15147" y="277"/>
                      <a:pt x="17335" y="0"/>
                      <a:pt x="19689" y="0"/>
                    </a:cubicBezTo>
                    <a:cubicBezTo>
                      <a:pt x="21848" y="0"/>
                      <a:pt x="23870" y="249"/>
                      <a:pt x="25781" y="692"/>
                    </a:cubicBezTo>
                    <a:cubicBezTo>
                      <a:pt x="27691" y="1163"/>
                      <a:pt x="29353" y="1911"/>
                      <a:pt x="30765" y="2935"/>
                    </a:cubicBezTo>
                    <a:cubicBezTo>
                      <a:pt x="32177" y="3960"/>
                      <a:pt x="33285" y="5344"/>
                      <a:pt x="34088" y="7034"/>
                    </a:cubicBezTo>
                    <a:cubicBezTo>
                      <a:pt x="34891" y="8750"/>
                      <a:pt x="35306" y="10855"/>
                      <a:pt x="35306" y="13347"/>
                    </a:cubicBezTo>
                    <a:lnTo>
                      <a:pt x="35306" y="36774"/>
                    </a:lnTo>
                    <a:cubicBezTo>
                      <a:pt x="35306" y="38713"/>
                      <a:pt x="35639" y="39959"/>
                      <a:pt x="36359" y="40457"/>
                    </a:cubicBezTo>
                    <a:cubicBezTo>
                      <a:pt x="37051" y="40983"/>
                      <a:pt x="38436" y="40872"/>
                      <a:pt x="40568" y="40069"/>
                    </a:cubicBezTo>
                    <a:lnTo>
                      <a:pt x="40568" y="43974"/>
                    </a:lnTo>
                    <a:cubicBezTo>
                      <a:pt x="40180" y="44085"/>
                      <a:pt x="39599" y="44251"/>
                      <a:pt x="38851" y="44472"/>
                    </a:cubicBezTo>
                    <a:cubicBezTo>
                      <a:pt x="38103" y="44694"/>
                      <a:pt x="37356" y="44805"/>
                      <a:pt x="36663" y="44805"/>
                    </a:cubicBezTo>
                    <a:cubicBezTo>
                      <a:pt x="35888" y="44805"/>
                      <a:pt x="35140" y="44721"/>
                      <a:pt x="34420" y="44555"/>
                    </a:cubicBezTo>
                    <a:cubicBezTo>
                      <a:pt x="33590" y="44445"/>
                      <a:pt x="32925" y="44195"/>
                      <a:pt x="32427" y="43780"/>
                    </a:cubicBezTo>
                    <a:cubicBezTo>
                      <a:pt x="31928" y="43365"/>
                      <a:pt x="31513" y="42866"/>
                      <a:pt x="31208" y="42285"/>
                    </a:cubicBezTo>
                    <a:cubicBezTo>
                      <a:pt x="30904" y="41703"/>
                      <a:pt x="30682" y="41066"/>
                      <a:pt x="30571" y="40374"/>
                    </a:cubicBezTo>
                    <a:cubicBezTo>
                      <a:pt x="30460" y="39682"/>
                      <a:pt x="30405" y="38962"/>
                      <a:pt x="30405" y="38186"/>
                    </a:cubicBezTo>
                    <a:cubicBezTo>
                      <a:pt x="28301" y="40512"/>
                      <a:pt x="25891" y="42285"/>
                      <a:pt x="23178" y="43503"/>
                    </a:cubicBezTo>
                    <a:cubicBezTo>
                      <a:pt x="20464" y="44721"/>
                      <a:pt x="17529" y="45331"/>
                      <a:pt x="14372" y="45331"/>
                    </a:cubicBezTo>
                    <a:cubicBezTo>
                      <a:pt x="12489" y="45331"/>
                      <a:pt x="10689" y="45081"/>
                      <a:pt x="8944" y="44583"/>
                    </a:cubicBezTo>
                    <a:cubicBezTo>
                      <a:pt x="7200" y="44085"/>
                      <a:pt x="5649" y="43309"/>
                      <a:pt x="4320" y="42257"/>
                    </a:cubicBezTo>
                    <a:cubicBezTo>
                      <a:pt x="2991" y="41205"/>
                      <a:pt x="1938" y="39931"/>
                      <a:pt x="1163" y="38380"/>
                    </a:cubicBezTo>
                    <a:cubicBezTo>
                      <a:pt x="388" y="36857"/>
                      <a:pt x="0" y="35057"/>
                      <a:pt x="0" y="32953"/>
                    </a:cubicBezTo>
                    <a:cubicBezTo>
                      <a:pt x="0" y="25642"/>
                      <a:pt x="5012" y="21322"/>
                      <a:pt x="15036" y="19993"/>
                    </a:cubicBezTo>
                    <a:lnTo>
                      <a:pt x="21932" y="19079"/>
                    </a:lnTo>
                    <a:close/>
                    <a:moveTo>
                      <a:pt x="30294" y="21627"/>
                    </a:moveTo>
                    <a:cubicBezTo>
                      <a:pt x="28190" y="22513"/>
                      <a:pt x="26058" y="23095"/>
                      <a:pt x="23898" y="23371"/>
                    </a:cubicBezTo>
                    <a:cubicBezTo>
                      <a:pt x="21738" y="23648"/>
                      <a:pt x="19578" y="23870"/>
                      <a:pt x="17418" y="24036"/>
                    </a:cubicBezTo>
                    <a:cubicBezTo>
                      <a:pt x="13596" y="24313"/>
                      <a:pt x="10606" y="25171"/>
                      <a:pt x="8474" y="26611"/>
                    </a:cubicBezTo>
                    <a:cubicBezTo>
                      <a:pt x="6341" y="28051"/>
                      <a:pt x="5261" y="30239"/>
                      <a:pt x="5261" y="33174"/>
                    </a:cubicBezTo>
                    <a:cubicBezTo>
                      <a:pt x="5261" y="34503"/>
                      <a:pt x="5511" y="35666"/>
                      <a:pt x="6064" y="36636"/>
                    </a:cubicBezTo>
                    <a:cubicBezTo>
                      <a:pt x="6591" y="37605"/>
                      <a:pt x="7283" y="38408"/>
                      <a:pt x="8141" y="39045"/>
                    </a:cubicBezTo>
                    <a:cubicBezTo>
                      <a:pt x="9000" y="39682"/>
                      <a:pt x="9997" y="40152"/>
                      <a:pt x="11132" y="40457"/>
                    </a:cubicBezTo>
                    <a:cubicBezTo>
                      <a:pt x="12267" y="40762"/>
                      <a:pt x="13430" y="40928"/>
                      <a:pt x="14593" y="40928"/>
                    </a:cubicBezTo>
                    <a:cubicBezTo>
                      <a:pt x="16587" y="40928"/>
                      <a:pt x="18526" y="40679"/>
                      <a:pt x="20409" y="40180"/>
                    </a:cubicBezTo>
                    <a:cubicBezTo>
                      <a:pt x="22292" y="39682"/>
                      <a:pt x="23981" y="38934"/>
                      <a:pt x="25448" y="37909"/>
                    </a:cubicBezTo>
                    <a:cubicBezTo>
                      <a:pt x="26916" y="36885"/>
                      <a:pt x="28079" y="35583"/>
                      <a:pt x="28965" y="34005"/>
                    </a:cubicBezTo>
                    <a:cubicBezTo>
                      <a:pt x="29851" y="32427"/>
                      <a:pt x="30294" y="30544"/>
                      <a:pt x="30294" y="28411"/>
                    </a:cubicBezTo>
                    <a:lnTo>
                      <a:pt x="30294" y="2168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4" name="Freeform 3493">
                <a:extLst>
                  <a:ext uri="{FF2B5EF4-FFF2-40B4-BE49-F238E27FC236}">
                    <a16:creationId xmlns:a16="http://schemas.microsoft.com/office/drawing/2014/main" id="{D791FFF7-657D-320B-600B-A10D2CC49E81}"/>
                  </a:ext>
                </a:extLst>
              </p:cNvPr>
              <p:cNvSpPr/>
              <p:nvPr/>
            </p:nvSpPr>
            <p:spPr>
              <a:xfrm>
                <a:off x="1775119" y="2239312"/>
                <a:ext cx="38297" cy="45303"/>
              </a:xfrm>
              <a:custGeom>
                <a:avLst/>
                <a:gdLst>
                  <a:gd name="connsiteX0" fmla="*/ 32565 w 38297"/>
                  <a:gd name="connsiteY0" fmla="*/ 14649 h 45303"/>
                  <a:gd name="connsiteX1" fmla="*/ 27996 w 38297"/>
                  <a:gd name="connsiteY1" fmla="*/ 7117 h 45303"/>
                  <a:gd name="connsiteX2" fmla="*/ 19772 w 38297"/>
                  <a:gd name="connsiteY2" fmla="*/ 4431 h 45303"/>
                  <a:gd name="connsiteX3" fmla="*/ 13209 w 38297"/>
                  <a:gd name="connsiteY3" fmla="*/ 6009 h 45303"/>
                  <a:gd name="connsiteX4" fmla="*/ 8723 w 38297"/>
                  <a:gd name="connsiteY4" fmla="*/ 10218 h 45303"/>
                  <a:gd name="connsiteX5" fmla="*/ 6147 w 38297"/>
                  <a:gd name="connsiteY5" fmla="*/ 16116 h 45303"/>
                  <a:gd name="connsiteX6" fmla="*/ 5317 w 38297"/>
                  <a:gd name="connsiteY6" fmla="*/ 22707 h 45303"/>
                  <a:gd name="connsiteX7" fmla="*/ 6120 w 38297"/>
                  <a:gd name="connsiteY7" fmla="*/ 29353 h 45303"/>
                  <a:gd name="connsiteX8" fmla="*/ 8640 w 38297"/>
                  <a:gd name="connsiteY8" fmla="*/ 35168 h 45303"/>
                  <a:gd name="connsiteX9" fmla="*/ 13126 w 38297"/>
                  <a:gd name="connsiteY9" fmla="*/ 39294 h 45303"/>
                  <a:gd name="connsiteX10" fmla="*/ 19772 w 38297"/>
                  <a:gd name="connsiteY10" fmla="*/ 40817 h 45303"/>
                  <a:gd name="connsiteX11" fmla="*/ 28716 w 38297"/>
                  <a:gd name="connsiteY11" fmla="*/ 37743 h 45303"/>
                  <a:gd name="connsiteX12" fmla="*/ 32980 w 38297"/>
                  <a:gd name="connsiteY12" fmla="*/ 29270 h 45303"/>
                  <a:gd name="connsiteX13" fmla="*/ 38297 w 38297"/>
                  <a:gd name="connsiteY13" fmla="*/ 29270 h 45303"/>
                  <a:gd name="connsiteX14" fmla="*/ 36165 w 38297"/>
                  <a:gd name="connsiteY14" fmla="*/ 35777 h 45303"/>
                  <a:gd name="connsiteX15" fmla="*/ 32427 w 38297"/>
                  <a:gd name="connsiteY15" fmla="*/ 40845 h 45303"/>
                  <a:gd name="connsiteX16" fmla="*/ 26999 w 38297"/>
                  <a:gd name="connsiteY16" fmla="*/ 44140 h 45303"/>
                  <a:gd name="connsiteX17" fmla="*/ 19772 w 38297"/>
                  <a:gd name="connsiteY17" fmla="*/ 45303 h 45303"/>
                  <a:gd name="connsiteX18" fmla="*/ 10883 w 38297"/>
                  <a:gd name="connsiteY18" fmla="*/ 43559 h 45303"/>
                  <a:gd name="connsiteX19" fmla="*/ 4735 w 38297"/>
                  <a:gd name="connsiteY19" fmla="*/ 38768 h 45303"/>
                  <a:gd name="connsiteX20" fmla="*/ 1163 w 38297"/>
                  <a:gd name="connsiteY20" fmla="*/ 31596 h 45303"/>
                  <a:gd name="connsiteX21" fmla="*/ 0 w 38297"/>
                  <a:gd name="connsiteY21" fmla="*/ 22707 h 45303"/>
                  <a:gd name="connsiteX22" fmla="*/ 1274 w 38297"/>
                  <a:gd name="connsiteY22" fmla="*/ 14123 h 45303"/>
                  <a:gd name="connsiteX23" fmla="*/ 5067 w 38297"/>
                  <a:gd name="connsiteY23" fmla="*/ 6867 h 45303"/>
                  <a:gd name="connsiteX24" fmla="*/ 11243 w 38297"/>
                  <a:gd name="connsiteY24" fmla="*/ 1855 h 45303"/>
                  <a:gd name="connsiteX25" fmla="*/ 19744 w 38297"/>
                  <a:gd name="connsiteY25" fmla="*/ 0 h 45303"/>
                  <a:gd name="connsiteX26" fmla="*/ 31845 w 38297"/>
                  <a:gd name="connsiteY26" fmla="*/ 3572 h 45303"/>
                  <a:gd name="connsiteX27" fmla="*/ 37605 w 38297"/>
                  <a:gd name="connsiteY27" fmla="*/ 14704 h 45303"/>
                  <a:gd name="connsiteX28" fmla="*/ 32537 w 38297"/>
                  <a:gd name="connsiteY28" fmla="*/ 14704 h 4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297" h="45303">
                    <a:moveTo>
                      <a:pt x="32565" y="14649"/>
                    </a:moveTo>
                    <a:cubicBezTo>
                      <a:pt x="31679" y="11437"/>
                      <a:pt x="30156" y="8944"/>
                      <a:pt x="27996" y="7117"/>
                    </a:cubicBezTo>
                    <a:cubicBezTo>
                      <a:pt x="25836" y="5317"/>
                      <a:pt x="23095" y="4431"/>
                      <a:pt x="19772" y="4431"/>
                    </a:cubicBezTo>
                    <a:cubicBezTo>
                      <a:pt x="17224" y="4431"/>
                      <a:pt x="15036" y="4957"/>
                      <a:pt x="13209" y="6009"/>
                    </a:cubicBezTo>
                    <a:cubicBezTo>
                      <a:pt x="11381" y="7061"/>
                      <a:pt x="9886" y="8474"/>
                      <a:pt x="8723" y="10218"/>
                    </a:cubicBezTo>
                    <a:cubicBezTo>
                      <a:pt x="7560" y="11963"/>
                      <a:pt x="6701" y="13929"/>
                      <a:pt x="6147" y="16116"/>
                    </a:cubicBezTo>
                    <a:cubicBezTo>
                      <a:pt x="5594" y="18304"/>
                      <a:pt x="5317" y="20519"/>
                      <a:pt x="5317" y="22707"/>
                    </a:cubicBezTo>
                    <a:cubicBezTo>
                      <a:pt x="5317" y="24895"/>
                      <a:pt x="5566" y="27193"/>
                      <a:pt x="6120" y="29353"/>
                    </a:cubicBezTo>
                    <a:cubicBezTo>
                      <a:pt x="6646" y="31513"/>
                      <a:pt x="7477" y="33451"/>
                      <a:pt x="8640" y="35168"/>
                    </a:cubicBezTo>
                    <a:cubicBezTo>
                      <a:pt x="9803" y="36885"/>
                      <a:pt x="11298" y="38269"/>
                      <a:pt x="13126" y="39294"/>
                    </a:cubicBezTo>
                    <a:cubicBezTo>
                      <a:pt x="14953" y="40319"/>
                      <a:pt x="17169" y="40817"/>
                      <a:pt x="19772" y="40817"/>
                    </a:cubicBezTo>
                    <a:cubicBezTo>
                      <a:pt x="23482" y="40817"/>
                      <a:pt x="26473" y="39792"/>
                      <a:pt x="28716" y="37743"/>
                    </a:cubicBezTo>
                    <a:cubicBezTo>
                      <a:pt x="30959" y="35694"/>
                      <a:pt x="32371" y="32870"/>
                      <a:pt x="32980" y="29270"/>
                    </a:cubicBezTo>
                    <a:lnTo>
                      <a:pt x="38297" y="29270"/>
                    </a:lnTo>
                    <a:cubicBezTo>
                      <a:pt x="37854" y="31651"/>
                      <a:pt x="37134" y="33839"/>
                      <a:pt x="36165" y="35777"/>
                    </a:cubicBezTo>
                    <a:cubicBezTo>
                      <a:pt x="35196" y="37743"/>
                      <a:pt x="33950" y="39433"/>
                      <a:pt x="32427" y="40845"/>
                    </a:cubicBezTo>
                    <a:cubicBezTo>
                      <a:pt x="30904" y="42257"/>
                      <a:pt x="29076" y="43365"/>
                      <a:pt x="26999" y="44140"/>
                    </a:cubicBezTo>
                    <a:cubicBezTo>
                      <a:pt x="24895" y="44915"/>
                      <a:pt x="22485" y="45303"/>
                      <a:pt x="19772" y="45303"/>
                    </a:cubicBezTo>
                    <a:cubicBezTo>
                      <a:pt x="16338" y="45303"/>
                      <a:pt x="13375" y="44721"/>
                      <a:pt x="10883" y="43559"/>
                    </a:cubicBezTo>
                    <a:cubicBezTo>
                      <a:pt x="8390" y="42395"/>
                      <a:pt x="6341" y="40817"/>
                      <a:pt x="4735" y="38768"/>
                    </a:cubicBezTo>
                    <a:cubicBezTo>
                      <a:pt x="3129" y="36746"/>
                      <a:pt x="1938" y="34365"/>
                      <a:pt x="1163" y="31596"/>
                    </a:cubicBezTo>
                    <a:cubicBezTo>
                      <a:pt x="388" y="28827"/>
                      <a:pt x="0" y="25864"/>
                      <a:pt x="0" y="22707"/>
                    </a:cubicBezTo>
                    <a:cubicBezTo>
                      <a:pt x="0" y="19716"/>
                      <a:pt x="415" y="16864"/>
                      <a:pt x="1274" y="14123"/>
                    </a:cubicBezTo>
                    <a:cubicBezTo>
                      <a:pt x="2132" y="11381"/>
                      <a:pt x="3406" y="8972"/>
                      <a:pt x="5067" y="6867"/>
                    </a:cubicBezTo>
                    <a:cubicBezTo>
                      <a:pt x="6729" y="4763"/>
                      <a:pt x="8778" y="3101"/>
                      <a:pt x="11243" y="1855"/>
                    </a:cubicBezTo>
                    <a:cubicBezTo>
                      <a:pt x="13707" y="609"/>
                      <a:pt x="16532" y="0"/>
                      <a:pt x="19744" y="0"/>
                    </a:cubicBezTo>
                    <a:cubicBezTo>
                      <a:pt x="24728" y="0"/>
                      <a:pt x="28771" y="1191"/>
                      <a:pt x="31845" y="3572"/>
                    </a:cubicBezTo>
                    <a:cubicBezTo>
                      <a:pt x="34919" y="5954"/>
                      <a:pt x="36829" y="9664"/>
                      <a:pt x="37605" y="14704"/>
                    </a:cubicBezTo>
                    <a:lnTo>
                      <a:pt x="32537" y="1470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5" name="Freeform 3494">
                <a:extLst>
                  <a:ext uri="{FF2B5EF4-FFF2-40B4-BE49-F238E27FC236}">
                    <a16:creationId xmlns:a16="http://schemas.microsoft.com/office/drawing/2014/main" id="{59BECFFC-1CAC-650A-16F9-CB7045468450}"/>
                  </a:ext>
                </a:extLst>
              </p:cNvPr>
              <p:cNvSpPr/>
              <p:nvPr/>
            </p:nvSpPr>
            <p:spPr>
              <a:xfrm>
                <a:off x="1823052" y="2223639"/>
                <a:ext cx="34808" cy="59813"/>
              </a:xfrm>
              <a:custGeom>
                <a:avLst/>
                <a:gdLst>
                  <a:gd name="connsiteX0" fmla="*/ 0 w 34808"/>
                  <a:gd name="connsiteY0" fmla="*/ 59813 h 59813"/>
                  <a:gd name="connsiteX1" fmla="*/ 0 w 34808"/>
                  <a:gd name="connsiteY1" fmla="*/ 0 h 59813"/>
                  <a:gd name="connsiteX2" fmla="*/ 4984 w 34808"/>
                  <a:gd name="connsiteY2" fmla="*/ 0 h 59813"/>
                  <a:gd name="connsiteX3" fmla="*/ 4984 w 34808"/>
                  <a:gd name="connsiteY3" fmla="*/ 37217 h 59813"/>
                  <a:gd name="connsiteX4" fmla="*/ 26085 w 34808"/>
                  <a:gd name="connsiteY4" fmla="*/ 16781 h 59813"/>
                  <a:gd name="connsiteX5" fmla="*/ 32897 w 34808"/>
                  <a:gd name="connsiteY5" fmla="*/ 16781 h 59813"/>
                  <a:gd name="connsiteX6" fmla="*/ 16781 w 34808"/>
                  <a:gd name="connsiteY6" fmla="*/ 32316 h 59813"/>
                  <a:gd name="connsiteX7" fmla="*/ 34808 w 34808"/>
                  <a:gd name="connsiteY7" fmla="*/ 59813 h 59813"/>
                  <a:gd name="connsiteX8" fmla="*/ 29242 w 34808"/>
                  <a:gd name="connsiteY8" fmla="*/ 59813 h 59813"/>
                  <a:gd name="connsiteX9" fmla="*/ 13126 w 34808"/>
                  <a:gd name="connsiteY9" fmla="*/ 35805 h 59813"/>
                  <a:gd name="connsiteX10" fmla="*/ 4984 w 34808"/>
                  <a:gd name="connsiteY10" fmla="*/ 43531 h 59813"/>
                  <a:gd name="connsiteX11" fmla="*/ 4984 w 34808"/>
                  <a:gd name="connsiteY11" fmla="*/ 59813 h 59813"/>
                  <a:gd name="connsiteX12" fmla="*/ 0 w 34808"/>
                  <a:gd name="connsiteY12" fmla="*/ 59813 h 5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08" h="59813">
                    <a:moveTo>
                      <a:pt x="0" y="59813"/>
                    </a:moveTo>
                    <a:lnTo>
                      <a:pt x="0" y="0"/>
                    </a:lnTo>
                    <a:lnTo>
                      <a:pt x="4984" y="0"/>
                    </a:lnTo>
                    <a:lnTo>
                      <a:pt x="4984" y="37217"/>
                    </a:lnTo>
                    <a:lnTo>
                      <a:pt x="26085" y="16781"/>
                    </a:lnTo>
                    <a:lnTo>
                      <a:pt x="32897" y="16781"/>
                    </a:lnTo>
                    <a:lnTo>
                      <a:pt x="16781" y="32316"/>
                    </a:lnTo>
                    <a:lnTo>
                      <a:pt x="34808" y="59813"/>
                    </a:lnTo>
                    <a:lnTo>
                      <a:pt x="29242" y="59813"/>
                    </a:lnTo>
                    <a:lnTo>
                      <a:pt x="13126" y="35805"/>
                    </a:lnTo>
                    <a:lnTo>
                      <a:pt x="4984" y="43531"/>
                    </a:lnTo>
                    <a:lnTo>
                      <a:pt x="4984" y="59813"/>
                    </a:lnTo>
                    <a:lnTo>
                      <a:pt x="0" y="59813"/>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7" name="Freeform 3496">
                <a:extLst>
                  <a:ext uri="{FF2B5EF4-FFF2-40B4-BE49-F238E27FC236}">
                    <a16:creationId xmlns:a16="http://schemas.microsoft.com/office/drawing/2014/main" id="{77FAE13B-BAC9-F70B-6672-EA7C703F1FFB}"/>
                  </a:ext>
                </a:extLst>
              </p:cNvPr>
              <p:cNvSpPr/>
              <p:nvPr/>
            </p:nvSpPr>
            <p:spPr>
              <a:xfrm>
                <a:off x="1886576" y="2222060"/>
                <a:ext cx="18387" cy="77258"/>
              </a:xfrm>
              <a:custGeom>
                <a:avLst/>
                <a:gdLst>
                  <a:gd name="connsiteX0" fmla="*/ 18387 w 18387"/>
                  <a:gd name="connsiteY0" fmla="*/ 0 h 77258"/>
                  <a:gd name="connsiteX1" fmla="*/ 9027 w 18387"/>
                  <a:gd name="connsiteY1" fmla="*/ 18470 h 77258"/>
                  <a:gd name="connsiteX2" fmla="*/ 5677 w 18387"/>
                  <a:gd name="connsiteY2" fmla="*/ 38879 h 77258"/>
                  <a:gd name="connsiteX3" fmla="*/ 9166 w 18387"/>
                  <a:gd name="connsiteY3" fmla="*/ 58983 h 77258"/>
                  <a:gd name="connsiteX4" fmla="*/ 18387 w 18387"/>
                  <a:gd name="connsiteY4" fmla="*/ 77259 h 77258"/>
                  <a:gd name="connsiteX5" fmla="*/ 14150 w 18387"/>
                  <a:gd name="connsiteY5" fmla="*/ 77259 h 77258"/>
                  <a:gd name="connsiteX6" fmla="*/ 8086 w 18387"/>
                  <a:gd name="connsiteY6" fmla="*/ 68093 h 77258"/>
                  <a:gd name="connsiteX7" fmla="*/ 3628 w 18387"/>
                  <a:gd name="connsiteY7" fmla="*/ 59038 h 77258"/>
                  <a:gd name="connsiteX8" fmla="*/ 914 w 18387"/>
                  <a:gd name="connsiteY8" fmla="*/ 49401 h 77258"/>
                  <a:gd name="connsiteX9" fmla="*/ 0 w 18387"/>
                  <a:gd name="connsiteY9" fmla="*/ 38491 h 77258"/>
                  <a:gd name="connsiteX10" fmla="*/ 941 w 18387"/>
                  <a:gd name="connsiteY10" fmla="*/ 27719 h 77258"/>
                  <a:gd name="connsiteX11" fmla="*/ 3683 w 18387"/>
                  <a:gd name="connsiteY11" fmla="*/ 18027 h 77258"/>
                  <a:gd name="connsiteX12" fmla="*/ 8114 w 18387"/>
                  <a:gd name="connsiteY12" fmla="*/ 8944 h 77258"/>
                  <a:gd name="connsiteX13" fmla="*/ 14123 w 18387"/>
                  <a:gd name="connsiteY13" fmla="*/ 0 h 77258"/>
                  <a:gd name="connsiteX14" fmla="*/ 18359 w 18387"/>
                  <a:gd name="connsiteY14" fmla="*/ 0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387" h="77258">
                    <a:moveTo>
                      <a:pt x="18387" y="0"/>
                    </a:moveTo>
                    <a:cubicBezTo>
                      <a:pt x="14399" y="5760"/>
                      <a:pt x="11298" y="11907"/>
                      <a:pt x="9027" y="18470"/>
                    </a:cubicBezTo>
                    <a:cubicBezTo>
                      <a:pt x="6784" y="25033"/>
                      <a:pt x="5677" y="31845"/>
                      <a:pt x="5677" y="38879"/>
                    </a:cubicBezTo>
                    <a:cubicBezTo>
                      <a:pt x="5677" y="45912"/>
                      <a:pt x="6840" y="52503"/>
                      <a:pt x="9166" y="58983"/>
                    </a:cubicBezTo>
                    <a:cubicBezTo>
                      <a:pt x="11492" y="65462"/>
                      <a:pt x="14566" y="71554"/>
                      <a:pt x="18387" y="77259"/>
                    </a:cubicBezTo>
                    <a:lnTo>
                      <a:pt x="14150" y="77259"/>
                    </a:lnTo>
                    <a:cubicBezTo>
                      <a:pt x="11880" y="74102"/>
                      <a:pt x="9858" y="71028"/>
                      <a:pt x="8086" y="68093"/>
                    </a:cubicBezTo>
                    <a:cubicBezTo>
                      <a:pt x="6314" y="65130"/>
                      <a:pt x="4818" y="62112"/>
                      <a:pt x="3628" y="59038"/>
                    </a:cubicBezTo>
                    <a:cubicBezTo>
                      <a:pt x="2437" y="55964"/>
                      <a:pt x="1523" y="52752"/>
                      <a:pt x="914" y="49401"/>
                    </a:cubicBezTo>
                    <a:cubicBezTo>
                      <a:pt x="305" y="46051"/>
                      <a:pt x="0" y="42423"/>
                      <a:pt x="0" y="38491"/>
                    </a:cubicBezTo>
                    <a:cubicBezTo>
                      <a:pt x="0" y="34559"/>
                      <a:pt x="305" y="31097"/>
                      <a:pt x="941" y="27719"/>
                    </a:cubicBezTo>
                    <a:cubicBezTo>
                      <a:pt x="1578" y="24368"/>
                      <a:pt x="2492" y="21156"/>
                      <a:pt x="3683" y="18027"/>
                    </a:cubicBezTo>
                    <a:cubicBezTo>
                      <a:pt x="4874" y="14926"/>
                      <a:pt x="6341" y="11907"/>
                      <a:pt x="8114" y="8944"/>
                    </a:cubicBezTo>
                    <a:cubicBezTo>
                      <a:pt x="9858" y="5981"/>
                      <a:pt x="11852" y="2991"/>
                      <a:pt x="14123" y="0"/>
                    </a:cubicBezTo>
                    <a:lnTo>
                      <a:pt x="18359" y="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8" name="Freeform 3497">
                <a:extLst>
                  <a:ext uri="{FF2B5EF4-FFF2-40B4-BE49-F238E27FC236}">
                    <a16:creationId xmlns:a16="http://schemas.microsoft.com/office/drawing/2014/main" id="{82DCF356-CA30-D8CB-FC7C-515211BB6436}"/>
                  </a:ext>
                </a:extLst>
              </p:cNvPr>
              <p:cNvSpPr/>
              <p:nvPr/>
            </p:nvSpPr>
            <p:spPr>
              <a:xfrm>
                <a:off x="1913437" y="2239257"/>
                <a:ext cx="38741" cy="45358"/>
              </a:xfrm>
              <a:custGeom>
                <a:avLst/>
                <a:gdLst>
                  <a:gd name="connsiteX0" fmla="*/ 5317 w 38741"/>
                  <a:gd name="connsiteY0" fmla="*/ 23842 h 45358"/>
                  <a:gd name="connsiteX1" fmla="*/ 6231 w 38741"/>
                  <a:gd name="connsiteY1" fmla="*/ 30460 h 45358"/>
                  <a:gd name="connsiteX2" fmla="*/ 8944 w 38741"/>
                  <a:gd name="connsiteY2" fmla="*/ 35860 h 45358"/>
                  <a:gd name="connsiteX3" fmla="*/ 13458 w 38741"/>
                  <a:gd name="connsiteY3" fmla="*/ 39516 h 45358"/>
                  <a:gd name="connsiteX4" fmla="*/ 19772 w 38741"/>
                  <a:gd name="connsiteY4" fmla="*/ 40872 h 45358"/>
                  <a:gd name="connsiteX5" fmla="*/ 28162 w 38741"/>
                  <a:gd name="connsiteY5" fmla="*/ 38297 h 45358"/>
                  <a:gd name="connsiteX6" fmla="*/ 32814 w 38741"/>
                  <a:gd name="connsiteY6" fmla="*/ 30987 h 45358"/>
                  <a:gd name="connsiteX7" fmla="*/ 38380 w 38741"/>
                  <a:gd name="connsiteY7" fmla="*/ 30987 h 45358"/>
                  <a:gd name="connsiteX8" fmla="*/ 35971 w 38741"/>
                  <a:gd name="connsiteY8" fmla="*/ 36691 h 45358"/>
                  <a:gd name="connsiteX9" fmla="*/ 32233 w 38741"/>
                  <a:gd name="connsiteY9" fmla="*/ 41260 h 45358"/>
                  <a:gd name="connsiteX10" fmla="*/ 26916 w 38741"/>
                  <a:gd name="connsiteY10" fmla="*/ 44278 h 45358"/>
                  <a:gd name="connsiteX11" fmla="*/ 19772 w 38741"/>
                  <a:gd name="connsiteY11" fmla="*/ 45358 h 45358"/>
                  <a:gd name="connsiteX12" fmla="*/ 10883 w 38741"/>
                  <a:gd name="connsiteY12" fmla="*/ 43614 h 45358"/>
                  <a:gd name="connsiteX13" fmla="*/ 4735 w 38741"/>
                  <a:gd name="connsiteY13" fmla="*/ 38823 h 45358"/>
                  <a:gd name="connsiteX14" fmla="*/ 1163 w 38741"/>
                  <a:gd name="connsiteY14" fmla="*/ 31679 h 45358"/>
                  <a:gd name="connsiteX15" fmla="*/ 0 w 38741"/>
                  <a:gd name="connsiteY15" fmla="*/ 22845 h 45358"/>
                  <a:gd name="connsiteX16" fmla="*/ 1385 w 38741"/>
                  <a:gd name="connsiteY16" fmla="*/ 13956 h 45358"/>
                  <a:gd name="connsiteX17" fmla="*/ 5289 w 38741"/>
                  <a:gd name="connsiteY17" fmla="*/ 6701 h 45358"/>
                  <a:gd name="connsiteX18" fmla="*/ 11492 w 38741"/>
                  <a:gd name="connsiteY18" fmla="*/ 1800 h 45358"/>
                  <a:gd name="connsiteX19" fmla="*/ 19799 w 38741"/>
                  <a:gd name="connsiteY19" fmla="*/ 0 h 45358"/>
                  <a:gd name="connsiteX20" fmla="*/ 33756 w 38741"/>
                  <a:gd name="connsiteY20" fmla="*/ 6120 h 45358"/>
                  <a:gd name="connsiteX21" fmla="*/ 38740 w 38741"/>
                  <a:gd name="connsiteY21" fmla="*/ 23842 h 45358"/>
                  <a:gd name="connsiteX22" fmla="*/ 5344 w 38741"/>
                  <a:gd name="connsiteY22" fmla="*/ 23842 h 45358"/>
                  <a:gd name="connsiteX23" fmla="*/ 33396 w 38741"/>
                  <a:gd name="connsiteY23" fmla="*/ 19689 h 45358"/>
                  <a:gd name="connsiteX24" fmla="*/ 32537 w 38741"/>
                  <a:gd name="connsiteY24" fmla="*/ 13735 h 45358"/>
                  <a:gd name="connsiteX25" fmla="*/ 29962 w 38741"/>
                  <a:gd name="connsiteY25" fmla="*/ 8917 h 45358"/>
                  <a:gd name="connsiteX26" fmla="*/ 25698 w 38741"/>
                  <a:gd name="connsiteY26" fmla="*/ 5677 h 45358"/>
                  <a:gd name="connsiteX27" fmla="*/ 19799 w 38741"/>
                  <a:gd name="connsiteY27" fmla="*/ 4458 h 45358"/>
                  <a:gd name="connsiteX28" fmla="*/ 13929 w 38741"/>
                  <a:gd name="connsiteY28" fmla="*/ 5704 h 45358"/>
                  <a:gd name="connsiteX29" fmla="*/ 9609 w 38741"/>
                  <a:gd name="connsiteY29" fmla="*/ 9027 h 45358"/>
                  <a:gd name="connsiteX30" fmla="*/ 6729 w 38741"/>
                  <a:gd name="connsiteY30" fmla="*/ 13846 h 45358"/>
                  <a:gd name="connsiteX31" fmla="*/ 5317 w 38741"/>
                  <a:gd name="connsiteY31" fmla="*/ 19661 h 45358"/>
                  <a:gd name="connsiteX32" fmla="*/ 33396 w 38741"/>
                  <a:gd name="connsiteY32" fmla="*/ 19661 h 45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8741" h="45358">
                    <a:moveTo>
                      <a:pt x="5317" y="23842"/>
                    </a:moveTo>
                    <a:cubicBezTo>
                      <a:pt x="5317" y="26168"/>
                      <a:pt x="5621" y="28384"/>
                      <a:pt x="6231" y="30460"/>
                    </a:cubicBezTo>
                    <a:cubicBezTo>
                      <a:pt x="6840" y="32537"/>
                      <a:pt x="7726" y="34337"/>
                      <a:pt x="8944" y="35860"/>
                    </a:cubicBezTo>
                    <a:cubicBezTo>
                      <a:pt x="10135" y="37383"/>
                      <a:pt x="11630" y="38602"/>
                      <a:pt x="13458" y="39516"/>
                    </a:cubicBezTo>
                    <a:cubicBezTo>
                      <a:pt x="15286" y="40429"/>
                      <a:pt x="17390" y="40872"/>
                      <a:pt x="19772" y="40872"/>
                    </a:cubicBezTo>
                    <a:cubicBezTo>
                      <a:pt x="23039" y="40872"/>
                      <a:pt x="25836" y="40014"/>
                      <a:pt x="28162" y="38297"/>
                    </a:cubicBezTo>
                    <a:cubicBezTo>
                      <a:pt x="30488" y="36580"/>
                      <a:pt x="32039" y="34143"/>
                      <a:pt x="32814" y="30987"/>
                    </a:cubicBezTo>
                    <a:lnTo>
                      <a:pt x="38380" y="30987"/>
                    </a:lnTo>
                    <a:cubicBezTo>
                      <a:pt x="37771" y="33036"/>
                      <a:pt x="36968" y="34919"/>
                      <a:pt x="35971" y="36691"/>
                    </a:cubicBezTo>
                    <a:cubicBezTo>
                      <a:pt x="34974" y="38436"/>
                      <a:pt x="33728" y="39959"/>
                      <a:pt x="32233" y="41260"/>
                    </a:cubicBezTo>
                    <a:cubicBezTo>
                      <a:pt x="30737" y="42562"/>
                      <a:pt x="28965" y="43586"/>
                      <a:pt x="26916" y="44278"/>
                    </a:cubicBezTo>
                    <a:cubicBezTo>
                      <a:pt x="24867" y="44998"/>
                      <a:pt x="22485" y="45358"/>
                      <a:pt x="19772" y="45358"/>
                    </a:cubicBezTo>
                    <a:cubicBezTo>
                      <a:pt x="16338" y="45358"/>
                      <a:pt x="13375" y="44777"/>
                      <a:pt x="10883" y="43614"/>
                    </a:cubicBezTo>
                    <a:cubicBezTo>
                      <a:pt x="8390" y="42451"/>
                      <a:pt x="6341" y="40872"/>
                      <a:pt x="4735" y="38823"/>
                    </a:cubicBezTo>
                    <a:cubicBezTo>
                      <a:pt x="3129" y="36802"/>
                      <a:pt x="1938" y="34420"/>
                      <a:pt x="1163" y="31679"/>
                    </a:cubicBezTo>
                    <a:cubicBezTo>
                      <a:pt x="388" y="28937"/>
                      <a:pt x="0" y="26002"/>
                      <a:pt x="0" y="22845"/>
                    </a:cubicBezTo>
                    <a:cubicBezTo>
                      <a:pt x="0" y="19689"/>
                      <a:pt x="471" y="16726"/>
                      <a:pt x="1385" y="13956"/>
                    </a:cubicBezTo>
                    <a:cubicBezTo>
                      <a:pt x="2298" y="11187"/>
                      <a:pt x="3600" y="8750"/>
                      <a:pt x="5289" y="6701"/>
                    </a:cubicBezTo>
                    <a:cubicBezTo>
                      <a:pt x="6978" y="4624"/>
                      <a:pt x="9027" y="2991"/>
                      <a:pt x="11492" y="1800"/>
                    </a:cubicBezTo>
                    <a:cubicBezTo>
                      <a:pt x="13929" y="609"/>
                      <a:pt x="16698" y="0"/>
                      <a:pt x="19799" y="0"/>
                    </a:cubicBezTo>
                    <a:cubicBezTo>
                      <a:pt x="25725" y="0"/>
                      <a:pt x="30377" y="2021"/>
                      <a:pt x="33756" y="6120"/>
                    </a:cubicBezTo>
                    <a:cubicBezTo>
                      <a:pt x="37134" y="10190"/>
                      <a:pt x="38796" y="16089"/>
                      <a:pt x="38740" y="23842"/>
                    </a:cubicBezTo>
                    <a:lnTo>
                      <a:pt x="5344" y="23842"/>
                    </a:lnTo>
                    <a:close/>
                    <a:moveTo>
                      <a:pt x="33396" y="19689"/>
                    </a:moveTo>
                    <a:cubicBezTo>
                      <a:pt x="33396" y="17584"/>
                      <a:pt x="33119" y="15618"/>
                      <a:pt x="32537" y="13735"/>
                    </a:cubicBezTo>
                    <a:cubicBezTo>
                      <a:pt x="31956" y="11880"/>
                      <a:pt x="31097" y="10273"/>
                      <a:pt x="29962" y="8917"/>
                    </a:cubicBezTo>
                    <a:cubicBezTo>
                      <a:pt x="28827" y="7560"/>
                      <a:pt x="27387" y="6480"/>
                      <a:pt x="25698" y="5677"/>
                    </a:cubicBezTo>
                    <a:cubicBezTo>
                      <a:pt x="23981" y="4874"/>
                      <a:pt x="22015" y="4458"/>
                      <a:pt x="19799" y="4458"/>
                    </a:cubicBezTo>
                    <a:cubicBezTo>
                      <a:pt x="17584" y="4458"/>
                      <a:pt x="15618" y="4874"/>
                      <a:pt x="13929" y="5704"/>
                    </a:cubicBezTo>
                    <a:cubicBezTo>
                      <a:pt x="12240" y="6535"/>
                      <a:pt x="10800" y="7643"/>
                      <a:pt x="9609" y="9027"/>
                    </a:cubicBezTo>
                    <a:cubicBezTo>
                      <a:pt x="8418" y="10412"/>
                      <a:pt x="7449" y="12018"/>
                      <a:pt x="6729" y="13846"/>
                    </a:cubicBezTo>
                    <a:cubicBezTo>
                      <a:pt x="6009" y="15673"/>
                      <a:pt x="5538" y="17612"/>
                      <a:pt x="5317" y="19661"/>
                    </a:cubicBezTo>
                    <a:lnTo>
                      <a:pt x="33396" y="1966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99" name="Freeform 3498">
                <a:extLst>
                  <a:ext uri="{FF2B5EF4-FFF2-40B4-BE49-F238E27FC236}">
                    <a16:creationId xmlns:a16="http://schemas.microsoft.com/office/drawing/2014/main" id="{8438888B-752C-04E7-912C-6B1E54460F49}"/>
                  </a:ext>
                </a:extLst>
              </p:cNvPr>
              <p:cNvSpPr/>
              <p:nvPr/>
            </p:nvSpPr>
            <p:spPr>
              <a:xfrm>
                <a:off x="1961869" y="2239257"/>
                <a:ext cx="34143" cy="44223"/>
              </a:xfrm>
              <a:custGeom>
                <a:avLst/>
                <a:gdLst>
                  <a:gd name="connsiteX0" fmla="*/ 4984 w 34143"/>
                  <a:gd name="connsiteY0" fmla="*/ 44195 h 44223"/>
                  <a:gd name="connsiteX1" fmla="*/ 0 w 34143"/>
                  <a:gd name="connsiteY1" fmla="*/ 44195 h 44223"/>
                  <a:gd name="connsiteX2" fmla="*/ 0 w 34143"/>
                  <a:gd name="connsiteY2" fmla="*/ 1163 h 44223"/>
                  <a:gd name="connsiteX3" fmla="*/ 4984 w 34143"/>
                  <a:gd name="connsiteY3" fmla="*/ 1163 h 44223"/>
                  <a:gd name="connsiteX4" fmla="*/ 4984 w 34143"/>
                  <a:gd name="connsiteY4" fmla="*/ 7144 h 44223"/>
                  <a:gd name="connsiteX5" fmla="*/ 11160 w 34143"/>
                  <a:gd name="connsiteY5" fmla="*/ 1994 h 44223"/>
                  <a:gd name="connsiteX6" fmla="*/ 18858 w 34143"/>
                  <a:gd name="connsiteY6" fmla="*/ 0 h 44223"/>
                  <a:gd name="connsiteX7" fmla="*/ 26251 w 34143"/>
                  <a:gd name="connsiteY7" fmla="*/ 1385 h 44223"/>
                  <a:gd name="connsiteX8" fmla="*/ 31983 w 34143"/>
                  <a:gd name="connsiteY8" fmla="*/ 6147 h 44223"/>
                  <a:gd name="connsiteX9" fmla="*/ 33839 w 34143"/>
                  <a:gd name="connsiteY9" fmla="*/ 10938 h 44223"/>
                  <a:gd name="connsiteX10" fmla="*/ 34143 w 34143"/>
                  <a:gd name="connsiteY10" fmla="*/ 16061 h 44223"/>
                  <a:gd name="connsiteX11" fmla="*/ 34143 w 34143"/>
                  <a:gd name="connsiteY11" fmla="*/ 44223 h 44223"/>
                  <a:gd name="connsiteX12" fmla="*/ 29159 w 34143"/>
                  <a:gd name="connsiteY12" fmla="*/ 44223 h 44223"/>
                  <a:gd name="connsiteX13" fmla="*/ 29159 w 34143"/>
                  <a:gd name="connsiteY13" fmla="*/ 16144 h 44223"/>
                  <a:gd name="connsiteX14" fmla="*/ 26584 w 34143"/>
                  <a:gd name="connsiteY14" fmla="*/ 7421 h 44223"/>
                  <a:gd name="connsiteX15" fmla="*/ 18027 w 34143"/>
                  <a:gd name="connsiteY15" fmla="*/ 4514 h 44223"/>
                  <a:gd name="connsiteX16" fmla="*/ 13790 w 34143"/>
                  <a:gd name="connsiteY16" fmla="*/ 5206 h 44223"/>
                  <a:gd name="connsiteX17" fmla="*/ 10329 w 34143"/>
                  <a:gd name="connsiteY17" fmla="*/ 7061 h 44223"/>
                  <a:gd name="connsiteX18" fmla="*/ 7726 w 34143"/>
                  <a:gd name="connsiteY18" fmla="*/ 9720 h 44223"/>
                  <a:gd name="connsiteX19" fmla="*/ 6064 w 34143"/>
                  <a:gd name="connsiteY19" fmla="*/ 12876 h 44223"/>
                  <a:gd name="connsiteX20" fmla="*/ 5151 w 34143"/>
                  <a:gd name="connsiteY20" fmla="*/ 16864 h 44223"/>
                  <a:gd name="connsiteX21" fmla="*/ 4984 w 34143"/>
                  <a:gd name="connsiteY21" fmla="*/ 21018 h 44223"/>
                  <a:gd name="connsiteX22" fmla="*/ 4984 w 34143"/>
                  <a:gd name="connsiteY22" fmla="*/ 44195 h 4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143" h="44223">
                    <a:moveTo>
                      <a:pt x="4984" y="44195"/>
                    </a:moveTo>
                    <a:lnTo>
                      <a:pt x="0" y="44195"/>
                    </a:lnTo>
                    <a:lnTo>
                      <a:pt x="0" y="1163"/>
                    </a:lnTo>
                    <a:lnTo>
                      <a:pt x="4984" y="1163"/>
                    </a:lnTo>
                    <a:lnTo>
                      <a:pt x="4984" y="7144"/>
                    </a:lnTo>
                    <a:cubicBezTo>
                      <a:pt x="6978" y="5040"/>
                      <a:pt x="9027" y="3323"/>
                      <a:pt x="11160" y="1994"/>
                    </a:cubicBezTo>
                    <a:cubicBezTo>
                      <a:pt x="13292" y="665"/>
                      <a:pt x="15867" y="0"/>
                      <a:pt x="18858" y="0"/>
                    </a:cubicBezTo>
                    <a:cubicBezTo>
                      <a:pt x="21516" y="0"/>
                      <a:pt x="23981" y="471"/>
                      <a:pt x="26251" y="1385"/>
                    </a:cubicBezTo>
                    <a:cubicBezTo>
                      <a:pt x="28522" y="2298"/>
                      <a:pt x="30433" y="3877"/>
                      <a:pt x="31983" y="6147"/>
                    </a:cubicBezTo>
                    <a:cubicBezTo>
                      <a:pt x="33036" y="7698"/>
                      <a:pt x="33645" y="9304"/>
                      <a:pt x="33839" y="10938"/>
                    </a:cubicBezTo>
                    <a:cubicBezTo>
                      <a:pt x="34033" y="12572"/>
                      <a:pt x="34143" y="14289"/>
                      <a:pt x="34143" y="16061"/>
                    </a:cubicBezTo>
                    <a:lnTo>
                      <a:pt x="34143" y="44223"/>
                    </a:lnTo>
                    <a:lnTo>
                      <a:pt x="29159" y="44223"/>
                    </a:lnTo>
                    <a:lnTo>
                      <a:pt x="29159" y="16144"/>
                    </a:lnTo>
                    <a:cubicBezTo>
                      <a:pt x="29159" y="12267"/>
                      <a:pt x="28301" y="9360"/>
                      <a:pt x="26584" y="7421"/>
                    </a:cubicBezTo>
                    <a:cubicBezTo>
                      <a:pt x="24867" y="5483"/>
                      <a:pt x="22015" y="4514"/>
                      <a:pt x="18027" y="4514"/>
                    </a:cubicBezTo>
                    <a:cubicBezTo>
                      <a:pt x="16476" y="4514"/>
                      <a:pt x="15064" y="4735"/>
                      <a:pt x="13790" y="5206"/>
                    </a:cubicBezTo>
                    <a:cubicBezTo>
                      <a:pt x="12516" y="5677"/>
                      <a:pt x="11353" y="6314"/>
                      <a:pt x="10329" y="7061"/>
                    </a:cubicBezTo>
                    <a:cubicBezTo>
                      <a:pt x="9304" y="7837"/>
                      <a:pt x="8418" y="8723"/>
                      <a:pt x="7726" y="9720"/>
                    </a:cubicBezTo>
                    <a:cubicBezTo>
                      <a:pt x="7006" y="10717"/>
                      <a:pt x="6452" y="11769"/>
                      <a:pt x="6064" y="12876"/>
                    </a:cubicBezTo>
                    <a:cubicBezTo>
                      <a:pt x="5566" y="14261"/>
                      <a:pt x="5261" y="15590"/>
                      <a:pt x="5151" y="16864"/>
                    </a:cubicBezTo>
                    <a:cubicBezTo>
                      <a:pt x="5040" y="18138"/>
                      <a:pt x="4984" y="19522"/>
                      <a:pt x="4984" y="21018"/>
                    </a:cubicBezTo>
                    <a:lnTo>
                      <a:pt x="4984" y="44195"/>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0" name="Freeform 3499">
                <a:extLst>
                  <a:ext uri="{FF2B5EF4-FFF2-40B4-BE49-F238E27FC236}">
                    <a16:creationId xmlns:a16="http://schemas.microsoft.com/office/drawing/2014/main" id="{165A667C-0F8D-827B-3411-D646F9C85189}"/>
                  </a:ext>
                </a:extLst>
              </p:cNvPr>
              <p:cNvSpPr/>
              <p:nvPr/>
            </p:nvSpPr>
            <p:spPr>
              <a:xfrm>
                <a:off x="2005981" y="2239312"/>
                <a:ext cx="38297" cy="45303"/>
              </a:xfrm>
              <a:custGeom>
                <a:avLst/>
                <a:gdLst>
                  <a:gd name="connsiteX0" fmla="*/ 32565 w 38297"/>
                  <a:gd name="connsiteY0" fmla="*/ 14649 h 45303"/>
                  <a:gd name="connsiteX1" fmla="*/ 27996 w 38297"/>
                  <a:gd name="connsiteY1" fmla="*/ 7117 h 45303"/>
                  <a:gd name="connsiteX2" fmla="*/ 19772 w 38297"/>
                  <a:gd name="connsiteY2" fmla="*/ 4431 h 45303"/>
                  <a:gd name="connsiteX3" fmla="*/ 13209 w 38297"/>
                  <a:gd name="connsiteY3" fmla="*/ 6009 h 45303"/>
                  <a:gd name="connsiteX4" fmla="*/ 8723 w 38297"/>
                  <a:gd name="connsiteY4" fmla="*/ 10218 h 45303"/>
                  <a:gd name="connsiteX5" fmla="*/ 6147 w 38297"/>
                  <a:gd name="connsiteY5" fmla="*/ 16116 h 45303"/>
                  <a:gd name="connsiteX6" fmla="*/ 5317 w 38297"/>
                  <a:gd name="connsiteY6" fmla="*/ 22707 h 45303"/>
                  <a:gd name="connsiteX7" fmla="*/ 6120 w 38297"/>
                  <a:gd name="connsiteY7" fmla="*/ 29353 h 45303"/>
                  <a:gd name="connsiteX8" fmla="*/ 8640 w 38297"/>
                  <a:gd name="connsiteY8" fmla="*/ 35168 h 45303"/>
                  <a:gd name="connsiteX9" fmla="*/ 13126 w 38297"/>
                  <a:gd name="connsiteY9" fmla="*/ 39294 h 45303"/>
                  <a:gd name="connsiteX10" fmla="*/ 19772 w 38297"/>
                  <a:gd name="connsiteY10" fmla="*/ 40817 h 45303"/>
                  <a:gd name="connsiteX11" fmla="*/ 28716 w 38297"/>
                  <a:gd name="connsiteY11" fmla="*/ 37743 h 45303"/>
                  <a:gd name="connsiteX12" fmla="*/ 32980 w 38297"/>
                  <a:gd name="connsiteY12" fmla="*/ 29270 h 45303"/>
                  <a:gd name="connsiteX13" fmla="*/ 38297 w 38297"/>
                  <a:gd name="connsiteY13" fmla="*/ 29270 h 45303"/>
                  <a:gd name="connsiteX14" fmla="*/ 36165 w 38297"/>
                  <a:gd name="connsiteY14" fmla="*/ 35777 h 45303"/>
                  <a:gd name="connsiteX15" fmla="*/ 32427 w 38297"/>
                  <a:gd name="connsiteY15" fmla="*/ 40845 h 45303"/>
                  <a:gd name="connsiteX16" fmla="*/ 26999 w 38297"/>
                  <a:gd name="connsiteY16" fmla="*/ 44140 h 45303"/>
                  <a:gd name="connsiteX17" fmla="*/ 19772 w 38297"/>
                  <a:gd name="connsiteY17" fmla="*/ 45303 h 45303"/>
                  <a:gd name="connsiteX18" fmla="*/ 10883 w 38297"/>
                  <a:gd name="connsiteY18" fmla="*/ 43559 h 45303"/>
                  <a:gd name="connsiteX19" fmla="*/ 4735 w 38297"/>
                  <a:gd name="connsiteY19" fmla="*/ 38768 h 45303"/>
                  <a:gd name="connsiteX20" fmla="*/ 1163 w 38297"/>
                  <a:gd name="connsiteY20" fmla="*/ 31596 h 45303"/>
                  <a:gd name="connsiteX21" fmla="*/ 0 w 38297"/>
                  <a:gd name="connsiteY21" fmla="*/ 22707 h 45303"/>
                  <a:gd name="connsiteX22" fmla="*/ 1274 w 38297"/>
                  <a:gd name="connsiteY22" fmla="*/ 14123 h 45303"/>
                  <a:gd name="connsiteX23" fmla="*/ 5068 w 38297"/>
                  <a:gd name="connsiteY23" fmla="*/ 6867 h 45303"/>
                  <a:gd name="connsiteX24" fmla="*/ 11243 w 38297"/>
                  <a:gd name="connsiteY24" fmla="*/ 1855 h 45303"/>
                  <a:gd name="connsiteX25" fmla="*/ 19744 w 38297"/>
                  <a:gd name="connsiteY25" fmla="*/ 0 h 45303"/>
                  <a:gd name="connsiteX26" fmla="*/ 31845 w 38297"/>
                  <a:gd name="connsiteY26" fmla="*/ 3572 h 45303"/>
                  <a:gd name="connsiteX27" fmla="*/ 37605 w 38297"/>
                  <a:gd name="connsiteY27" fmla="*/ 14704 h 45303"/>
                  <a:gd name="connsiteX28" fmla="*/ 32537 w 38297"/>
                  <a:gd name="connsiteY28" fmla="*/ 14704 h 4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297" h="45303">
                    <a:moveTo>
                      <a:pt x="32565" y="14649"/>
                    </a:moveTo>
                    <a:cubicBezTo>
                      <a:pt x="31679" y="11437"/>
                      <a:pt x="30156" y="8944"/>
                      <a:pt x="27996" y="7117"/>
                    </a:cubicBezTo>
                    <a:cubicBezTo>
                      <a:pt x="25836" y="5317"/>
                      <a:pt x="23095" y="4431"/>
                      <a:pt x="19772" y="4431"/>
                    </a:cubicBezTo>
                    <a:cubicBezTo>
                      <a:pt x="17224" y="4431"/>
                      <a:pt x="15036" y="4957"/>
                      <a:pt x="13209" y="6009"/>
                    </a:cubicBezTo>
                    <a:cubicBezTo>
                      <a:pt x="11381" y="7061"/>
                      <a:pt x="9886" y="8474"/>
                      <a:pt x="8723" y="10218"/>
                    </a:cubicBezTo>
                    <a:cubicBezTo>
                      <a:pt x="7560" y="11963"/>
                      <a:pt x="6701" y="13929"/>
                      <a:pt x="6147" y="16116"/>
                    </a:cubicBezTo>
                    <a:cubicBezTo>
                      <a:pt x="5594" y="18304"/>
                      <a:pt x="5317" y="20519"/>
                      <a:pt x="5317" y="22707"/>
                    </a:cubicBezTo>
                    <a:cubicBezTo>
                      <a:pt x="5317" y="24895"/>
                      <a:pt x="5566" y="27193"/>
                      <a:pt x="6120" y="29353"/>
                    </a:cubicBezTo>
                    <a:cubicBezTo>
                      <a:pt x="6646" y="31513"/>
                      <a:pt x="7477" y="33451"/>
                      <a:pt x="8640" y="35168"/>
                    </a:cubicBezTo>
                    <a:cubicBezTo>
                      <a:pt x="9803" y="36885"/>
                      <a:pt x="11298" y="38269"/>
                      <a:pt x="13126" y="39294"/>
                    </a:cubicBezTo>
                    <a:cubicBezTo>
                      <a:pt x="14953" y="40319"/>
                      <a:pt x="17169" y="40817"/>
                      <a:pt x="19772" y="40817"/>
                    </a:cubicBezTo>
                    <a:cubicBezTo>
                      <a:pt x="23482" y="40817"/>
                      <a:pt x="26473" y="39792"/>
                      <a:pt x="28716" y="37743"/>
                    </a:cubicBezTo>
                    <a:cubicBezTo>
                      <a:pt x="30959" y="35694"/>
                      <a:pt x="32371" y="32870"/>
                      <a:pt x="32980" y="29270"/>
                    </a:cubicBezTo>
                    <a:lnTo>
                      <a:pt x="38297" y="29270"/>
                    </a:lnTo>
                    <a:cubicBezTo>
                      <a:pt x="37854" y="31651"/>
                      <a:pt x="37134" y="33839"/>
                      <a:pt x="36165" y="35777"/>
                    </a:cubicBezTo>
                    <a:cubicBezTo>
                      <a:pt x="35196" y="37743"/>
                      <a:pt x="33950" y="39433"/>
                      <a:pt x="32427" y="40845"/>
                    </a:cubicBezTo>
                    <a:cubicBezTo>
                      <a:pt x="30904" y="42257"/>
                      <a:pt x="29076" y="43365"/>
                      <a:pt x="26999" y="44140"/>
                    </a:cubicBezTo>
                    <a:cubicBezTo>
                      <a:pt x="24895" y="44915"/>
                      <a:pt x="22485" y="45303"/>
                      <a:pt x="19772" y="45303"/>
                    </a:cubicBezTo>
                    <a:cubicBezTo>
                      <a:pt x="16338" y="45303"/>
                      <a:pt x="13375" y="44721"/>
                      <a:pt x="10883" y="43559"/>
                    </a:cubicBezTo>
                    <a:cubicBezTo>
                      <a:pt x="8390" y="42395"/>
                      <a:pt x="6341" y="40817"/>
                      <a:pt x="4735" y="38768"/>
                    </a:cubicBezTo>
                    <a:cubicBezTo>
                      <a:pt x="3129" y="36746"/>
                      <a:pt x="1938" y="34365"/>
                      <a:pt x="1163" y="31596"/>
                    </a:cubicBezTo>
                    <a:cubicBezTo>
                      <a:pt x="388" y="28827"/>
                      <a:pt x="0" y="25864"/>
                      <a:pt x="0" y="22707"/>
                    </a:cubicBezTo>
                    <a:cubicBezTo>
                      <a:pt x="0" y="19716"/>
                      <a:pt x="415" y="16864"/>
                      <a:pt x="1274" y="14123"/>
                    </a:cubicBezTo>
                    <a:cubicBezTo>
                      <a:pt x="2132" y="11381"/>
                      <a:pt x="3406" y="8972"/>
                      <a:pt x="5068" y="6867"/>
                    </a:cubicBezTo>
                    <a:cubicBezTo>
                      <a:pt x="6729" y="4763"/>
                      <a:pt x="8778" y="3101"/>
                      <a:pt x="11243" y="1855"/>
                    </a:cubicBezTo>
                    <a:cubicBezTo>
                      <a:pt x="13707" y="609"/>
                      <a:pt x="16532" y="0"/>
                      <a:pt x="19744" y="0"/>
                    </a:cubicBezTo>
                    <a:cubicBezTo>
                      <a:pt x="24728" y="0"/>
                      <a:pt x="28771" y="1191"/>
                      <a:pt x="31845" y="3572"/>
                    </a:cubicBezTo>
                    <a:cubicBezTo>
                      <a:pt x="34919" y="5954"/>
                      <a:pt x="36829" y="9664"/>
                      <a:pt x="37605" y="14704"/>
                    </a:cubicBezTo>
                    <a:lnTo>
                      <a:pt x="32537" y="1470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1" name="Freeform 3500">
                <a:extLst>
                  <a:ext uri="{FF2B5EF4-FFF2-40B4-BE49-F238E27FC236}">
                    <a16:creationId xmlns:a16="http://schemas.microsoft.com/office/drawing/2014/main" id="{52C61635-D6A7-2104-CE42-D4F921D3F320}"/>
                  </a:ext>
                </a:extLst>
              </p:cNvPr>
              <p:cNvSpPr/>
              <p:nvPr/>
            </p:nvSpPr>
            <p:spPr>
              <a:xfrm>
                <a:off x="2051451" y="2239257"/>
                <a:ext cx="39875" cy="45386"/>
              </a:xfrm>
              <a:custGeom>
                <a:avLst/>
                <a:gdLst>
                  <a:gd name="connsiteX0" fmla="*/ 19910 w 39875"/>
                  <a:gd name="connsiteY0" fmla="*/ 45358 h 45386"/>
                  <a:gd name="connsiteX1" fmla="*/ 12156 w 39875"/>
                  <a:gd name="connsiteY1" fmla="*/ 43863 h 45386"/>
                  <a:gd name="connsiteX2" fmla="*/ 5843 w 39875"/>
                  <a:gd name="connsiteY2" fmla="*/ 39626 h 45386"/>
                  <a:gd name="connsiteX3" fmla="*/ 1578 w 39875"/>
                  <a:gd name="connsiteY3" fmla="*/ 32565 h 45386"/>
                  <a:gd name="connsiteX4" fmla="*/ 0 w 39875"/>
                  <a:gd name="connsiteY4" fmla="*/ 22679 h 45386"/>
                  <a:gd name="connsiteX5" fmla="*/ 1246 w 39875"/>
                  <a:gd name="connsiteY5" fmla="*/ 13846 h 45386"/>
                  <a:gd name="connsiteX6" fmla="*/ 4984 w 39875"/>
                  <a:gd name="connsiteY6" fmla="*/ 6646 h 45386"/>
                  <a:gd name="connsiteX7" fmla="*/ 11215 w 39875"/>
                  <a:gd name="connsiteY7" fmla="*/ 1800 h 45386"/>
                  <a:gd name="connsiteX8" fmla="*/ 19938 w 39875"/>
                  <a:gd name="connsiteY8" fmla="*/ 0 h 45386"/>
                  <a:gd name="connsiteX9" fmla="*/ 28744 w 39875"/>
                  <a:gd name="connsiteY9" fmla="*/ 1800 h 45386"/>
                  <a:gd name="connsiteX10" fmla="*/ 34974 w 39875"/>
                  <a:gd name="connsiteY10" fmla="*/ 6618 h 45386"/>
                  <a:gd name="connsiteX11" fmla="*/ 38657 w 39875"/>
                  <a:gd name="connsiteY11" fmla="*/ 13818 h 45386"/>
                  <a:gd name="connsiteX12" fmla="*/ 39876 w 39875"/>
                  <a:gd name="connsiteY12" fmla="*/ 22707 h 45386"/>
                  <a:gd name="connsiteX13" fmla="*/ 38463 w 39875"/>
                  <a:gd name="connsiteY13" fmla="*/ 32011 h 45386"/>
                  <a:gd name="connsiteX14" fmla="*/ 34448 w 39875"/>
                  <a:gd name="connsiteY14" fmla="*/ 39156 h 45386"/>
                  <a:gd name="connsiteX15" fmla="*/ 28134 w 39875"/>
                  <a:gd name="connsiteY15" fmla="*/ 43780 h 45386"/>
                  <a:gd name="connsiteX16" fmla="*/ 19938 w 39875"/>
                  <a:gd name="connsiteY16" fmla="*/ 45386 h 45386"/>
                  <a:gd name="connsiteX17" fmla="*/ 34531 w 39875"/>
                  <a:gd name="connsiteY17" fmla="*/ 22679 h 45386"/>
                  <a:gd name="connsiteX18" fmla="*/ 33700 w 39875"/>
                  <a:gd name="connsiteY18" fmla="*/ 15535 h 45386"/>
                  <a:gd name="connsiteX19" fmla="*/ 31125 w 39875"/>
                  <a:gd name="connsiteY19" fmla="*/ 9775 h 45386"/>
                  <a:gd name="connsiteX20" fmla="*/ 26639 w 39875"/>
                  <a:gd name="connsiteY20" fmla="*/ 5898 h 45386"/>
                  <a:gd name="connsiteX21" fmla="*/ 19910 w 39875"/>
                  <a:gd name="connsiteY21" fmla="*/ 4486 h 45386"/>
                  <a:gd name="connsiteX22" fmla="*/ 13209 w 39875"/>
                  <a:gd name="connsiteY22" fmla="*/ 6009 h 45386"/>
                  <a:gd name="connsiteX23" fmla="*/ 8695 w 39875"/>
                  <a:gd name="connsiteY23" fmla="*/ 10080 h 45386"/>
                  <a:gd name="connsiteX24" fmla="*/ 6120 w 39875"/>
                  <a:gd name="connsiteY24" fmla="*/ 15895 h 45386"/>
                  <a:gd name="connsiteX25" fmla="*/ 5289 w 39875"/>
                  <a:gd name="connsiteY25" fmla="*/ 22651 h 45386"/>
                  <a:gd name="connsiteX26" fmla="*/ 6231 w 39875"/>
                  <a:gd name="connsiteY26" fmla="*/ 29990 h 45386"/>
                  <a:gd name="connsiteX27" fmla="*/ 9027 w 39875"/>
                  <a:gd name="connsiteY27" fmla="*/ 35777 h 45386"/>
                  <a:gd name="connsiteX28" fmla="*/ 13596 w 39875"/>
                  <a:gd name="connsiteY28" fmla="*/ 39516 h 45386"/>
                  <a:gd name="connsiteX29" fmla="*/ 19910 w 39875"/>
                  <a:gd name="connsiteY29" fmla="*/ 40845 h 45386"/>
                  <a:gd name="connsiteX30" fmla="*/ 26611 w 39875"/>
                  <a:gd name="connsiteY30" fmla="*/ 39322 h 45386"/>
                  <a:gd name="connsiteX31" fmla="*/ 31153 w 39875"/>
                  <a:gd name="connsiteY31" fmla="*/ 35196 h 45386"/>
                  <a:gd name="connsiteX32" fmla="*/ 33728 w 39875"/>
                  <a:gd name="connsiteY32" fmla="*/ 29380 h 45386"/>
                  <a:gd name="connsiteX33" fmla="*/ 34559 w 39875"/>
                  <a:gd name="connsiteY33" fmla="*/ 22651 h 4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875" h="45386">
                    <a:moveTo>
                      <a:pt x="19910" y="45358"/>
                    </a:moveTo>
                    <a:cubicBezTo>
                      <a:pt x="17141" y="45303"/>
                      <a:pt x="14538" y="44805"/>
                      <a:pt x="12156" y="43863"/>
                    </a:cubicBezTo>
                    <a:cubicBezTo>
                      <a:pt x="9747" y="42922"/>
                      <a:pt x="7643" y="41509"/>
                      <a:pt x="5843" y="39626"/>
                    </a:cubicBezTo>
                    <a:cubicBezTo>
                      <a:pt x="4043" y="37743"/>
                      <a:pt x="2603" y="35390"/>
                      <a:pt x="1578" y="32565"/>
                    </a:cubicBezTo>
                    <a:cubicBezTo>
                      <a:pt x="554" y="29740"/>
                      <a:pt x="0" y="26445"/>
                      <a:pt x="0" y="22679"/>
                    </a:cubicBezTo>
                    <a:cubicBezTo>
                      <a:pt x="0" y="19522"/>
                      <a:pt x="415" y="16559"/>
                      <a:pt x="1246" y="13846"/>
                    </a:cubicBezTo>
                    <a:cubicBezTo>
                      <a:pt x="2077" y="11104"/>
                      <a:pt x="3323" y="8723"/>
                      <a:pt x="4984" y="6646"/>
                    </a:cubicBezTo>
                    <a:cubicBezTo>
                      <a:pt x="6646" y="4597"/>
                      <a:pt x="8723" y="2991"/>
                      <a:pt x="11215" y="1800"/>
                    </a:cubicBezTo>
                    <a:cubicBezTo>
                      <a:pt x="13707" y="609"/>
                      <a:pt x="16615" y="0"/>
                      <a:pt x="19938" y="0"/>
                    </a:cubicBezTo>
                    <a:cubicBezTo>
                      <a:pt x="23261" y="0"/>
                      <a:pt x="26251" y="609"/>
                      <a:pt x="28744" y="1800"/>
                    </a:cubicBezTo>
                    <a:cubicBezTo>
                      <a:pt x="31236" y="2991"/>
                      <a:pt x="33313" y="4597"/>
                      <a:pt x="34974" y="6618"/>
                    </a:cubicBezTo>
                    <a:cubicBezTo>
                      <a:pt x="36636" y="8640"/>
                      <a:pt x="37854" y="11049"/>
                      <a:pt x="38657" y="13818"/>
                    </a:cubicBezTo>
                    <a:cubicBezTo>
                      <a:pt x="39460" y="16587"/>
                      <a:pt x="39876" y="19550"/>
                      <a:pt x="39876" y="22707"/>
                    </a:cubicBezTo>
                    <a:cubicBezTo>
                      <a:pt x="39876" y="26141"/>
                      <a:pt x="39405" y="29242"/>
                      <a:pt x="38463" y="32011"/>
                    </a:cubicBezTo>
                    <a:cubicBezTo>
                      <a:pt x="37522" y="34780"/>
                      <a:pt x="36193" y="37162"/>
                      <a:pt x="34448" y="39156"/>
                    </a:cubicBezTo>
                    <a:cubicBezTo>
                      <a:pt x="32703" y="41149"/>
                      <a:pt x="30599" y="42672"/>
                      <a:pt x="28134" y="43780"/>
                    </a:cubicBezTo>
                    <a:cubicBezTo>
                      <a:pt x="25670" y="44860"/>
                      <a:pt x="22928" y="45386"/>
                      <a:pt x="19938" y="45386"/>
                    </a:cubicBezTo>
                    <a:close/>
                    <a:moveTo>
                      <a:pt x="34531" y="22679"/>
                    </a:moveTo>
                    <a:cubicBezTo>
                      <a:pt x="34531" y="20132"/>
                      <a:pt x="34254" y="17750"/>
                      <a:pt x="33700" y="15535"/>
                    </a:cubicBezTo>
                    <a:cubicBezTo>
                      <a:pt x="33147" y="13320"/>
                      <a:pt x="32288" y="11409"/>
                      <a:pt x="31125" y="9775"/>
                    </a:cubicBezTo>
                    <a:cubicBezTo>
                      <a:pt x="29962" y="8141"/>
                      <a:pt x="28467" y="6867"/>
                      <a:pt x="26639" y="5898"/>
                    </a:cubicBezTo>
                    <a:cubicBezTo>
                      <a:pt x="24811" y="4957"/>
                      <a:pt x="22568" y="4486"/>
                      <a:pt x="19910" y="4486"/>
                    </a:cubicBezTo>
                    <a:cubicBezTo>
                      <a:pt x="17252" y="4486"/>
                      <a:pt x="15064" y="5012"/>
                      <a:pt x="13209" y="6009"/>
                    </a:cubicBezTo>
                    <a:cubicBezTo>
                      <a:pt x="11353" y="7034"/>
                      <a:pt x="9858" y="8390"/>
                      <a:pt x="8695" y="10080"/>
                    </a:cubicBezTo>
                    <a:cubicBezTo>
                      <a:pt x="7532" y="11769"/>
                      <a:pt x="6674" y="13707"/>
                      <a:pt x="6120" y="15895"/>
                    </a:cubicBezTo>
                    <a:cubicBezTo>
                      <a:pt x="5566" y="18082"/>
                      <a:pt x="5289" y="20325"/>
                      <a:pt x="5289" y="22651"/>
                    </a:cubicBezTo>
                    <a:cubicBezTo>
                      <a:pt x="5289" y="25310"/>
                      <a:pt x="5594" y="27774"/>
                      <a:pt x="6231" y="29990"/>
                    </a:cubicBezTo>
                    <a:cubicBezTo>
                      <a:pt x="6867" y="32233"/>
                      <a:pt x="7781" y="34171"/>
                      <a:pt x="9027" y="35777"/>
                    </a:cubicBezTo>
                    <a:cubicBezTo>
                      <a:pt x="10246" y="37383"/>
                      <a:pt x="11769" y="38629"/>
                      <a:pt x="13596" y="39516"/>
                    </a:cubicBezTo>
                    <a:cubicBezTo>
                      <a:pt x="15424" y="40402"/>
                      <a:pt x="17529" y="40845"/>
                      <a:pt x="19910" y="40845"/>
                    </a:cubicBezTo>
                    <a:cubicBezTo>
                      <a:pt x="22513" y="40845"/>
                      <a:pt x="24728" y="40346"/>
                      <a:pt x="26611" y="39322"/>
                    </a:cubicBezTo>
                    <a:cubicBezTo>
                      <a:pt x="28467" y="38297"/>
                      <a:pt x="29990" y="36940"/>
                      <a:pt x="31153" y="35196"/>
                    </a:cubicBezTo>
                    <a:cubicBezTo>
                      <a:pt x="32316" y="33479"/>
                      <a:pt x="33174" y="31540"/>
                      <a:pt x="33728" y="29380"/>
                    </a:cubicBezTo>
                    <a:cubicBezTo>
                      <a:pt x="34282" y="27221"/>
                      <a:pt x="34559" y="24978"/>
                      <a:pt x="34559" y="22651"/>
                    </a:cubicBez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2" name="Freeform 3501">
                <a:extLst>
                  <a:ext uri="{FF2B5EF4-FFF2-40B4-BE49-F238E27FC236}">
                    <a16:creationId xmlns:a16="http://schemas.microsoft.com/office/drawing/2014/main" id="{766B8018-8563-60A7-E978-B4A004A981D4}"/>
                  </a:ext>
                </a:extLst>
              </p:cNvPr>
              <p:cNvSpPr/>
              <p:nvPr/>
            </p:nvSpPr>
            <p:spPr>
              <a:xfrm>
                <a:off x="2099080" y="2223639"/>
                <a:ext cx="39570" cy="60976"/>
              </a:xfrm>
              <a:custGeom>
                <a:avLst/>
                <a:gdLst>
                  <a:gd name="connsiteX0" fmla="*/ 34587 w 39570"/>
                  <a:gd name="connsiteY0" fmla="*/ 0 h 60976"/>
                  <a:gd name="connsiteX1" fmla="*/ 39571 w 39570"/>
                  <a:gd name="connsiteY1" fmla="*/ 0 h 60976"/>
                  <a:gd name="connsiteX2" fmla="*/ 39571 w 39570"/>
                  <a:gd name="connsiteY2" fmla="*/ 59813 h 60976"/>
                  <a:gd name="connsiteX3" fmla="*/ 34587 w 39570"/>
                  <a:gd name="connsiteY3" fmla="*/ 59813 h 60976"/>
                  <a:gd name="connsiteX4" fmla="*/ 34587 w 39570"/>
                  <a:gd name="connsiteY4" fmla="*/ 52254 h 60976"/>
                  <a:gd name="connsiteX5" fmla="*/ 34420 w 39570"/>
                  <a:gd name="connsiteY5" fmla="*/ 52254 h 60976"/>
                  <a:gd name="connsiteX6" fmla="*/ 31651 w 39570"/>
                  <a:gd name="connsiteY6" fmla="*/ 56020 h 60976"/>
                  <a:gd name="connsiteX7" fmla="*/ 27913 w 39570"/>
                  <a:gd name="connsiteY7" fmla="*/ 58733 h 60976"/>
                  <a:gd name="connsiteX8" fmla="*/ 23704 w 39570"/>
                  <a:gd name="connsiteY8" fmla="*/ 60395 h 60976"/>
                  <a:gd name="connsiteX9" fmla="*/ 19467 w 39570"/>
                  <a:gd name="connsiteY9" fmla="*/ 60976 h 60976"/>
                  <a:gd name="connsiteX10" fmla="*/ 10578 w 39570"/>
                  <a:gd name="connsiteY10" fmla="*/ 59232 h 60976"/>
                  <a:gd name="connsiteX11" fmla="*/ 4541 w 39570"/>
                  <a:gd name="connsiteY11" fmla="*/ 54441 h 60976"/>
                  <a:gd name="connsiteX12" fmla="*/ 1080 w 39570"/>
                  <a:gd name="connsiteY12" fmla="*/ 47269 h 60976"/>
                  <a:gd name="connsiteX13" fmla="*/ 0 w 39570"/>
                  <a:gd name="connsiteY13" fmla="*/ 38380 h 60976"/>
                  <a:gd name="connsiteX14" fmla="*/ 1163 w 39570"/>
                  <a:gd name="connsiteY14" fmla="*/ 29741 h 60976"/>
                  <a:gd name="connsiteX15" fmla="*/ 4680 w 39570"/>
                  <a:gd name="connsiteY15" fmla="*/ 22485 h 60976"/>
                  <a:gd name="connsiteX16" fmla="*/ 10661 w 39570"/>
                  <a:gd name="connsiteY16" fmla="*/ 17501 h 60976"/>
                  <a:gd name="connsiteX17" fmla="*/ 19162 w 39570"/>
                  <a:gd name="connsiteY17" fmla="*/ 15646 h 60976"/>
                  <a:gd name="connsiteX18" fmla="*/ 27941 w 39570"/>
                  <a:gd name="connsiteY18" fmla="*/ 17667 h 60976"/>
                  <a:gd name="connsiteX19" fmla="*/ 34559 w 39570"/>
                  <a:gd name="connsiteY19" fmla="*/ 23704 h 60976"/>
                  <a:gd name="connsiteX20" fmla="*/ 34559 w 39570"/>
                  <a:gd name="connsiteY20" fmla="*/ 28 h 60976"/>
                  <a:gd name="connsiteX21" fmla="*/ 34587 w 39570"/>
                  <a:gd name="connsiteY21" fmla="*/ 38131 h 60976"/>
                  <a:gd name="connsiteX22" fmla="*/ 33590 w 39570"/>
                  <a:gd name="connsiteY22" fmla="*/ 31208 h 60976"/>
                  <a:gd name="connsiteX23" fmla="*/ 30737 w 39570"/>
                  <a:gd name="connsiteY23" fmla="*/ 25476 h 60976"/>
                  <a:gd name="connsiteX24" fmla="*/ 26168 w 39570"/>
                  <a:gd name="connsiteY24" fmla="*/ 21572 h 60976"/>
                  <a:gd name="connsiteX25" fmla="*/ 20049 w 39570"/>
                  <a:gd name="connsiteY25" fmla="*/ 20132 h 60976"/>
                  <a:gd name="connsiteX26" fmla="*/ 13320 w 39570"/>
                  <a:gd name="connsiteY26" fmla="*/ 21655 h 60976"/>
                  <a:gd name="connsiteX27" fmla="*/ 8667 w 39570"/>
                  <a:gd name="connsiteY27" fmla="*/ 25864 h 60976"/>
                  <a:gd name="connsiteX28" fmla="*/ 6009 w 39570"/>
                  <a:gd name="connsiteY28" fmla="*/ 32039 h 60976"/>
                  <a:gd name="connsiteX29" fmla="*/ 5344 w 39570"/>
                  <a:gd name="connsiteY29" fmla="*/ 39654 h 60976"/>
                  <a:gd name="connsiteX30" fmla="*/ 6452 w 39570"/>
                  <a:gd name="connsiteY30" fmla="*/ 46854 h 60976"/>
                  <a:gd name="connsiteX31" fmla="*/ 9554 w 39570"/>
                  <a:gd name="connsiteY31" fmla="*/ 52115 h 60976"/>
                  <a:gd name="connsiteX32" fmla="*/ 14206 w 39570"/>
                  <a:gd name="connsiteY32" fmla="*/ 55410 h 60976"/>
                  <a:gd name="connsiteX33" fmla="*/ 20021 w 39570"/>
                  <a:gd name="connsiteY33" fmla="*/ 56518 h 60976"/>
                  <a:gd name="connsiteX34" fmla="*/ 26251 w 39570"/>
                  <a:gd name="connsiteY34" fmla="*/ 55106 h 60976"/>
                  <a:gd name="connsiteX35" fmla="*/ 30820 w 39570"/>
                  <a:gd name="connsiteY35" fmla="*/ 51229 h 60976"/>
                  <a:gd name="connsiteX36" fmla="*/ 33590 w 39570"/>
                  <a:gd name="connsiteY36" fmla="*/ 45414 h 60976"/>
                  <a:gd name="connsiteX37" fmla="*/ 34559 w 39570"/>
                  <a:gd name="connsiteY37" fmla="*/ 38159 h 6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570" h="60976">
                    <a:moveTo>
                      <a:pt x="34587" y="0"/>
                    </a:moveTo>
                    <a:lnTo>
                      <a:pt x="39571" y="0"/>
                    </a:lnTo>
                    <a:lnTo>
                      <a:pt x="39571" y="59813"/>
                    </a:lnTo>
                    <a:lnTo>
                      <a:pt x="34587" y="59813"/>
                    </a:lnTo>
                    <a:lnTo>
                      <a:pt x="34587" y="52254"/>
                    </a:lnTo>
                    <a:lnTo>
                      <a:pt x="34420" y="52254"/>
                    </a:lnTo>
                    <a:cubicBezTo>
                      <a:pt x="33700" y="53694"/>
                      <a:pt x="32759" y="54967"/>
                      <a:pt x="31651" y="56020"/>
                    </a:cubicBezTo>
                    <a:cubicBezTo>
                      <a:pt x="30516" y="57100"/>
                      <a:pt x="29270" y="58013"/>
                      <a:pt x="27913" y="58733"/>
                    </a:cubicBezTo>
                    <a:cubicBezTo>
                      <a:pt x="26556" y="59453"/>
                      <a:pt x="25144" y="60007"/>
                      <a:pt x="23704" y="60395"/>
                    </a:cubicBezTo>
                    <a:cubicBezTo>
                      <a:pt x="22264" y="60783"/>
                      <a:pt x="20852" y="60976"/>
                      <a:pt x="19467" y="60976"/>
                    </a:cubicBezTo>
                    <a:cubicBezTo>
                      <a:pt x="15978" y="60976"/>
                      <a:pt x="13015" y="60395"/>
                      <a:pt x="10578" y="59232"/>
                    </a:cubicBezTo>
                    <a:cubicBezTo>
                      <a:pt x="8141" y="58069"/>
                      <a:pt x="6120" y="56490"/>
                      <a:pt x="4541" y="54441"/>
                    </a:cubicBezTo>
                    <a:cubicBezTo>
                      <a:pt x="2963" y="52420"/>
                      <a:pt x="1800" y="50038"/>
                      <a:pt x="1080" y="47269"/>
                    </a:cubicBezTo>
                    <a:cubicBezTo>
                      <a:pt x="360" y="44500"/>
                      <a:pt x="0" y="41537"/>
                      <a:pt x="0" y="38380"/>
                    </a:cubicBezTo>
                    <a:cubicBezTo>
                      <a:pt x="0" y="35390"/>
                      <a:pt x="388" y="32510"/>
                      <a:pt x="1163" y="29741"/>
                    </a:cubicBezTo>
                    <a:cubicBezTo>
                      <a:pt x="1938" y="26971"/>
                      <a:pt x="3129" y="24535"/>
                      <a:pt x="4680" y="22485"/>
                    </a:cubicBezTo>
                    <a:cubicBezTo>
                      <a:pt x="6231" y="20436"/>
                      <a:pt x="8252" y="18747"/>
                      <a:pt x="10661" y="17501"/>
                    </a:cubicBezTo>
                    <a:cubicBezTo>
                      <a:pt x="13070" y="16255"/>
                      <a:pt x="15895" y="15646"/>
                      <a:pt x="19162" y="15646"/>
                    </a:cubicBezTo>
                    <a:cubicBezTo>
                      <a:pt x="22208" y="15646"/>
                      <a:pt x="25116" y="16338"/>
                      <a:pt x="27941" y="17667"/>
                    </a:cubicBezTo>
                    <a:cubicBezTo>
                      <a:pt x="30737" y="19024"/>
                      <a:pt x="32925" y="21045"/>
                      <a:pt x="34559" y="23704"/>
                    </a:cubicBezTo>
                    <a:lnTo>
                      <a:pt x="34559" y="28"/>
                    </a:lnTo>
                    <a:close/>
                    <a:moveTo>
                      <a:pt x="34587" y="38131"/>
                    </a:moveTo>
                    <a:cubicBezTo>
                      <a:pt x="34587" y="35694"/>
                      <a:pt x="34254" y="33396"/>
                      <a:pt x="33590" y="31208"/>
                    </a:cubicBezTo>
                    <a:cubicBezTo>
                      <a:pt x="32925" y="29021"/>
                      <a:pt x="31984" y="27110"/>
                      <a:pt x="30737" y="25476"/>
                    </a:cubicBezTo>
                    <a:cubicBezTo>
                      <a:pt x="29491" y="23842"/>
                      <a:pt x="27968" y="22541"/>
                      <a:pt x="26168" y="21572"/>
                    </a:cubicBezTo>
                    <a:cubicBezTo>
                      <a:pt x="24368" y="20602"/>
                      <a:pt x="22319" y="20132"/>
                      <a:pt x="20049" y="20132"/>
                    </a:cubicBezTo>
                    <a:cubicBezTo>
                      <a:pt x="17446" y="20132"/>
                      <a:pt x="15203" y="20658"/>
                      <a:pt x="13320" y="21655"/>
                    </a:cubicBezTo>
                    <a:cubicBezTo>
                      <a:pt x="11437" y="22679"/>
                      <a:pt x="9886" y="24091"/>
                      <a:pt x="8667" y="25864"/>
                    </a:cubicBezTo>
                    <a:cubicBezTo>
                      <a:pt x="7449" y="27636"/>
                      <a:pt x="6563" y="29713"/>
                      <a:pt x="6009" y="32039"/>
                    </a:cubicBezTo>
                    <a:cubicBezTo>
                      <a:pt x="5455" y="34393"/>
                      <a:pt x="5234" y="36940"/>
                      <a:pt x="5344" y="39654"/>
                    </a:cubicBezTo>
                    <a:cubicBezTo>
                      <a:pt x="5344" y="42368"/>
                      <a:pt x="5704" y="44777"/>
                      <a:pt x="6452" y="46854"/>
                    </a:cubicBezTo>
                    <a:cubicBezTo>
                      <a:pt x="7200" y="48931"/>
                      <a:pt x="8252" y="50675"/>
                      <a:pt x="9554" y="52115"/>
                    </a:cubicBezTo>
                    <a:cubicBezTo>
                      <a:pt x="10883" y="53555"/>
                      <a:pt x="12433" y="54663"/>
                      <a:pt x="14206" y="55410"/>
                    </a:cubicBezTo>
                    <a:cubicBezTo>
                      <a:pt x="15978" y="56158"/>
                      <a:pt x="17916" y="56518"/>
                      <a:pt x="20021" y="56518"/>
                    </a:cubicBezTo>
                    <a:cubicBezTo>
                      <a:pt x="22347" y="56518"/>
                      <a:pt x="24424" y="56047"/>
                      <a:pt x="26251" y="55106"/>
                    </a:cubicBezTo>
                    <a:cubicBezTo>
                      <a:pt x="28079" y="54164"/>
                      <a:pt x="29602" y="52890"/>
                      <a:pt x="30820" y="51229"/>
                    </a:cubicBezTo>
                    <a:cubicBezTo>
                      <a:pt x="32039" y="49595"/>
                      <a:pt x="32953" y="47657"/>
                      <a:pt x="33590" y="45414"/>
                    </a:cubicBezTo>
                    <a:cubicBezTo>
                      <a:pt x="34227" y="43171"/>
                      <a:pt x="34559" y="40762"/>
                      <a:pt x="34559" y="38159"/>
                    </a:cubicBez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3" name="Freeform 3502">
                <a:extLst>
                  <a:ext uri="{FF2B5EF4-FFF2-40B4-BE49-F238E27FC236}">
                    <a16:creationId xmlns:a16="http://schemas.microsoft.com/office/drawing/2014/main" id="{261FEFE2-F942-C3F7-39D9-6BDD633FF950}"/>
                  </a:ext>
                </a:extLst>
              </p:cNvPr>
              <p:cNvSpPr/>
              <p:nvPr/>
            </p:nvSpPr>
            <p:spPr>
              <a:xfrm>
                <a:off x="2151693" y="2223639"/>
                <a:ext cx="5482" cy="59813"/>
              </a:xfrm>
              <a:custGeom>
                <a:avLst/>
                <a:gdLst>
                  <a:gd name="connsiteX0" fmla="*/ 0 w 5482"/>
                  <a:gd name="connsiteY0" fmla="*/ 7394 h 59813"/>
                  <a:gd name="connsiteX1" fmla="*/ 0 w 5482"/>
                  <a:gd name="connsiteY1" fmla="*/ 0 h 59813"/>
                  <a:gd name="connsiteX2" fmla="*/ 5483 w 5482"/>
                  <a:gd name="connsiteY2" fmla="*/ 0 h 59813"/>
                  <a:gd name="connsiteX3" fmla="*/ 5483 w 5482"/>
                  <a:gd name="connsiteY3" fmla="*/ 7394 h 59813"/>
                  <a:gd name="connsiteX4" fmla="*/ 0 w 5482"/>
                  <a:gd name="connsiteY4" fmla="*/ 7394 h 59813"/>
                  <a:gd name="connsiteX5" fmla="*/ 249 w 5482"/>
                  <a:gd name="connsiteY5" fmla="*/ 59813 h 59813"/>
                  <a:gd name="connsiteX6" fmla="*/ 249 w 5482"/>
                  <a:gd name="connsiteY6" fmla="*/ 16781 h 59813"/>
                  <a:gd name="connsiteX7" fmla="*/ 5234 w 5482"/>
                  <a:gd name="connsiteY7" fmla="*/ 16781 h 59813"/>
                  <a:gd name="connsiteX8" fmla="*/ 5234 w 5482"/>
                  <a:gd name="connsiteY8" fmla="*/ 59813 h 59813"/>
                  <a:gd name="connsiteX9" fmla="*/ 249 w 5482"/>
                  <a:gd name="connsiteY9" fmla="*/ 59813 h 5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82" h="59813">
                    <a:moveTo>
                      <a:pt x="0" y="7394"/>
                    </a:moveTo>
                    <a:lnTo>
                      <a:pt x="0" y="0"/>
                    </a:lnTo>
                    <a:lnTo>
                      <a:pt x="5483" y="0"/>
                    </a:lnTo>
                    <a:lnTo>
                      <a:pt x="5483" y="7394"/>
                    </a:lnTo>
                    <a:lnTo>
                      <a:pt x="0" y="7394"/>
                    </a:lnTo>
                    <a:close/>
                    <a:moveTo>
                      <a:pt x="249" y="59813"/>
                    </a:moveTo>
                    <a:lnTo>
                      <a:pt x="249" y="16781"/>
                    </a:lnTo>
                    <a:lnTo>
                      <a:pt x="5234" y="16781"/>
                    </a:lnTo>
                    <a:lnTo>
                      <a:pt x="5234" y="59813"/>
                    </a:lnTo>
                    <a:lnTo>
                      <a:pt x="249" y="59813"/>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4" name="Freeform 3503">
                <a:extLst>
                  <a:ext uri="{FF2B5EF4-FFF2-40B4-BE49-F238E27FC236}">
                    <a16:creationId xmlns:a16="http://schemas.microsoft.com/office/drawing/2014/main" id="{DA821322-D059-F555-AA5D-77EF438E0CE4}"/>
                  </a:ext>
                </a:extLst>
              </p:cNvPr>
              <p:cNvSpPr/>
              <p:nvPr/>
            </p:nvSpPr>
            <p:spPr>
              <a:xfrm>
                <a:off x="2169637" y="2239257"/>
                <a:ext cx="34143" cy="44223"/>
              </a:xfrm>
              <a:custGeom>
                <a:avLst/>
                <a:gdLst>
                  <a:gd name="connsiteX0" fmla="*/ 4984 w 34143"/>
                  <a:gd name="connsiteY0" fmla="*/ 44195 h 44223"/>
                  <a:gd name="connsiteX1" fmla="*/ 0 w 34143"/>
                  <a:gd name="connsiteY1" fmla="*/ 44195 h 44223"/>
                  <a:gd name="connsiteX2" fmla="*/ 0 w 34143"/>
                  <a:gd name="connsiteY2" fmla="*/ 1163 h 44223"/>
                  <a:gd name="connsiteX3" fmla="*/ 4984 w 34143"/>
                  <a:gd name="connsiteY3" fmla="*/ 1163 h 44223"/>
                  <a:gd name="connsiteX4" fmla="*/ 4984 w 34143"/>
                  <a:gd name="connsiteY4" fmla="*/ 7144 h 44223"/>
                  <a:gd name="connsiteX5" fmla="*/ 11160 w 34143"/>
                  <a:gd name="connsiteY5" fmla="*/ 1994 h 44223"/>
                  <a:gd name="connsiteX6" fmla="*/ 18858 w 34143"/>
                  <a:gd name="connsiteY6" fmla="*/ 0 h 44223"/>
                  <a:gd name="connsiteX7" fmla="*/ 26251 w 34143"/>
                  <a:gd name="connsiteY7" fmla="*/ 1385 h 44223"/>
                  <a:gd name="connsiteX8" fmla="*/ 31983 w 34143"/>
                  <a:gd name="connsiteY8" fmla="*/ 6147 h 44223"/>
                  <a:gd name="connsiteX9" fmla="*/ 33839 w 34143"/>
                  <a:gd name="connsiteY9" fmla="*/ 10938 h 44223"/>
                  <a:gd name="connsiteX10" fmla="*/ 34143 w 34143"/>
                  <a:gd name="connsiteY10" fmla="*/ 16061 h 44223"/>
                  <a:gd name="connsiteX11" fmla="*/ 34143 w 34143"/>
                  <a:gd name="connsiteY11" fmla="*/ 44223 h 44223"/>
                  <a:gd name="connsiteX12" fmla="*/ 29159 w 34143"/>
                  <a:gd name="connsiteY12" fmla="*/ 44223 h 44223"/>
                  <a:gd name="connsiteX13" fmla="*/ 29159 w 34143"/>
                  <a:gd name="connsiteY13" fmla="*/ 16144 h 44223"/>
                  <a:gd name="connsiteX14" fmla="*/ 26584 w 34143"/>
                  <a:gd name="connsiteY14" fmla="*/ 7421 h 44223"/>
                  <a:gd name="connsiteX15" fmla="*/ 18027 w 34143"/>
                  <a:gd name="connsiteY15" fmla="*/ 4514 h 44223"/>
                  <a:gd name="connsiteX16" fmla="*/ 13790 w 34143"/>
                  <a:gd name="connsiteY16" fmla="*/ 5206 h 44223"/>
                  <a:gd name="connsiteX17" fmla="*/ 10329 w 34143"/>
                  <a:gd name="connsiteY17" fmla="*/ 7061 h 44223"/>
                  <a:gd name="connsiteX18" fmla="*/ 7726 w 34143"/>
                  <a:gd name="connsiteY18" fmla="*/ 9720 h 44223"/>
                  <a:gd name="connsiteX19" fmla="*/ 6064 w 34143"/>
                  <a:gd name="connsiteY19" fmla="*/ 12876 h 44223"/>
                  <a:gd name="connsiteX20" fmla="*/ 5151 w 34143"/>
                  <a:gd name="connsiteY20" fmla="*/ 16864 h 44223"/>
                  <a:gd name="connsiteX21" fmla="*/ 4984 w 34143"/>
                  <a:gd name="connsiteY21" fmla="*/ 21018 h 44223"/>
                  <a:gd name="connsiteX22" fmla="*/ 4984 w 34143"/>
                  <a:gd name="connsiteY22" fmla="*/ 44195 h 4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143" h="44223">
                    <a:moveTo>
                      <a:pt x="4984" y="44195"/>
                    </a:moveTo>
                    <a:lnTo>
                      <a:pt x="0" y="44195"/>
                    </a:lnTo>
                    <a:lnTo>
                      <a:pt x="0" y="1163"/>
                    </a:lnTo>
                    <a:lnTo>
                      <a:pt x="4984" y="1163"/>
                    </a:lnTo>
                    <a:lnTo>
                      <a:pt x="4984" y="7144"/>
                    </a:lnTo>
                    <a:cubicBezTo>
                      <a:pt x="6978" y="5040"/>
                      <a:pt x="9027" y="3323"/>
                      <a:pt x="11160" y="1994"/>
                    </a:cubicBezTo>
                    <a:cubicBezTo>
                      <a:pt x="13292" y="665"/>
                      <a:pt x="15867" y="0"/>
                      <a:pt x="18858" y="0"/>
                    </a:cubicBezTo>
                    <a:cubicBezTo>
                      <a:pt x="21516" y="0"/>
                      <a:pt x="23981" y="471"/>
                      <a:pt x="26251" y="1385"/>
                    </a:cubicBezTo>
                    <a:cubicBezTo>
                      <a:pt x="28522" y="2298"/>
                      <a:pt x="30433" y="3877"/>
                      <a:pt x="31983" y="6147"/>
                    </a:cubicBezTo>
                    <a:cubicBezTo>
                      <a:pt x="33036" y="7698"/>
                      <a:pt x="33645" y="9304"/>
                      <a:pt x="33839" y="10938"/>
                    </a:cubicBezTo>
                    <a:cubicBezTo>
                      <a:pt x="34033" y="12572"/>
                      <a:pt x="34143" y="14289"/>
                      <a:pt x="34143" y="16061"/>
                    </a:cubicBezTo>
                    <a:lnTo>
                      <a:pt x="34143" y="44223"/>
                    </a:lnTo>
                    <a:lnTo>
                      <a:pt x="29159" y="44223"/>
                    </a:lnTo>
                    <a:lnTo>
                      <a:pt x="29159" y="16144"/>
                    </a:lnTo>
                    <a:cubicBezTo>
                      <a:pt x="29159" y="12267"/>
                      <a:pt x="28301" y="9360"/>
                      <a:pt x="26584" y="7421"/>
                    </a:cubicBezTo>
                    <a:cubicBezTo>
                      <a:pt x="24867" y="5483"/>
                      <a:pt x="22015" y="4514"/>
                      <a:pt x="18027" y="4514"/>
                    </a:cubicBezTo>
                    <a:cubicBezTo>
                      <a:pt x="16476" y="4514"/>
                      <a:pt x="15064" y="4735"/>
                      <a:pt x="13790" y="5206"/>
                    </a:cubicBezTo>
                    <a:cubicBezTo>
                      <a:pt x="12516" y="5677"/>
                      <a:pt x="11353" y="6314"/>
                      <a:pt x="10329" y="7061"/>
                    </a:cubicBezTo>
                    <a:cubicBezTo>
                      <a:pt x="9304" y="7837"/>
                      <a:pt x="8418" y="8723"/>
                      <a:pt x="7726" y="9720"/>
                    </a:cubicBezTo>
                    <a:cubicBezTo>
                      <a:pt x="7006" y="10717"/>
                      <a:pt x="6452" y="11769"/>
                      <a:pt x="6064" y="12876"/>
                    </a:cubicBezTo>
                    <a:cubicBezTo>
                      <a:pt x="5566" y="14261"/>
                      <a:pt x="5261" y="15590"/>
                      <a:pt x="5151" y="16864"/>
                    </a:cubicBezTo>
                    <a:cubicBezTo>
                      <a:pt x="5040" y="18138"/>
                      <a:pt x="4984" y="19522"/>
                      <a:pt x="4984" y="21018"/>
                    </a:cubicBezTo>
                    <a:lnTo>
                      <a:pt x="4984" y="44195"/>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5" name="Freeform 3504">
                <a:extLst>
                  <a:ext uri="{FF2B5EF4-FFF2-40B4-BE49-F238E27FC236}">
                    <a16:creationId xmlns:a16="http://schemas.microsoft.com/office/drawing/2014/main" id="{3F8849F3-E9A9-6ECE-7AFD-0711F354E95A}"/>
                  </a:ext>
                </a:extLst>
              </p:cNvPr>
              <p:cNvSpPr/>
              <p:nvPr/>
            </p:nvSpPr>
            <p:spPr>
              <a:xfrm>
                <a:off x="2214469" y="2239257"/>
                <a:ext cx="39570" cy="61807"/>
              </a:xfrm>
              <a:custGeom>
                <a:avLst/>
                <a:gdLst>
                  <a:gd name="connsiteX0" fmla="*/ 34586 w 39570"/>
                  <a:gd name="connsiteY0" fmla="*/ 1163 h 61807"/>
                  <a:gd name="connsiteX1" fmla="*/ 39571 w 39570"/>
                  <a:gd name="connsiteY1" fmla="*/ 1163 h 61807"/>
                  <a:gd name="connsiteX2" fmla="*/ 39571 w 39570"/>
                  <a:gd name="connsiteY2" fmla="*/ 40042 h 61807"/>
                  <a:gd name="connsiteX3" fmla="*/ 38712 w 39570"/>
                  <a:gd name="connsiteY3" fmla="*/ 48294 h 61807"/>
                  <a:gd name="connsiteX4" fmla="*/ 35611 w 39570"/>
                  <a:gd name="connsiteY4" fmla="*/ 55244 h 61807"/>
                  <a:gd name="connsiteX5" fmla="*/ 29464 w 39570"/>
                  <a:gd name="connsiteY5" fmla="*/ 60007 h 61807"/>
                  <a:gd name="connsiteX6" fmla="*/ 19412 w 39570"/>
                  <a:gd name="connsiteY6" fmla="*/ 61807 h 61807"/>
                  <a:gd name="connsiteX7" fmla="*/ 11270 w 39570"/>
                  <a:gd name="connsiteY7" fmla="*/ 60589 h 61807"/>
                  <a:gd name="connsiteX8" fmla="*/ 5704 w 39570"/>
                  <a:gd name="connsiteY8" fmla="*/ 57570 h 61807"/>
                  <a:gd name="connsiteX9" fmla="*/ 2409 w 39570"/>
                  <a:gd name="connsiteY9" fmla="*/ 53527 h 61807"/>
                  <a:gd name="connsiteX10" fmla="*/ 1191 w 39570"/>
                  <a:gd name="connsiteY10" fmla="*/ 49429 h 61807"/>
                  <a:gd name="connsiteX11" fmla="*/ 6507 w 39570"/>
                  <a:gd name="connsiteY11" fmla="*/ 49429 h 61807"/>
                  <a:gd name="connsiteX12" fmla="*/ 8335 w 39570"/>
                  <a:gd name="connsiteY12" fmla="*/ 53361 h 61807"/>
                  <a:gd name="connsiteX13" fmla="*/ 11270 w 39570"/>
                  <a:gd name="connsiteY13" fmla="*/ 55770 h 61807"/>
                  <a:gd name="connsiteX14" fmla="*/ 15036 w 39570"/>
                  <a:gd name="connsiteY14" fmla="*/ 56989 h 61807"/>
                  <a:gd name="connsiteX15" fmla="*/ 19356 w 39570"/>
                  <a:gd name="connsiteY15" fmla="*/ 57321 h 61807"/>
                  <a:gd name="connsiteX16" fmla="*/ 27497 w 39570"/>
                  <a:gd name="connsiteY16" fmla="*/ 55577 h 61807"/>
                  <a:gd name="connsiteX17" fmla="*/ 32150 w 39570"/>
                  <a:gd name="connsiteY17" fmla="*/ 51007 h 61807"/>
                  <a:gd name="connsiteX18" fmla="*/ 34171 w 39570"/>
                  <a:gd name="connsiteY18" fmla="*/ 44611 h 61807"/>
                  <a:gd name="connsiteX19" fmla="*/ 34559 w 39570"/>
                  <a:gd name="connsiteY19" fmla="*/ 37300 h 61807"/>
                  <a:gd name="connsiteX20" fmla="*/ 27941 w 39570"/>
                  <a:gd name="connsiteY20" fmla="*/ 43337 h 61807"/>
                  <a:gd name="connsiteX21" fmla="*/ 19162 w 39570"/>
                  <a:gd name="connsiteY21" fmla="*/ 45358 h 61807"/>
                  <a:gd name="connsiteX22" fmla="*/ 10661 w 39570"/>
                  <a:gd name="connsiteY22" fmla="*/ 43503 h 61807"/>
                  <a:gd name="connsiteX23" fmla="*/ 4680 w 39570"/>
                  <a:gd name="connsiteY23" fmla="*/ 38519 h 61807"/>
                  <a:gd name="connsiteX24" fmla="*/ 1163 w 39570"/>
                  <a:gd name="connsiteY24" fmla="*/ 31264 h 61807"/>
                  <a:gd name="connsiteX25" fmla="*/ 0 w 39570"/>
                  <a:gd name="connsiteY25" fmla="*/ 22624 h 61807"/>
                  <a:gd name="connsiteX26" fmla="*/ 1080 w 39570"/>
                  <a:gd name="connsiteY26" fmla="*/ 13735 h 61807"/>
                  <a:gd name="connsiteX27" fmla="*/ 4541 w 39570"/>
                  <a:gd name="connsiteY27" fmla="*/ 6535 h 61807"/>
                  <a:gd name="connsiteX28" fmla="*/ 10578 w 39570"/>
                  <a:gd name="connsiteY28" fmla="*/ 1745 h 61807"/>
                  <a:gd name="connsiteX29" fmla="*/ 19467 w 39570"/>
                  <a:gd name="connsiteY29" fmla="*/ 0 h 61807"/>
                  <a:gd name="connsiteX30" fmla="*/ 23704 w 39570"/>
                  <a:gd name="connsiteY30" fmla="*/ 581 h 61807"/>
                  <a:gd name="connsiteX31" fmla="*/ 27913 w 39570"/>
                  <a:gd name="connsiteY31" fmla="*/ 2243 h 61807"/>
                  <a:gd name="connsiteX32" fmla="*/ 31651 w 39570"/>
                  <a:gd name="connsiteY32" fmla="*/ 4984 h 61807"/>
                  <a:gd name="connsiteX33" fmla="*/ 34420 w 39570"/>
                  <a:gd name="connsiteY33" fmla="*/ 8723 h 61807"/>
                  <a:gd name="connsiteX34" fmla="*/ 34586 w 39570"/>
                  <a:gd name="connsiteY34" fmla="*/ 8723 h 61807"/>
                  <a:gd name="connsiteX35" fmla="*/ 34586 w 39570"/>
                  <a:gd name="connsiteY35" fmla="*/ 1163 h 61807"/>
                  <a:gd name="connsiteX36" fmla="*/ 34586 w 39570"/>
                  <a:gd name="connsiteY36" fmla="*/ 22845 h 61807"/>
                  <a:gd name="connsiteX37" fmla="*/ 33617 w 39570"/>
                  <a:gd name="connsiteY37" fmla="*/ 15590 h 61807"/>
                  <a:gd name="connsiteX38" fmla="*/ 30848 w 39570"/>
                  <a:gd name="connsiteY38" fmla="*/ 9775 h 61807"/>
                  <a:gd name="connsiteX39" fmla="*/ 26279 w 39570"/>
                  <a:gd name="connsiteY39" fmla="*/ 5898 h 61807"/>
                  <a:gd name="connsiteX40" fmla="*/ 20049 w 39570"/>
                  <a:gd name="connsiteY40" fmla="*/ 4486 h 61807"/>
                  <a:gd name="connsiteX41" fmla="*/ 14233 w 39570"/>
                  <a:gd name="connsiteY41" fmla="*/ 5594 h 61807"/>
                  <a:gd name="connsiteX42" fmla="*/ 9581 w 39570"/>
                  <a:gd name="connsiteY42" fmla="*/ 8889 h 61807"/>
                  <a:gd name="connsiteX43" fmla="*/ 6480 w 39570"/>
                  <a:gd name="connsiteY43" fmla="*/ 14150 h 61807"/>
                  <a:gd name="connsiteX44" fmla="*/ 5372 w 39570"/>
                  <a:gd name="connsiteY44" fmla="*/ 21350 h 61807"/>
                  <a:gd name="connsiteX45" fmla="*/ 6037 w 39570"/>
                  <a:gd name="connsiteY45" fmla="*/ 28965 h 61807"/>
                  <a:gd name="connsiteX46" fmla="*/ 8695 w 39570"/>
                  <a:gd name="connsiteY46" fmla="*/ 35140 h 61807"/>
                  <a:gd name="connsiteX47" fmla="*/ 13347 w 39570"/>
                  <a:gd name="connsiteY47" fmla="*/ 39349 h 61807"/>
                  <a:gd name="connsiteX48" fmla="*/ 20076 w 39570"/>
                  <a:gd name="connsiteY48" fmla="*/ 40872 h 61807"/>
                  <a:gd name="connsiteX49" fmla="*/ 26196 w 39570"/>
                  <a:gd name="connsiteY49" fmla="*/ 39432 h 61807"/>
                  <a:gd name="connsiteX50" fmla="*/ 30765 w 39570"/>
                  <a:gd name="connsiteY50" fmla="*/ 35528 h 61807"/>
                  <a:gd name="connsiteX51" fmla="*/ 33617 w 39570"/>
                  <a:gd name="connsiteY51" fmla="*/ 29796 h 61807"/>
                  <a:gd name="connsiteX52" fmla="*/ 34614 w 39570"/>
                  <a:gd name="connsiteY52" fmla="*/ 22873 h 6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9570" h="61807">
                    <a:moveTo>
                      <a:pt x="34586" y="1163"/>
                    </a:moveTo>
                    <a:lnTo>
                      <a:pt x="39571" y="1163"/>
                    </a:lnTo>
                    <a:lnTo>
                      <a:pt x="39571" y="40042"/>
                    </a:lnTo>
                    <a:cubicBezTo>
                      <a:pt x="39571" y="42922"/>
                      <a:pt x="39294" y="45663"/>
                      <a:pt x="38712" y="48294"/>
                    </a:cubicBezTo>
                    <a:cubicBezTo>
                      <a:pt x="38131" y="50924"/>
                      <a:pt x="37106" y="53250"/>
                      <a:pt x="35611" y="55244"/>
                    </a:cubicBezTo>
                    <a:cubicBezTo>
                      <a:pt x="34116" y="57238"/>
                      <a:pt x="32067" y="58816"/>
                      <a:pt x="29464" y="60007"/>
                    </a:cubicBezTo>
                    <a:cubicBezTo>
                      <a:pt x="26861" y="61198"/>
                      <a:pt x="23510" y="61807"/>
                      <a:pt x="19412" y="61807"/>
                    </a:cubicBezTo>
                    <a:cubicBezTo>
                      <a:pt x="16255" y="61807"/>
                      <a:pt x="13541" y="61392"/>
                      <a:pt x="11270" y="60589"/>
                    </a:cubicBezTo>
                    <a:cubicBezTo>
                      <a:pt x="9000" y="59786"/>
                      <a:pt x="7144" y="58761"/>
                      <a:pt x="5704" y="57570"/>
                    </a:cubicBezTo>
                    <a:cubicBezTo>
                      <a:pt x="4264" y="56352"/>
                      <a:pt x="3157" y="54995"/>
                      <a:pt x="2409" y="53527"/>
                    </a:cubicBezTo>
                    <a:cubicBezTo>
                      <a:pt x="1661" y="52060"/>
                      <a:pt x="1246" y="50675"/>
                      <a:pt x="1191" y="49429"/>
                    </a:cubicBezTo>
                    <a:lnTo>
                      <a:pt x="6507" y="49429"/>
                    </a:lnTo>
                    <a:cubicBezTo>
                      <a:pt x="6895" y="51035"/>
                      <a:pt x="7504" y="52337"/>
                      <a:pt x="8335" y="53361"/>
                    </a:cubicBezTo>
                    <a:cubicBezTo>
                      <a:pt x="9166" y="54386"/>
                      <a:pt x="10135" y="55189"/>
                      <a:pt x="11270" y="55770"/>
                    </a:cubicBezTo>
                    <a:cubicBezTo>
                      <a:pt x="12406" y="56352"/>
                      <a:pt x="13652" y="56740"/>
                      <a:pt x="15036" y="56989"/>
                    </a:cubicBezTo>
                    <a:cubicBezTo>
                      <a:pt x="16421" y="57210"/>
                      <a:pt x="17861" y="57321"/>
                      <a:pt x="19356" y="57321"/>
                    </a:cubicBezTo>
                    <a:cubicBezTo>
                      <a:pt x="22735" y="57321"/>
                      <a:pt x="25448" y="56740"/>
                      <a:pt x="27497" y="55577"/>
                    </a:cubicBezTo>
                    <a:cubicBezTo>
                      <a:pt x="29547" y="54413"/>
                      <a:pt x="31097" y="52890"/>
                      <a:pt x="32150" y="51007"/>
                    </a:cubicBezTo>
                    <a:cubicBezTo>
                      <a:pt x="33202" y="49124"/>
                      <a:pt x="33866" y="46992"/>
                      <a:pt x="34171" y="44611"/>
                    </a:cubicBezTo>
                    <a:cubicBezTo>
                      <a:pt x="34476" y="42229"/>
                      <a:pt x="34586" y="39792"/>
                      <a:pt x="34559" y="37300"/>
                    </a:cubicBezTo>
                    <a:cubicBezTo>
                      <a:pt x="32953" y="39959"/>
                      <a:pt x="30737" y="41980"/>
                      <a:pt x="27941" y="43337"/>
                    </a:cubicBezTo>
                    <a:cubicBezTo>
                      <a:pt x="25144" y="44694"/>
                      <a:pt x="22208" y="45358"/>
                      <a:pt x="19162" y="45358"/>
                    </a:cubicBezTo>
                    <a:cubicBezTo>
                      <a:pt x="15895" y="45358"/>
                      <a:pt x="13043" y="44721"/>
                      <a:pt x="10661" y="43503"/>
                    </a:cubicBezTo>
                    <a:cubicBezTo>
                      <a:pt x="8252" y="42257"/>
                      <a:pt x="6258" y="40596"/>
                      <a:pt x="4680" y="38519"/>
                    </a:cubicBezTo>
                    <a:cubicBezTo>
                      <a:pt x="3101" y="36442"/>
                      <a:pt x="1911" y="34033"/>
                      <a:pt x="1163" y="31264"/>
                    </a:cubicBezTo>
                    <a:cubicBezTo>
                      <a:pt x="388" y="28494"/>
                      <a:pt x="0" y="25614"/>
                      <a:pt x="0" y="22624"/>
                    </a:cubicBezTo>
                    <a:cubicBezTo>
                      <a:pt x="0" y="19467"/>
                      <a:pt x="360" y="16504"/>
                      <a:pt x="1080" y="13735"/>
                    </a:cubicBezTo>
                    <a:cubicBezTo>
                      <a:pt x="1800" y="10966"/>
                      <a:pt x="2963" y="8584"/>
                      <a:pt x="4541" y="6535"/>
                    </a:cubicBezTo>
                    <a:cubicBezTo>
                      <a:pt x="6120" y="4514"/>
                      <a:pt x="8114" y="2908"/>
                      <a:pt x="10578" y="1745"/>
                    </a:cubicBezTo>
                    <a:cubicBezTo>
                      <a:pt x="13015" y="581"/>
                      <a:pt x="15978" y="0"/>
                      <a:pt x="19467" y="0"/>
                    </a:cubicBezTo>
                    <a:cubicBezTo>
                      <a:pt x="20852" y="0"/>
                      <a:pt x="22264" y="194"/>
                      <a:pt x="23704" y="581"/>
                    </a:cubicBezTo>
                    <a:cubicBezTo>
                      <a:pt x="25144" y="969"/>
                      <a:pt x="26528" y="1523"/>
                      <a:pt x="27913" y="2243"/>
                    </a:cubicBezTo>
                    <a:cubicBezTo>
                      <a:pt x="29270" y="2963"/>
                      <a:pt x="30516" y="3877"/>
                      <a:pt x="31651" y="4984"/>
                    </a:cubicBezTo>
                    <a:cubicBezTo>
                      <a:pt x="32787" y="6092"/>
                      <a:pt x="33700" y="7338"/>
                      <a:pt x="34420" y="8723"/>
                    </a:cubicBezTo>
                    <a:lnTo>
                      <a:pt x="34586" y="8723"/>
                    </a:lnTo>
                    <a:lnTo>
                      <a:pt x="34586" y="1163"/>
                    </a:lnTo>
                    <a:close/>
                    <a:moveTo>
                      <a:pt x="34586" y="22845"/>
                    </a:moveTo>
                    <a:cubicBezTo>
                      <a:pt x="34586" y="20242"/>
                      <a:pt x="34254" y="17833"/>
                      <a:pt x="33617" y="15590"/>
                    </a:cubicBezTo>
                    <a:cubicBezTo>
                      <a:pt x="32980" y="13347"/>
                      <a:pt x="32039" y="11409"/>
                      <a:pt x="30848" y="9775"/>
                    </a:cubicBezTo>
                    <a:cubicBezTo>
                      <a:pt x="29630" y="8141"/>
                      <a:pt x="28107" y="6867"/>
                      <a:pt x="26279" y="5898"/>
                    </a:cubicBezTo>
                    <a:cubicBezTo>
                      <a:pt x="24451" y="4957"/>
                      <a:pt x="22375" y="4486"/>
                      <a:pt x="20049" y="4486"/>
                    </a:cubicBezTo>
                    <a:cubicBezTo>
                      <a:pt x="17944" y="4486"/>
                      <a:pt x="16006" y="4846"/>
                      <a:pt x="14233" y="5594"/>
                    </a:cubicBezTo>
                    <a:cubicBezTo>
                      <a:pt x="12461" y="6341"/>
                      <a:pt x="10910" y="7449"/>
                      <a:pt x="9581" y="8889"/>
                    </a:cubicBezTo>
                    <a:cubicBezTo>
                      <a:pt x="8252" y="10329"/>
                      <a:pt x="7227" y="12073"/>
                      <a:pt x="6480" y="14150"/>
                    </a:cubicBezTo>
                    <a:cubicBezTo>
                      <a:pt x="5732" y="16227"/>
                      <a:pt x="5372" y="18636"/>
                      <a:pt x="5372" y="21350"/>
                    </a:cubicBezTo>
                    <a:cubicBezTo>
                      <a:pt x="5261" y="24064"/>
                      <a:pt x="5483" y="26611"/>
                      <a:pt x="6037" y="28965"/>
                    </a:cubicBezTo>
                    <a:cubicBezTo>
                      <a:pt x="6591" y="31319"/>
                      <a:pt x="7477" y="33396"/>
                      <a:pt x="8695" y="35140"/>
                    </a:cubicBezTo>
                    <a:cubicBezTo>
                      <a:pt x="9913" y="36913"/>
                      <a:pt x="11464" y="38325"/>
                      <a:pt x="13347" y="39349"/>
                    </a:cubicBezTo>
                    <a:cubicBezTo>
                      <a:pt x="15230" y="40374"/>
                      <a:pt x="17473" y="40872"/>
                      <a:pt x="20076" y="40872"/>
                    </a:cubicBezTo>
                    <a:cubicBezTo>
                      <a:pt x="22347" y="40872"/>
                      <a:pt x="24368" y="40402"/>
                      <a:pt x="26196" y="39432"/>
                    </a:cubicBezTo>
                    <a:cubicBezTo>
                      <a:pt x="27996" y="38463"/>
                      <a:pt x="29519" y="37162"/>
                      <a:pt x="30765" y="35528"/>
                    </a:cubicBezTo>
                    <a:cubicBezTo>
                      <a:pt x="32011" y="33894"/>
                      <a:pt x="32953" y="31983"/>
                      <a:pt x="33617" y="29796"/>
                    </a:cubicBezTo>
                    <a:cubicBezTo>
                      <a:pt x="34282" y="27608"/>
                      <a:pt x="34614" y="25310"/>
                      <a:pt x="34614" y="22873"/>
                    </a:cubicBez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6" name="Freeform 3505">
                <a:extLst>
                  <a:ext uri="{FF2B5EF4-FFF2-40B4-BE49-F238E27FC236}">
                    <a16:creationId xmlns:a16="http://schemas.microsoft.com/office/drawing/2014/main" id="{F99F95BE-1300-B8F9-DDE1-8C968CA76C0F}"/>
                  </a:ext>
                </a:extLst>
              </p:cNvPr>
              <p:cNvSpPr/>
              <p:nvPr/>
            </p:nvSpPr>
            <p:spPr>
              <a:xfrm>
                <a:off x="2265255" y="2222060"/>
                <a:ext cx="18387" cy="77258"/>
              </a:xfrm>
              <a:custGeom>
                <a:avLst/>
                <a:gdLst>
                  <a:gd name="connsiteX0" fmla="*/ 0 w 18387"/>
                  <a:gd name="connsiteY0" fmla="*/ 77259 h 77258"/>
                  <a:gd name="connsiteX1" fmla="*/ 9360 w 18387"/>
                  <a:gd name="connsiteY1" fmla="*/ 58789 h 77258"/>
                  <a:gd name="connsiteX2" fmla="*/ 12710 w 18387"/>
                  <a:gd name="connsiteY2" fmla="*/ 38380 h 77258"/>
                  <a:gd name="connsiteX3" fmla="*/ 9221 w 18387"/>
                  <a:gd name="connsiteY3" fmla="*/ 18276 h 77258"/>
                  <a:gd name="connsiteX4" fmla="*/ 0 w 18387"/>
                  <a:gd name="connsiteY4" fmla="*/ 0 h 77258"/>
                  <a:gd name="connsiteX5" fmla="*/ 4237 w 18387"/>
                  <a:gd name="connsiteY5" fmla="*/ 0 h 77258"/>
                  <a:gd name="connsiteX6" fmla="*/ 10301 w 18387"/>
                  <a:gd name="connsiteY6" fmla="*/ 9166 h 77258"/>
                  <a:gd name="connsiteX7" fmla="*/ 14732 w 18387"/>
                  <a:gd name="connsiteY7" fmla="*/ 18221 h 77258"/>
                  <a:gd name="connsiteX8" fmla="*/ 17446 w 18387"/>
                  <a:gd name="connsiteY8" fmla="*/ 27857 h 77258"/>
                  <a:gd name="connsiteX9" fmla="*/ 18387 w 18387"/>
                  <a:gd name="connsiteY9" fmla="*/ 38768 h 77258"/>
                  <a:gd name="connsiteX10" fmla="*/ 17446 w 18387"/>
                  <a:gd name="connsiteY10" fmla="*/ 49540 h 77258"/>
                  <a:gd name="connsiteX11" fmla="*/ 14704 w 18387"/>
                  <a:gd name="connsiteY11" fmla="*/ 59232 h 77258"/>
                  <a:gd name="connsiteX12" fmla="*/ 10246 w 18387"/>
                  <a:gd name="connsiteY12" fmla="*/ 68314 h 77258"/>
                  <a:gd name="connsiteX13" fmla="*/ 4264 w 18387"/>
                  <a:gd name="connsiteY13" fmla="*/ 77259 h 77258"/>
                  <a:gd name="connsiteX14" fmla="*/ 28 w 18387"/>
                  <a:gd name="connsiteY14" fmla="*/ 77259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387" h="77258">
                    <a:moveTo>
                      <a:pt x="0" y="77259"/>
                    </a:moveTo>
                    <a:cubicBezTo>
                      <a:pt x="3988" y="71499"/>
                      <a:pt x="7089" y="65324"/>
                      <a:pt x="9360" y="58789"/>
                    </a:cubicBezTo>
                    <a:cubicBezTo>
                      <a:pt x="11603" y="52226"/>
                      <a:pt x="12710" y="45414"/>
                      <a:pt x="12710" y="38380"/>
                    </a:cubicBezTo>
                    <a:cubicBezTo>
                      <a:pt x="12710" y="31347"/>
                      <a:pt x="11547" y="24756"/>
                      <a:pt x="9221" y="18276"/>
                    </a:cubicBezTo>
                    <a:cubicBezTo>
                      <a:pt x="6895" y="11796"/>
                      <a:pt x="3821" y="5704"/>
                      <a:pt x="0" y="0"/>
                    </a:cubicBezTo>
                    <a:lnTo>
                      <a:pt x="4237" y="0"/>
                    </a:lnTo>
                    <a:cubicBezTo>
                      <a:pt x="6507" y="3157"/>
                      <a:pt x="8529" y="6231"/>
                      <a:pt x="10301" y="9166"/>
                    </a:cubicBezTo>
                    <a:cubicBezTo>
                      <a:pt x="12073" y="12129"/>
                      <a:pt x="13541" y="15147"/>
                      <a:pt x="14732" y="18221"/>
                    </a:cubicBezTo>
                    <a:cubicBezTo>
                      <a:pt x="15923" y="21295"/>
                      <a:pt x="16809" y="24507"/>
                      <a:pt x="17446" y="27857"/>
                    </a:cubicBezTo>
                    <a:cubicBezTo>
                      <a:pt x="18082" y="31208"/>
                      <a:pt x="18387" y="34836"/>
                      <a:pt x="18387" y="38768"/>
                    </a:cubicBezTo>
                    <a:cubicBezTo>
                      <a:pt x="18387" y="42700"/>
                      <a:pt x="18082" y="46189"/>
                      <a:pt x="17446" y="49540"/>
                    </a:cubicBezTo>
                    <a:cubicBezTo>
                      <a:pt x="16809" y="52890"/>
                      <a:pt x="15895" y="56130"/>
                      <a:pt x="14704" y="59232"/>
                    </a:cubicBezTo>
                    <a:cubicBezTo>
                      <a:pt x="13513" y="62333"/>
                      <a:pt x="12018" y="65351"/>
                      <a:pt x="10246" y="68314"/>
                    </a:cubicBezTo>
                    <a:cubicBezTo>
                      <a:pt x="8474" y="71277"/>
                      <a:pt x="6480" y="74268"/>
                      <a:pt x="4264" y="77259"/>
                    </a:cubicBezTo>
                    <a:lnTo>
                      <a:pt x="28" y="77259"/>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7" name="Freeform 3506">
                <a:extLst>
                  <a:ext uri="{FF2B5EF4-FFF2-40B4-BE49-F238E27FC236}">
                    <a16:creationId xmlns:a16="http://schemas.microsoft.com/office/drawing/2014/main" id="{EFDA6297-19D5-CB32-07E5-CAE8F44E13DA}"/>
                  </a:ext>
                </a:extLst>
              </p:cNvPr>
              <p:cNvSpPr/>
              <p:nvPr/>
            </p:nvSpPr>
            <p:spPr>
              <a:xfrm>
                <a:off x="2313023" y="2228457"/>
                <a:ext cx="19439" cy="56158"/>
              </a:xfrm>
              <a:custGeom>
                <a:avLst/>
                <a:gdLst>
                  <a:gd name="connsiteX0" fmla="*/ 19439 w 19439"/>
                  <a:gd name="connsiteY0" fmla="*/ 55161 h 56158"/>
                  <a:gd name="connsiteX1" fmla="*/ 17030 w 19439"/>
                  <a:gd name="connsiteY1" fmla="*/ 55743 h 56158"/>
                  <a:gd name="connsiteX2" fmla="*/ 13707 w 19439"/>
                  <a:gd name="connsiteY2" fmla="*/ 56158 h 56158"/>
                  <a:gd name="connsiteX3" fmla="*/ 8030 w 19439"/>
                  <a:gd name="connsiteY3" fmla="*/ 54303 h 56158"/>
                  <a:gd name="connsiteX4" fmla="*/ 6064 w 19439"/>
                  <a:gd name="connsiteY4" fmla="*/ 47601 h 56158"/>
                  <a:gd name="connsiteX5" fmla="*/ 6064 w 19439"/>
                  <a:gd name="connsiteY5" fmla="*/ 16116 h 56158"/>
                  <a:gd name="connsiteX6" fmla="*/ 0 w 19439"/>
                  <a:gd name="connsiteY6" fmla="*/ 16116 h 56158"/>
                  <a:gd name="connsiteX7" fmla="*/ 0 w 19439"/>
                  <a:gd name="connsiteY7" fmla="*/ 11963 h 56158"/>
                  <a:gd name="connsiteX8" fmla="*/ 6064 w 19439"/>
                  <a:gd name="connsiteY8" fmla="*/ 11963 h 56158"/>
                  <a:gd name="connsiteX9" fmla="*/ 6064 w 19439"/>
                  <a:gd name="connsiteY9" fmla="*/ 0 h 56158"/>
                  <a:gd name="connsiteX10" fmla="*/ 11049 w 19439"/>
                  <a:gd name="connsiteY10" fmla="*/ 0 h 56158"/>
                  <a:gd name="connsiteX11" fmla="*/ 11049 w 19439"/>
                  <a:gd name="connsiteY11" fmla="*/ 11963 h 56158"/>
                  <a:gd name="connsiteX12" fmla="*/ 19107 w 19439"/>
                  <a:gd name="connsiteY12" fmla="*/ 11963 h 56158"/>
                  <a:gd name="connsiteX13" fmla="*/ 19107 w 19439"/>
                  <a:gd name="connsiteY13" fmla="*/ 16116 h 56158"/>
                  <a:gd name="connsiteX14" fmla="*/ 11049 w 19439"/>
                  <a:gd name="connsiteY14" fmla="*/ 16116 h 56158"/>
                  <a:gd name="connsiteX15" fmla="*/ 11049 w 19439"/>
                  <a:gd name="connsiteY15" fmla="*/ 45608 h 56158"/>
                  <a:gd name="connsiteX16" fmla="*/ 11132 w 19439"/>
                  <a:gd name="connsiteY16" fmla="*/ 48349 h 56158"/>
                  <a:gd name="connsiteX17" fmla="*/ 11630 w 19439"/>
                  <a:gd name="connsiteY17" fmla="*/ 50260 h 56158"/>
                  <a:gd name="connsiteX18" fmla="*/ 12932 w 19439"/>
                  <a:gd name="connsiteY18" fmla="*/ 51340 h 56158"/>
                  <a:gd name="connsiteX19" fmla="*/ 15369 w 19439"/>
                  <a:gd name="connsiteY19" fmla="*/ 51672 h 56158"/>
                  <a:gd name="connsiteX20" fmla="*/ 17390 w 19439"/>
                  <a:gd name="connsiteY20" fmla="*/ 51506 h 56158"/>
                  <a:gd name="connsiteX21" fmla="*/ 19439 w 19439"/>
                  <a:gd name="connsiteY21" fmla="*/ 51090 h 56158"/>
                  <a:gd name="connsiteX22" fmla="*/ 19439 w 19439"/>
                  <a:gd name="connsiteY22" fmla="*/ 55161 h 5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439" h="56158">
                    <a:moveTo>
                      <a:pt x="19439" y="55161"/>
                    </a:moveTo>
                    <a:cubicBezTo>
                      <a:pt x="18830" y="55272"/>
                      <a:pt x="18027" y="55466"/>
                      <a:pt x="17030" y="55743"/>
                    </a:cubicBezTo>
                    <a:cubicBezTo>
                      <a:pt x="16033" y="56020"/>
                      <a:pt x="14926" y="56158"/>
                      <a:pt x="13707" y="56158"/>
                    </a:cubicBezTo>
                    <a:cubicBezTo>
                      <a:pt x="11215" y="56158"/>
                      <a:pt x="9332" y="55521"/>
                      <a:pt x="8030" y="54303"/>
                    </a:cubicBezTo>
                    <a:cubicBezTo>
                      <a:pt x="6729" y="53057"/>
                      <a:pt x="6064" y="50841"/>
                      <a:pt x="6064" y="47601"/>
                    </a:cubicBezTo>
                    <a:lnTo>
                      <a:pt x="6064" y="16116"/>
                    </a:lnTo>
                    <a:lnTo>
                      <a:pt x="0" y="16116"/>
                    </a:lnTo>
                    <a:lnTo>
                      <a:pt x="0" y="11963"/>
                    </a:lnTo>
                    <a:lnTo>
                      <a:pt x="6064" y="11963"/>
                    </a:lnTo>
                    <a:lnTo>
                      <a:pt x="6064" y="0"/>
                    </a:lnTo>
                    <a:lnTo>
                      <a:pt x="11049" y="0"/>
                    </a:lnTo>
                    <a:lnTo>
                      <a:pt x="11049" y="11963"/>
                    </a:lnTo>
                    <a:lnTo>
                      <a:pt x="19107" y="11963"/>
                    </a:lnTo>
                    <a:lnTo>
                      <a:pt x="19107" y="16116"/>
                    </a:lnTo>
                    <a:lnTo>
                      <a:pt x="11049" y="16116"/>
                    </a:lnTo>
                    <a:lnTo>
                      <a:pt x="11049" y="45608"/>
                    </a:lnTo>
                    <a:cubicBezTo>
                      <a:pt x="11049" y="46660"/>
                      <a:pt x="11049" y="47574"/>
                      <a:pt x="11132" y="48349"/>
                    </a:cubicBezTo>
                    <a:cubicBezTo>
                      <a:pt x="11187" y="49124"/>
                      <a:pt x="11353" y="49761"/>
                      <a:pt x="11630" y="50260"/>
                    </a:cubicBezTo>
                    <a:cubicBezTo>
                      <a:pt x="11907" y="50758"/>
                      <a:pt x="12350" y="51118"/>
                      <a:pt x="12932" y="51340"/>
                    </a:cubicBezTo>
                    <a:cubicBezTo>
                      <a:pt x="13513" y="51561"/>
                      <a:pt x="14316" y="51672"/>
                      <a:pt x="15369" y="51672"/>
                    </a:cubicBezTo>
                    <a:cubicBezTo>
                      <a:pt x="16033" y="51672"/>
                      <a:pt x="16698" y="51617"/>
                      <a:pt x="17390" y="51506"/>
                    </a:cubicBezTo>
                    <a:cubicBezTo>
                      <a:pt x="18082" y="51395"/>
                      <a:pt x="18775" y="51257"/>
                      <a:pt x="19439" y="51090"/>
                    </a:cubicBezTo>
                    <a:lnTo>
                      <a:pt x="19439" y="5516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8" name="Freeform 3507">
                <a:extLst>
                  <a:ext uri="{FF2B5EF4-FFF2-40B4-BE49-F238E27FC236}">
                    <a16:creationId xmlns:a16="http://schemas.microsoft.com/office/drawing/2014/main" id="{26EF61DE-621A-3D19-D687-049F4A241F75}"/>
                  </a:ext>
                </a:extLst>
              </p:cNvPr>
              <p:cNvSpPr/>
              <p:nvPr/>
            </p:nvSpPr>
            <p:spPr>
              <a:xfrm>
                <a:off x="2338305" y="2239229"/>
                <a:ext cx="40567" cy="45330"/>
              </a:xfrm>
              <a:custGeom>
                <a:avLst/>
                <a:gdLst>
                  <a:gd name="connsiteX0" fmla="*/ 21904 w 40567"/>
                  <a:gd name="connsiteY0" fmla="*/ 19135 h 45330"/>
                  <a:gd name="connsiteX1" fmla="*/ 25282 w 40567"/>
                  <a:gd name="connsiteY1" fmla="*/ 18636 h 45330"/>
                  <a:gd name="connsiteX2" fmla="*/ 28467 w 40567"/>
                  <a:gd name="connsiteY2" fmla="*/ 17722 h 45330"/>
                  <a:gd name="connsiteX3" fmla="*/ 30017 w 40567"/>
                  <a:gd name="connsiteY3" fmla="*/ 15756 h 45330"/>
                  <a:gd name="connsiteX4" fmla="*/ 30294 w 40567"/>
                  <a:gd name="connsiteY4" fmla="*/ 13209 h 45330"/>
                  <a:gd name="connsiteX5" fmla="*/ 27830 w 40567"/>
                  <a:gd name="connsiteY5" fmla="*/ 6923 h 45330"/>
                  <a:gd name="connsiteX6" fmla="*/ 19578 w 40567"/>
                  <a:gd name="connsiteY6" fmla="*/ 4486 h 45330"/>
                  <a:gd name="connsiteX7" fmla="*/ 14843 w 40567"/>
                  <a:gd name="connsiteY7" fmla="*/ 4957 h 45330"/>
                  <a:gd name="connsiteX8" fmla="*/ 11049 w 40567"/>
                  <a:gd name="connsiteY8" fmla="*/ 6535 h 45330"/>
                  <a:gd name="connsiteX9" fmla="*/ 8390 w 40567"/>
                  <a:gd name="connsiteY9" fmla="*/ 9526 h 45330"/>
                  <a:gd name="connsiteX10" fmla="*/ 7034 w 40567"/>
                  <a:gd name="connsiteY10" fmla="*/ 14206 h 45330"/>
                  <a:gd name="connsiteX11" fmla="*/ 1966 w 40567"/>
                  <a:gd name="connsiteY11" fmla="*/ 14206 h 45330"/>
                  <a:gd name="connsiteX12" fmla="*/ 3711 w 40567"/>
                  <a:gd name="connsiteY12" fmla="*/ 7698 h 45330"/>
                  <a:gd name="connsiteX13" fmla="*/ 7587 w 40567"/>
                  <a:gd name="connsiteY13" fmla="*/ 3295 h 45330"/>
                  <a:gd name="connsiteX14" fmla="*/ 13070 w 40567"/>
                  <a:gd name="connsiteY14" fmla="*/ 803 h 45330"/>
                  <a:gd name="connsiteX15" fmla="*/ 19689 w 40567"/>
                  <a:gd name="connsiteY15" fmla="*/ 0 h 45330"/>
                  <a:gd name="connsiteX16" fmla="*/ 25781 w 40567"/>
                  <a:gd name="connsiteY16" fmla="*/ 692 h 45330"/>
                  <a:gd name="connsiteX17" fmla="*/ 30765 w 40567"/>
                  <a:gd name="connsiteY17" fmla="*/ 2935 h 45330"/>
                  <a:gd name="connsiteX18" fmla="*/ 34088 w 40567"/>
                  <a:gd name="connsiteY18" fmla="*/ 7034 h 45330"/>
                  <a:gd name="connsiteX19" fmla="*/ 35306 w 40567"/>
                  <a:gd name="connsiteY19" fmla="*/ 13347 h 45330"/>
                  <a:gd name="connsiteX20" fmla="*/ 35306 w 40567"/>
                  <a:gd name="connsiteY20" fmla="*/ 36774 h 45330"/>
                  <a:gd name="connsiteX21" fmla="*/ 36359 w 40567"/>
                  <a:gd name="connsiteY21" fmla="*/ 40457 h 45330"/>
                  <a:gd name="connsiteX22" fmla="*/ 40568 w 40567"/>
                  <a:gd name="connsiteY22" fmla="*/ 40069 h 45330"/>
                  <a:gd name="connsiteX23" fmla="*/ 40568 w 40567"/>
                  <a:gd name="connsiteY23" fmla="*/ 43974 h 45330"/>
                  <a:gd name="connsiteX24" fmla="*/ 38851 w 40567"/>
                  <a:gd name="connsiteY24" fmla="*/ 44472 h 45330"/>
                  <a:gd name="connsiteX25" fmla="*/ 36663 w 40567"/>
                  <a:gd name="connsiteY25" fmla="*/ 44805 h 45330"/>
                  <a:gd name="connsiteX26" fmla="*/ 34420 w 40567"/>
                  <a:gd name="connsiteY26" fmla="*/ 44555 h 45330"/>
                  <a:gd name="connsiteX27" fmla="*/ 32427 w 40567"/>
                  <a:gd name="connsiteY27" fmla="*/ 43780 h 45330"/>
                  <a:gd name="connsiteX28" fmla="*/ 31208 w 40567"/>
                  <a:gd name="connsiteY28" fmla="*/ 42285 h 45330"/>
                  <a:gd name="connsiteX29" fmla="*/ 30571 w 40567"/>
                  <a:gd name="connsiteY29" fmla="*/ 40374 h 45330"/>
                  <a:gd name="connsiteX30" fmla="*/ 30405 w 40567"/>
                  <a:gd name="connsiteY30" fmla="*/ 38186 h 45330"/>
                  <a:gd name="connsiteX31" fmla="*/ 23178 w 40567"/>
                  <a:gd name="connsiteY31" fmla="*/ 43503 h 45330"/>
                  <a:gd name="connsiteX32" fmla="*/ 14372 w 40567"/>
                  <a:gd name="connsiteY32" fmla="*/ 45331 h 45330"/>
                  <a:gd name="connsiteX33" fmla="*/ 8944 w 40567"/>
                  <a:gd name="connsiteY33" fmla="*/ 44583 h 45330"/>
                  <a:gd name="connsiteX34" fmla="*/ 4320 w 40567"/>
                  <a:gd name="connsiteY34" fmla="*/ 42257 h 45330"/>
                  <a:gd name="connsiteX35" fmla="*/ 1163 w 40567"/>
                  <a:gd name="connsiteY35" fmla="*/ 38380 h 45330"/>
                  <a:gd name="connsiteX36" fmla="*/ 0 w 40567"/>
                  <a:gd name="connsiteY36" fmla="*/ 32953 h 45330"/>
                  <a:gd name="connsiteX37" fmla="*/ 15036 w 40567"/>
                  <a:gd name="connsiteY37" fmla="*/ 19993 h 45330"/>
                  <a:gd name="connsiteX38" fmla="*/ 21931 w 40567"/>
                  <a:gd name="connsiteY38" fmla="*/ 19079 h 45330"/>
                  <a:gd name="connsiteX39" fmla="*/ 30294 w 40567"/>
                  <a:gd name="connsiteY39" fmla="*/ 21627 h 45330"/>
                  <a:gd name="connsiteX40" fmla="*/ 23898 w 40567"/>
                  <a:gd name="connsiteY40" fmla="*/ 23371 h 45330"/>
                  <a:gd name="connsiteX41" fmla="*/ 17418 w 40567"/>
                  <a:gd name="connsiteY41" fmla="*/ 24036 h 45330"/>
                  <a:gd name="connsiteX42" fmla="*/ 8474 w 40567"/>
                  <a:gd name="connsiteY42" fmla="*/ 26611 h 45330"/>
                  <a:gd name="connsiteX43" fmla="*/ 5261 w 40567"/>
                  <a:gd name="connsiteY43" fmla="*/ 33174 h 45330"/>
                  <a:gd name="connsiteX44" fmla="*/ 6064 w 40567"/>
                  <a:gd name="connsiteY44" fmla="*/ 36636 h 45330"/>
                  <a:gd name="connsiteX45" fmla="*/ 8141 w 40567"/>
                  <a:gd name="connsiteY45" fmla="*/ 39045 h 45330"/>
                  <a:gd name="connsiteX46" fmla="*/ 11132 w 40567"/>
                  <a:gd name="connsiteY46" fmla="*/ 40457 h 45330"/>
                  <a:gd name="connsiteX47" fmla="*/ 14593 w 40567"/>
                  <a:gd name="connsiteY47" fmla="*/ 40928 h 45330"/>
                  <a:gd name="connsiteX48" fmla="*/ 20409 w 40567"/>
                  <a:gd name="connsiteY48" fmla="*/ 40180 h 45330"/>
                  <a:gd name="connsiteX49" fmla="*/ 25448 w 40567"/>
                  <a:gd name="connsiteY49" fmla="*/ 37909 h 45330"/>
                  <a:gd name="connsiteX50" fmla="*/ 28965 w 40567"/>
                  <a:gd name="connsiteY50" fmla="*/ 34005 h 45330"/>
                  <a:gd name="connsiteX51" fmla="*/ 30294 w 40567"/>
                  <a:gd name="connsiteY51" fmla="*/ 28411 h 45330"/>
                  <a:gd name="connsiteX52" fmla="*/ 30294 w 40567"/>
                  <a:gd name="connsiteY52" fmla="*/ 21682 h 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0567" h="45330">
                    <a:moveTo>
                      <a:pt x="21904" y="19135"/>
                    </a:moveTo>
                    <a:cubicBezTo>
                      <a:pt x="22845" y="19024"/>
                      <a:pt x="23981" y="18858"/>
                      <a:pt x="25282" y="18636"/>
                    </a:cubicBezTo>
                    <a:cubicBezTo>
                      <a:pt x="26584" y="18415"/>
                      <a:pt x="27636" y="18110"/>
                      <a:pt x="28467" y="17722"/>
                    </a:cubicBezTo>
                    <a:cubicBezTo>
                      <a:pt x="29297" y="17335"/>
                      <a:pt x="29796" y="16670"/>
                      <a:pt x="30017" y="15756"/>
                    </a:cubicBezTo>
                    <a:cubicBezTo>
                      <a:pt x="30211" y="14843"/>
                      <a:pt x="30294" y="14012"/>
                      <a:pt x="30294" y="13209"/>
                    </a:cubicBezTo>
                    <a:cubicBezTo>
                      <a:pt x="30294" y="10661"/>
                      <a:pt x="29464" y="8584"/>
                      <a:pt x="27830" y="6923"/>
                    </a:cubicBezTo>
                    <a:cubicBezTo>
                      <a:pt x="26196" y="5289"/>
                      <a:pt x="23455" y="4486"/>
                      <a:pt x="19578" y="4486"/>
                    </a:cubicBezTo>
                    <a:cubicBezTo>
                      <a:pt x="17861" y="4486"/>
                      <a:pt x="16283" y="4652"/>
                      <a:pt x="14843" y="4957"/>
                    </a:cubicBezTo>
                    <a:cubicBezTo>
                      <a:pt x="13403" y="5261"/>
                      <a:pt x="12129" y="5787"/>
                      <a:pt x="11049" y="6535"/>
                    </a:cubicBezTo>
                    <a:cubicBezTo>
                      <a:pt x="9969" y="7283"/>
                      <a:pt x="9083" y="8280"/>
                      <a:pt x="8390" y="9526"/>
                    </a:cubicBezTo>
                    <a:cubicBezTo>
                      <a:pt x="7698" y="10772"/>
                      <a:pt x="7227" y="12350"/>
                      <a:pt x="7034" y="14206"/>
                    </a:cubicBezTo>
                    <a:lnTo>
                      <a:pt x="1966" y="14206"/>
                    </a:lnTo>
                    <a:cubicBezTo>
                      <a:pt x="2132" y="11658"/>
                      <a:pt x="2714" y="9498"/>
                      <a:pt x="3711" y="7698"/>
                    </a:cubicBezTo>
                    <a:cubicBezTo>
                      <a:pt x="4707" y="5898"/>
                      <a:pt x="6009" y="4431"/>
                      <a:pt x="7587" y="3295"/>
                    </a:cubicBezTo>
                    <a:cubicBezTo>
                      <a:pt x="9166" y="2160"/>
                      <a:pt x="10993" y="1329"/>
                      <a:pt x="13070" y="803"/>
                    </a:cubicBezTo>
                    <a:cubicBezTo>
                      <a:pt x="15147" y="277"/>
                      <a:pt x="17335" y="0"/>
                      <a:pt x="19689" y="0"/>
                    </a:cubicBezTo>
                    <a:cubicBezTo>
                      <a:pt x="21848" y="0"/>
                      <a:pt x="23870" y="249"/>
                      <a:pt x="25781" y="692"/>
                    </a:cubicBezTo>
                    <a:cubicBezTo>
                      <a:pt x="27691" y="1163"/>
                      <a:pt x="29353" y="1911"/>
                      <a:pt x="30765" y="2935"/>
                    </a:cubicBezTo>
                    <a:cubicBezTo>
                      <a:pt x="32177" y="3960"/>
                      <a:pt x="33285" y="5344"/>
                      <a:pt x="34088" y="7034"/>
                    </a:cubicBezTo>
                    <a:cubicBezTo>
                      <a:pt x="34891" y="8750"/>
                      <a:pt x="35306" y="10855"/>
                      <a:pt x="35306" y="13347"/>
                    </a:cubicBezTo>
                    <a:lnTo>
                      <a:pt x="35306" y="36774"/>
                    </a:lnTo>
                    <a:cubicBezTo>
                      <a:pt x="35306" y="38713"/>
                      <a:pt x="35639" y="39959"/>
                      <a:pt x="36359" y="40457"/>
                    </a:cubicBezTo>
                    <a:cubicBezTo>
                      <a:pt x="37051" y="40983"/>
                      <a:pt x="38436" y="40872"/>
                      <a:pt x="40568" y="40069"/>
                    </a:cubicBezTo>
                    <a:lnTo>
                      <a:pt x="40568" y="43974"/>
                    </a:lnTo>
                    <a:cubicBezTo>
                      <a:pt x="40180" y="44085"/>
                      <a:pt x="39599" y="44251"/>
                      <a:pt x="38851" y="44472"/>
                    </a:cubicBezTo>
                    <a:cubicBezTo>
                      <a:pt x="38103" y="44694"/>
                      <a:pt x="37356" y="44805"/>
                      <a:pt x="36663" y="44805"/>
                    </a:cubicBezTo>
                    <a:cubicBezTo>
                      <a:pt x="35888" y="44805"/>
                      <a:pt x="35140" y="44721"/>
                      <a:pt x="34420" y="44555"/>
                    </a:cubicBezTo>
                    <a:cubicBezTo>
                      <a:pt x="33590" y="44445"/>
                      <a:pt x="32925" y="44195"/>
                      <a:pt x="32427" y="43780"/>
                    </a:cubicBezTo>
                    <a:cubicBezTo>
                      <a:pt x="31928" y="43365"/>
                      <a:pt x="31513" y="42866"/>
                      <a:pt x="31208" y="42285"/>
                    </a:cubicBezTo>
                    <a:cubicBezTo>
                      <a:pt x="30904" y="41703"/>
                      <a:pt x="30682" y="41066"/>
                      <a:pt x="30571" y="40374"/>
                    </a:cubicBezTo>
                    <a:cubicBezTo>
                      <a:pt x="30460" y="39682"/>
                      <a:pt x="30405" y="38962"/>
                      <a:pt x="30405" y="38186"/>
                    </a:cubicBezTo>
                    <a:cubicBezTo>
                      <a:pt x="28301" y="40512"/>
                      <a:pt x="25891" y="42285"/>
                      <a:pt x="23178" y="43503"/>
                    </a:cubicBezTo>
                    <a:cubicBezTo>
                      <a:pt x="20464" y="44721"/>
                      <a:pt x="17529" y="45331"/>
                      <a:pt x="14372" y="45331"/>
                    </a:cubicBezTo>
                    <a:cubicBezTo>
                      <a:pt x="12489" y="45331"/>
                      <a:pt x="10689" y="45081"/>
                      <a:pt x="8944" y="44583"/>
                    </a:cubicBezTo>
                    <a:cubicBezTo>
                      <a:pt x="7200" y="44085"/>
                      <a:pt x="5649" y="43309"/>
                      <a:pt x="4320" y="42257"/>
                    </a:cubicBezTo>
                    <a:cubicBezTo>
                      <a:pt x="2991" y="41205"/>
                      <a:pt x="1938" y="39931"/>
                      <a:pt x="1163" y="38380"/>
                    </a:cubicBezTo>
                    <a:cubicBezTo>
                      <a:pt x="388" y="36857"/>
                      <a:pt x="0" y="35057"/>
                      <a:pt x="0" y="32953"/>
                    </a:cubicBezTo>
                    <a:cubicBezTo>
                      <a:pt x="0" y="25642"/>
                      <a:pt x="5012" y="21322"/>
                      <a:pt x="15036" y="19993"/>
                    </a:cubicBezTo>
                    <a:lnTo>
                      <a:pt x="21931" y="19079"/>
                    </a:lnTo>
                    <a:close/>
                    <a:moveTo>
                      <a:pt x="30294" y="21627"/>
                    </a:moveTo>
                    <a:cubicBezTo>
                      <a:pt x="28190" y="22513"/>
                      <a:pt x="26058" y="23095"/>
                      <a:pt x="23898" y="23371"/>
                    </a:cubicBezTo>
                    <a:cubicBezTo>
                      <a:pt x="21738" y="23648"/>
                      <a:pt x="19578" y="23870"/>
                      <a:pt x="17418" y="24036"/>
                    </a:cubicBezTo>
                    <a:cubicBezTo>
                      <a:pt x="13596" y="24313"/>
                      <a:pt x="10606" y="25171"/>
                      <a:pt x="8474" y="26611"/>
                    </a:cubicBezTo>
                    <a:cubicBezTo>
                      <a:pt x="6341" y="28051"/>
                      <a:pt x="5261" y="30239"/>
                      <a:pt x="5261" y="33174"/>
                    </a:cubicBezTo>
                    <a:cubicBezTo>
                      <a:pt x="5261" y="34503"/>
                      <a:pt x="5511" y="35666"/>
                      <a:pt x="6064" y="36636"/>
                    </a:cubicBezTo>
                    <a:cubicBezTo>
                      <a:pt x="6591" y="37605"/>
                      <a:pt x="7283" y="38408"/>
                      <a:pt x="8141" y="39045"/>
                    </a:cubicBezTo>
                    <a:cubicBezTo>
                      <a:pt x="9000" y="39682"/>
                      <a:pt x="9997" y="40152"/>
                      <a:pt x="11132" y="40457"/>
                    </a:cubicBezTo>
                    <a:cubicBezTo>
                      <a:pt x="12267" y="40762"/>
                      <a:pt x="13430" y="40928"/>
                      <a:pt x="14593" y="40928"/>
                    </a:cubicBezTo>
                    <a:cubicBezTo>
                      <a:pt x="16587" y="40928"/>
                      <a:pt x="18526" y="40679"/>
                      <a:pt x="20409" y="40180"/>
                    </a:cubicBezTo>
                    <a:cubicBezTo>
                      <a:pt x="22291" y="39682"/>
                      <a:pt x="23981" y="38934"/>
                      <a:pt x="25448" y="37909"/>
                    </a:cubicBezTo>
                    <a:cubicBezTo>
                      <a:pt x="26916" y="36885"/>
                      <a:pt x="28079" y="35583"/>
                      <a:pt x="28965" y="34005"/>
                    </a:cubicBezTo>
                    <a:cubicBezTo>
                      <a:pt x="29851" y="32427"/>
                      <a:pt x="30294" y="30544"/>
                      <a:pt x="30294" y="28411"/>
                    </a:cubicBezTo>
                    <a:lnTo>
                      <a:pt x="30294" y="2168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09" name="Freeform 3508">
                <a:extLst>
                  <a:ext uri="{FF2B5EF4-FFF2-40B4-BE49-F238E27FC236}">
                    <a16:creationId xmlns:a16="http://schemas.microsoft.com/office/drawing/2014/main" id="{4CD91F11-9E8D-62AA-6402-59D210F2AD77}"/>
                  </a:ext>
                </a:extLst>
              </p:cNvPr>
              <p:cNvSpPr/>
              <p:nvPr/>
            </p:nvSpPr>
            <p:spPr>
              <a:xfrm>
                <a:off x="2384522" y="2239229"/>
                <a:ext cx="33894" cy="45303"/>
              </a:xfrm>
              <a:custGeom>
                <a:avLst/>
                <a:gdLst>
                  <a:gd name="connsiteX0" fmla="*/ 5012 w 33894"/>
                  <a:gd name="connsiteY0" fmla="*/ 30765 h 45303"/>
                  <a:gd name="connsiteX1" fmla="*/ 9221 w 33894"/>
                  <a:gd name="connsiteY1" fmla="*/ 38602 h 45303"/>
                  <a:gd name="connsiteX2" fmla="*/ 17889 w 33894"/>
                  <a:gd name="connsiteY2" fmla="*/ 40872 h 45303"/>
                  <a:gd name="connsiteX3" fmla="*/ 22624 w 33894"/>
                  <a:gd name="connsiteY3" fmla="*/ 40208 h 45303"/>
                  <a:gd name="connsiteX4" fmla="*/ 25919 w 33894"/>
                  <a:gd name="connsiteY4" fmla="*/ 38408 h 45303"/>
                  <a:gd name="connsiteX5" fmla="*/ 27885 w 33894"/>
                  <a:gd name="connsiteY5" fmla="*/ 35860 h 45303"/>
                  <a:gd name="connsiteX6" fmla="*/ 28550 w 33894"/>
                  <a:gd name="connsiteY6" fmla="*/ 32870 h 45303"/>
                  <a:gd name="connsiteX7" fmla="*/ 26501 w 33894"/>
                  <a:gd name="connsiteY7" fmla="*/ 28190 h 45303"/>
                  <a:gd name="connsiteX8" fmla="*/ 21405 w 33894"/>
                  <a:gd name="connsiteY8" fmla="*/ 25781 h 45303"/>
                  <a:gd name="connsiteX9" fmla="*/ 14759 w 33894"/>
                  <a:gd name="connsiteY9" fmla="*/ 24285 h 45303"/>
                  <a:gd name="connsiteX10" fmla="*/ 8114 w 33894"/>
                  <a:gd name="connsiteY10" fmla="*/ 22430 h 45303"/>
                  <a:gd name="connsiteX11" fmla="*/ 3018 w 33894"/>
                  <a:gd name="connsiteY11" fmla="*/ 18858 h 45303"/>
                  <a:gd name="connsiteX12" fmla="*/ 997 w 33894"/>
                  <a:gd name="connsiteY12" fmla="*/ 12295 h 45303"/>
                  <a:gd name="connsiteX13" fmla="*/ 4929 w 33894"/>
                  <a:gd name="connsiteY13" fmla="*/ 3461 h 45303"/>
                  <a:gd name="connsiteX14" fmla="*/ 16116 w 33894"/>
                  <a:gd name="connsiteY14" fmla="*/ 0 h 45303"/>
                  <a:gd name="connsiteX15" fmla="*/ 27442 w 33894"/>
                  <a:gd name="connsiteY15" fmla="*/ 3101 h 45303"/>
                  <a:gd name="connsiteX16" fmla="*/ 32731 w 33894"/>
                  <a:gd name="connsiteY16" fmla="*/ 13541 h 45303"/>
                  <a:gd name="connsiteX17" fmla="*/ 27664 w 33894"/>
                  <a:gd name="connsiteY17" fmla="*/ 13541 h 45303"/>
                  <a:gd name="connsiteX18" fmla="*/ 23870 w 33894"/>
                  <a:gd name="connsiteY18" fmla="*/ 6507 h 45303"/>
                  <a:gd name="connsiteX19" fmla="*/ 16033 w 33894"/>
                  <a:gd name="connsiteY19" fmla="*/ 4486 h 45303"/>
                  <a:gd name="connsiteX20" fmla="*/ 8806 w 33894"/>
                  <a:gd name="connsiteY20" fmla="*/ 6507 h 45303"/>
                  <a:gd name="connsiteX21" fmla="*/ 6314 w 33894"/>
                  <a:gd name="connsiteY21" fmla="*/ 11880 h 45303"/>
                  <a:gd name="connsiteX22" fmla="*/ 8335 w 33894"/>
                  <a:gd name="connsiteY22" fmla="*/ 16310 h 45303"/>
                  <a:gd name="connsiteX23" fmla="*/ 13458 w 33894"/>
                  <a:gd name="connsiteY23" fmla="*/ 18802 h 45303"/>
                  <a:gd name="connsiteX24" fmla="*/ 20104 w 33894"/>
                  <a:gd name="connsiteY24" fmla="*/ 20519 h 45303"/>
                  <a:gd name="connsiteX25" fmla="*/ 26750 w 33894"/>
                  <a:gd name="connsiteY25" fmla="*/ 22624 h 45303"/>
                  <a:gd name="connsiteX26" fmla="*/ 31845 w 33894"/>
                  <a:gd name="connsiteY26" fmla="*/ 26307 h 45303"/>
                  <a:gd name="connsiteX27" fmla="*/ 33894 w 33894"/>
                  <a:gd name="connsiteY27" fmla="*/ 32787 h 45303"/>
                  <a:gd name="connsiteX28" fmla="*/ 32565 w 33894"/>
                  <a:gd name="connsiteY28" fmla="*/ 38214 h 45303"/>
                  <a:gd name="connsiteX29" fmla="*/ 28910 w 33894"/>
                  <a:gd name="connsiteY29" fmla="*/ 42146 h 45303"/>
                  <a:gd name="connsiteX30" fmla="*/ 23399 w 33894"/>
                  <a:gd name="connsiteY30" fmla="*/ 44500 h 45303"/>
                  <a:gd name="connsiteX31" fmla="*/ 16366 w 33894"/>
                  <a:gd name="connsiteY31" fmla="*/ 45303 h 45303"/>
                  <a:gd name="connsiteX32" fmla="*/ 9609 w 33894"/>
                  <a:gd name="connsiteY32" fmla="*/ 44195 h 45303"/>
                  <a:gd name="connsiteX33" fmla="*/ 4569 w 33894"/>
                  <a:gd name="connsiteY33" fmla="*/ 41094 h 45303"/>
                  <a:gd name="connsiteX34" fmla="*/ 1329 w 33894"/>
                  <a:gd name="connsiteY34" fmla="*/ 36442 h 45303"/>
                  <a:gd name="connsiteX35" fmla="*/ 0 w 33894"/>
                  <a:gd name="connsiteY35" fmla="*/ 30710 h 45303"/>
                  <a:gd name="connsiteX36" fmla="*/ 5067 w 33894"/>
                  <a:gd name="connsiteY36" fmla="*/ 30710 h 4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894" h="45303">
                    <a:moveTo>
                      <a:pt x="5012" y="30765"/>
                    </a:moveTo>
                    <a:cubicBezTo>
                      <a:pt x="5787" y="34476"/>
                      <a:pt x="7172" y="37106"/>
                      <a:pt x="9221" y="38602"/>
                    </a:cubicBezTo>
                    <a:cubicBezTo>
                      <a:pt x="11243" y="40125"/>
                      <a:pt x="14123" y="40872"/>
                      <a:pt x="17889" y="40872"/>
                    </a:cubicBezTo>
                    <a:cubicBezTo>
                      <a:pt x="19716" y="40872"/>
                      <a:pt x="21295" y="40651"/>
                      <a:pt x="22624" y="40208"/>
                    </a:cubicBezTo>
                    <a:cubicBezTo>
                      <a:pt x="23953" y="39765"/>
                      <a:pt x="25061" y="39156"/>
                      <a:pt x="25919" y="38408"/>
                    </a:cubicBezTo>
                    <a:cubicBezTo>
                      <a:pt x="26777" y="37660"/>
                      <a:pt x="27414" y="36830"/>
                      <a:pt x="27885" y="35860"/>
                    </a:cubicBezTo>
                    <a:cubicBezTo>
                      <a:pt x="28328" y="34919"/>
                      <a:pt x="28550" y="33922"/>
                      <a:pt x="28550" y="32870"/>
                    </a:cubicBezTo>
                    <a:cubicBezTo>
                      <a:pt x="28550" y="30765"/>
                      <a:pt x="27857" y="29214"/>
                      <a:pt x="26501" y="28190"/>
                    </a:cubicBezTo>
                    <a:cubicBezTo>
                      <a:pt x="25144" y="27165"/>
                      <a:pt x="23455" y="26362"/>
                      <a:pt x="21405" y="25781"/>
                    </a:cubicBezTo>
                    <a:cubicBezTo>
                      <a:pt x="19356" y="25199"/>
                      <a:pt x="17141" y="24701"/>
                      <a:pt x="14759" y="24285"/>
                    </a:cubicBezTo>
                    <a:cubicBezTo>
                      <a:pt x="12378" y="23870"/>
                      <a:pt x="10163" y="23233"/>
                      <a:pt x="8114" y="22430"/>
                    </a:cubicBezTo>
                    <a:cubicBezTo>
                      <a:pt x="6064" y="21599"/>
                      <a:pt x="4375" y="20409"/>
                      <a:pt x="3018" y="18858"/>
                    </a:cubicBezTo>
                    <a:cubicBezTo>
                      <a:pt x="1661" y="17307"/>
                      <a:pt x="997" y="15119"/>
                      <a:pt x="997" y="12295"/>
                    </a:cubicBezTo>
                    <a:cubicBezTo>
                      <a:pt x="997" y="8695"/>
                      <a:pt x="2298" y="5760"/>
                      <a:pt x="4929" y="3461"/>
                    </a:cubicBezTo>
                    <a:cubicBezTo>
                      <a:pt x="7560" y="1163"/>
                      <a:pt x="11270" y="0"/>
                      <a:pt x="16116" y="0"/>
                    </a:cubicBezTo>
                    <a:cubicBezTo>
                      <a:pt x="20962" y="0"/>
                      <a:pt x="24534" y="1052"/>
                      <a:pt x="27442" y="3101"/>
                    </a:cubicBezTo>
                    <a:cubicBezTo>
                      <a:pt x="30350" y="5178"/>
                      <a:pt x="32094" y="8667"/>
                      <a:pt x="32731" y="13541"/>
                    </a:cubicBezTo>
                    <a:lnTo>
                      <a:pt x="27664" y="13541"/>
                    </a:lnTo>
                    <a:cubicBezTo>
                      <a:pt x="27221" y="10218"/>
                      <a:pt x="25947" y="7892"/>
                      <a:pt x="23870" y="6507"/>
                    </a:cubicBezTo>
                    <a:cubicBezTo>
                      <a:pt x="21793" y="5151"/>
                      <a:pt x="19190" y="4486"/>
                      <a:pt x="16033" y="4486"/>
                    </a:cubicBezTo>
                    <a:cubicBezTo>
                      <a:pt x="12876" y="4486"/>
                      <a:pt x="10467" y="5178"/>
                      <a:pt x="8806" y="6507"/>
                    </a:cubicBezTo>
                    <a:cubicBezTo>
                      <a:pt x="7144" y="7864"/>
                      <a:pt x="6314" y="9664"/>
                      <a:pt x="6314" y="11880"/>
                    </a:cubicBezTo>
                    <a:cubicBezTo>
                      <a:pt x="6314" y="13818"/>
                      <a:pt x="6978" y="15286"/>
                      <a:pt x="8335" y="16310"/>
                    </a:cubicBezTo>
                    <a:cubicBezTo>
                      <a:pt x="9692" y="17335"/>
                      <a:pt x="11381" y="18166"/>
                      <a:pt x="13458" y="18802"/>
                    </a:cubicBezTo>
                    <a:cubicBezTo>
                      <a:pt x="15507" y="19439"/>
                      <a:pt x="17722" y="20021"/>
                      <a:pt x="20104" y="20519"/>
                    </a:cubicBezTo>
                    <a:cubicBezTo>
                      <a:pt x="22485" y="21018"/>
                      <a:pt x="24701" y="21710"/>
                      <a:pt x="26750" y="22624"/>
                    </a:cubicBezTo>
                    <a:cubicBezTo>
                      <a:pt x="28799" y="23538"/>
                      <a:pt x="30488" y="24784"/>
                      <a:pt x="31845" y="26307"/>
                    </a:cubicBezTo>
                    <a:cubicBezTo>
                      <a:pt x="33202" y="27857"/>
                      <a:pt x="33894" y="30017"/>
                      <a:pt x="33894" y="32787"/>
                    </a:cubicBezTo>
                    <a:cubicBezTo>
                      <a:pt x="33894" y="34836"/>
                      <a:pt x="33451" y="36663"/>
                      <a:pt x="32565" y="38214"/>
                    </a:cubicBezTo>
                    <a:cubicBezTo>
                      <a:pt x="31679" y="39792"/>
                      <a:pt x="30460" y="41122"/>
                      <a:pt x="28910" y="42146"/>
                    </a:cubicBezTo>
                    <a:cubicBezTo>
                      <a:pt x="27359" y="43199"/>
                      <a:pt x="25504" y="44002"/>
                      <a:pt x="23399" y="44500"/>
                    </a:cubicBezTo>
                    <a:cubicBezTo>
                      <a:pt x="21267" y="45026"/>
                      <a:pt x="18913" y="45303"/>
                      <a:pt x="16366" y="45303"/>
                    </a:cubicBezTo>
                    <a:cubicBezTo>
                      <a:pt x="13818" y="45303"/>
                      <a:pt x="11547" y="44943"/>
                      <a:pt x="9609" y="44195"/>
                    </a:cubicBezTo>
                    <a:cubicBezTo>
                      <a:pt x="7643" y="43448"/>
                      <a:pt x="5954" y="42395"/>
                      <a:pt x="4569" y="41094"/>
                    </a:cubicBezTo>
                    <a:cubicBezTo>
                      <a:pt x="3184" y="39792"/>
                      <a:pt x="2104" y="38214"/>
                      <a:pt x="1329" y="36442"/>
                    </a:cubicBezTo>
                    <a:cubicBezTo>
                      <a:pt x="554" y="34670"/>
                      <a:pt x="111" y="32759"/>
                      <a:pt x="0" y="30710"/>
                    </a:cubicBezTo>
                    <a:lnTo>
                      <a:pt x="5067" y="3071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10" name="Freeform 3509">
                <a:extLst>
                  <a:ext uri="{FF2B5EF4-FFF2-40B4-BE49-F238E27FC236}">
                    <a16:creationId xmlns:a16="http://schemas.microsoft.com/office/drawing/2014/main" id="{C465BAB6-A12A-463A-2805-039822257363}"/>
                  </a:ext>
                </a:extLst>
              </p:cNvPr>
              <p:cNvSpPr/>
              <p:nvPr/>
            </p:nvSpPr>
            <p:spPr>
              <a:xfrm>
                <a:off x="2427831" y="2223639"/>
                <a:ext cx="34808" cy="59813"/>
              </a:xfrm>
              <a:custGeom>
                <a:avLst/>
                <a:gdLst>
                  <a:gd name="connsiteX0" fmla="*/ 0 w 34808"/>
                  <a:gd name="connsiteY0" fmla="*/ 59813 h 59813"/>
                  <a:gd name="connsiteX1" fmla="*/ 0 w 34808"/>
                  <a:gd name="connsiteY1" fmla="*/ 0 h 59813"/>
                  <a:gd name="connsiteX2" fmla="*/ 4984 w 34808"/>
                  <a:gd name="connsiteY2" fmla="*/ 0 h 59813"/>
                  <a:gd name="connsiteX3" fmla="*/ 4984 w 34808"/>
                  <a:gd name="connsiteY3" fmla="*/ 37217 h 59813"/>
                  <a:gd name="connsiteX4" fmla="*/ 26085 w 34808"/>
                  <a:gd name="connsiteY4" fmla="*/ 16781 h 59813"/>
                  <a:gd name="connsiteX5" fmla="*/ 32897 w 34808"/>
                  <a:gd name="connsiteY5" fmla="*/ 16781 h 59813"/>
                  <a:gd name="connsiteX6" fmla="*/ 16781 w 34808"/>
                  <a:gd name="connsiteY6" fmla="*/ 32316 h 59813"/>
                  <a:gd name="connsiteX7" fmla="*/ 34808 w 34808"/>
                  <a:gd name="connsiteY7" fmla="*/ 59813 h 59813"/>
                  <a:gd name="connsiteX8" fmla="*/ 29242 w 34808"/>
                  <a:gd name="connsiteY8" fmla="*/ 59813 h 59813"/>
                  <a:gd name="connsiteX9" fmla="*/ 13126 w 34808"/>
                  <a:gd name="connsiteY9" fmla="*/ 35805 h 59813"/>
                  <a:gd name="connsiteX10" fmla="*/ 4984 w 34808"/>
                  <a:gd name="connsiteY10" fmla="*/ 43531 h 59813"/>
                  <a:gd name="connsiteX11" fmla="*/ 4984 w 34808"/>
                  <a:gd name="connsiteY11" fmla="*/ 59813 h 59813"/>
                  <a:gd name="connsiteX12" fmla="*/ 0 w 34808"/>
                  <a:gd name="connsiteY12" fmla="*/ 59813 h 5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08" h="59813">
                    <a:moveTo>
                      <a:pt x="0" y="59813"/>
                    </a:moveTo>
                    <a:lnTo>
                      <a:pt x="0" y="0"/>
                    </a:lnTo>
                    <a:lnTo>
                      <a:pt x="4984" y="0"/>
                    </a:lnTo>
                    <a:lnTo>
                      <a:pt x="4984" y="37217"/>
                    </a:lnTo>
                    <a:lnTo>
                      <a:pt x="26085" y="16781"/>
                    </a:lnTo>
                    <a:lnTo>
                      <a:pt x="32897" y="16781"/>
                    </a:lnTo>
                    <a:lnTo>
                      <a:pt x="16781" y="32316"/>
                    </a:lnTo>
                    <a:lnTo>
                      <a:pt x="34808" y="59813"/>
                    </a:lnTo>
                    <a:lnTo>
                      <a:pt x="29242" y="59813"/>
                    </a:lnTo>
                    <a:lnTo>
                      <a:pt x="13126" y="35805"/>
                    </a:lnTo>
                    <a:lnTo>
                      <a:pt x="4984" y="43531"/>
                    </a:lnTo>
                    <a:lnTo>
                      <a:pt x="4984" y="59813"/>
                    </a:lnTo>
                    <a:lnTo>
                      <a:pt x="0" y="59813"/>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3549" name="Graphic 14">
              <a:extLst>
                <a:ext uri="{FF2B5EF4-FFF2-40B4-BE49-F238E27FC236}">
                  <a16:creationId xmlns:a16="http://schemas.microsoft.com/office/drawing/2014/main" id="{919CF91C-EDBF-32F7-D907-E26BBC2F5C79}"/>
                </a:ext>
              </a:extLst>
            </p:cNvPr>
            <p:cNvGrpSpPr/>
            <p:nvPr/>
          </p:nvGrpSpPr>
          <p:grpSpPr>
            <a:xfrm>
              <a:off x="1086465" y="2905269"/>
              <a:ext cx="10078540" cy="166852"/>
              <a:chOff x="1557991" y="2723508"/>
              <a:chExt cx="2719760" cy="45023"/>
            </a:xfrm>
            <a:solidFill>
              <a:srgbClr val="010101"/>
            </a:solidFill>
          </p:grpSpPr>
          <p:sp>
            <p:nvSpPr>
              <p:cNvPr id="3550" name="Freeform 3549">
                <a:extLst>
                  <a:ext uri="{FF2B5EF4-FFF2-40B4-BE49-F238E27FC236}">
                    <a16:creationId xmlns:a16="http://schemas.microsoft.com/office/drawing/2014/main" id="{79E6EE58-7472-E507-FDF0-19B4072C29B0}"/>
                  </a:ext>
                </a:extLst>
              </p:cNvPr>
              <p:cNvSpPr/>
              <p:nvPr/>
            </p:nvSpPr>
            <p:spPr>
              <a:xfrm>
                <a:off x="1557991" y="2744374"/>
                <a:ext cx="2680660" cy="1827"/>
              </a:xfrm>
              <a:custGeom>
                <a:avLst/>
                <a:gdLst>
                  <a:gd name="connsiteX0" fmla="*/ 0 w 2680660"/>
                  <a:gd name="connsiteY0" fmla="*/ 0 h 1827"/>
                  <a:gd name="connsiteX1" fmla="*/ 2680661 w 2680660"/>
                  <a:gd name="connsiteY1" fmla="*/ 1828 h 1827"/>
                </a:gdLst>
                <a:ahLst/>
                <a:cxnLst>
                  <a:cxn ang="0">
                    <a:pos x="connsiteX0" y="connsiteY0"/>
                  </a:cxn>
                  <a:cxn ang="0">
                    <a:pos x="connsiteX1" y="connsiteY1"/>
                  </a:cxn>
                </a:cxnLst>
                <a:rect l="l" t="t" r="r" b="b"/>
                <a:pathLst>
                  <a:path w="2680660" h="1827">
                    <a:moveTo>
                      <a:pt x="0" y="0"/>
                    </a:moveTo>
                    <a:lnTo>
                      <a:pt x="2680661" y="1828"/>
                    </a:lnTo>
                  </a:path>
                </a:pathLst>
              </a:custGeom>
              <a:ln w="5534" cap="flat">
                <a:solidFill>
                  <a:srgbClr val="010101"/>
                </a:solidFill>
                <a:prstDash val="solid"/>
                <a:miter/>
              </a:ln>
            </p:spPr>
            <p:txBody>
              <a:bodyPr rtlCol="0" anchor="ctr"/>
              <a:lstStyle/>
              <a:p>
                <a:endParaRPr lang="en-US" sz="2000">
                  <a:latin typeface="Helvetica Light" panose="020B0403020202020204" pitchFamily="34" charset="0"/>
                </a:endParaRPr>
              </a:p>
            </p:txBody>
          </p:sp>
          <p:sp>
            <p:nvSpPr>
              <p:cNvPr id="3551" name="Freeform 3550">
                <a:extLst>
                  <a:ext uri="{FF2B5EF4-FFF2-40B4-BE49-F238E27FC236}">
                    <a16:creationId xmlns:a16="http://schemas.microsoft.com/office/drawing/2014/main" id="{AF76D2AB-9169-7C6E-9C3F-EB2F88499EC2}"/>
                  </a:ext>
                </a:extLst>
              </p:cNvPr>
              <p:cNvSpPr/>
              <p:nvPr/>
            </p:nvSpPr>
            <p:spPr>
              <a:xfrm>
                <a:off x="4222618" y="2723689"/>
                <a:ext cx="55133" cy="45026"/>
              </a:xfrm>
              <a:custGeom>
                <a:avLst/>
                <a:gdLst>
                  <a:gd name="connsiteX0" fmla="*/ 55134 w 55133"/>
                  <a:gd name="connsiteY0" fmla="*/ 22541 h 45026"/>
                  <a:gd name="connsiteX1" fmla="*/ 0 w 55133"/>
                  <a:gd name="connsiteY1" fmla="*/ 45026 h 45026"/>
                  <a:gd name="connsiteX2" fmla="*/ 13098 w 55133"/>
                  <a:gd name="connsiteY2" fmla="*/ 22513 h 45026"/>
                  <a:gd name="connsiteX3" fmla="*/ 28 w 55133"/>
                  <a:gd name="connsiteY3" fmla="*/ 0 h 45026"/>
                  <a:gd name="connsiteX4" fmla="*/ 55134 w 55133"/>
                  <a:gd name="connsiteY4" fmla="*/ 22541 h 45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33" h="45026">
                    <a:moveTo>
                      <a:pt x="55134" y="22541"/>
                    </a:moveTo>
                    <a:lnTo>
                      <a:pt x="0" y="45026"/>
                    </a:lnTo>
                    <a:lnTo>
                      <a:pt x="13098" y="22513"/>
                    </a:lnTo>
                    <a:lnTo>
                      <a:pt x="28" y="0"/>
                    </a:lnTo>
                    <a:lnTo>
                      <a:pt x="55134" y="2254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grpSp>
        <p:nvGrpSpPr>
          <p:cNvPr id="3515" name="Graphic 14">
            <a:extLst>
              <a:ext uri="{FF2B5EF4-FFF2-40B4-BE49-F238E27FC236}">
                <a16:creationId xmlns:a16="http://schemas.microsoft.com/office/drawing/2014/main" id="{D66552F5-B0ED-4680-4719-9DB148F7931B}"/>
              </a:ext>
            </a:extLst>
          </p:cNvPr>
          <p:cNvGrpSpPr/>
          <p:nvPr/>
        </p:nvGrpSpPr>
        <p:grpSpPr>
          <a:xfrm>
            <a:off x="3738990" y="1898780"/>
            <a:ext cx="850148" cy="850149"/>
            <a:chOff x="1964638" y="2462642"/>
            <a:chExt cx="250274" cy="250274"/>
          </a:xfrm>
          <a:noFill/>
        </p:grpSpPr>
        <p:pic>
          <p:nvPicPr>
            <p:cNvPr id="3516" name="Picture 3515">
              <a:extLst>
                <a:ext uri="{FF2B5EF4-FFF2-40B4-BE49-F238E27FC236}">
                  <a16:creationId xmlns:a16="http://schemas.microsoft.com/office/drawing/2014/main" id="{940988AE-8A0F-79B9-349F-26454B11C3AF}"/>
                </a:ext>
              </a:extLst>
            </p:cNvPr>
            <p:cNvPicPr>
              <a:picLocks noChangeAspect="1"/>
            </p:cNvPicPr>
            <p:nvPr/>
          </p:nvPicPr>
          <p:blipFill>
            <a:blip r:embed="rId3"/>
            <a:stretch>
              <a:fillRect/>
            </a:stretch>
          </p:blipFill>
          <p:spPr>
            <a:xfrm>
              <a:off x="2004569" y="2488922"/>
              <a:ext cx="203614" cy="204666"/>
            </a:xfrm>
            <a:custGeom>
              <a:avLst/>
              <a:gdLst>
                <a:gd name="connsiteX0" fmla="*/ 29 w 203614"/>
                <a:gd name="connsiteY0" fmla="*/ 299 h 204666"/>
                <a:gd name="connsiteX1" fmla="*/ 203643 w 203614"/>
                <a:gd name="connsiteY1" fmla="*/ 299 h 204666"/>
                <a:gd name="connsiteX2" fmla="*/ 203643 w 203614"/>
                <a:gd name="connsiteY2" fmla="*/ 204965 h 204666"/>
                <a:gd name="connsiteX3" fmla="*/ 29 w 203614"/>
                <a:gd name="connsiteY3" fmla="*/ 204965 h 204666"/>
              </a:gdLst>
              <a:ahLst/>
              <a:cxnLst>
                <a:cxn ang="0">
                  <a:pos x="connsiteX0" y="connsiteY0"/>
                </a:cxn>
                <a:cxn ang="0">
                  <a:pos x="connsiteX1" y="connsiteY1"/>
                </a:cxn>
                <a:cxn ang="0">
                  <a:pos x="connsiteX2" y="connsiteY2"/>
                </a:cxn>
                <a:cxn ang="0">
                  <a:pos x="connsiteX3" y="connsiteY3"/>
                </a:cxn>
              </a:cxnLst>
              <a:rect l="l" t="t" r="r" b="b"/>
              <a:pathLst>
                <a:path w="203614" h="204666">
                  <a:moveTo>
                    <a:pt x="29" y="299"/>
                  </a:moveTo>
                  <a:lnTo>
                    <a:pt x="203643" y="299"/>
                  </a:lnTo>
                  <a:lnTo>
                    <a:pt x="203643" y="204965"/>
                  </a:lnTo>
                  <a:lnTo>
                    <a:pt x="29" y="204965"/>
                  </a:lnTo>
                  <a:close/>
                </a:path>
              </a:pathLst>
            </a:custGeom>
          </p:spPr>
        </p:pic>
        <p:sp>
          <p:nvSpPr>
            <p:cNvPr id="3517" name="Freeform 3516">
              <a:extLst>
                <a:ext uri="{FF2B5EF4-FFF2-40B4-BE49-F238E27FC236}">
                  <a16:creationId xmlns:a16="http://schemas.microsoft.com/office/drawing/2014/main" id="{EB2D2B5F-0991-6150-41FC-4B15FCDBC871}"/>
                </a:ext>
              </a:extLst>
            </p:cNvPr>
            <p:cNvSpPr/>
            <p:nvPr/>
          </p:nvSpPr>
          <p:spPr>
            <a:xfrm>
              <a:off x="1964638" y="2462643"/>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518" name="Graphic 14">
            <a:extLst>
              <a:ext uri="{FF2B5EF4-FFF2-40B4-BE49-F238E27FC236}">
                <a16:creationId xmlns:a16="http://schemas.microsoft.com/office/drawing/2014/main" id="{BA2439FE-8E3F-A935-F99C-6B7A57F75680}"/>
              </a:ext>
            </a:extLst>
          </p:cNvPr>
          <p:cNvGrpSpPr/>
          <p:nvPr/>
        </p:nvGrpSpPr>
        <p:grpSpPr>
          <a:xfrm>
            <a:off x="4882151" y="1898789"/>
            <a:ext cx="850148" cy="850149"/>
            <a:chOff x="2301172" y="2462645"/>
            <a:chExt cx="250274" cy="250274"/>
          </a:xfrm>
          <a:noFill/>
        </p:grpSpPr>
        <p:pic>
          <p:nvPicPr>
            <p:cNvPr id="3519" name="Picture 3518">
              <a:extLst>
                <a:ext uri="{FF2B5EF4-FFF2-40B4-BE49-F238E27FC236}">
                  <a16:creationId xmlns:a16="http://schemas.microsoft.com/office/drawing/2014/main" id="{1BA0CA1B-E92D-86D7-4EF5-3BDDEC404A53}"/>
                </a:ext>
              </a:extLst>
            </p:cNvPr>
            <p:cNvPicPr>
              <a:picLocks noChangeAspect="1"/>
            </p:cNvPicPr>
            <p:nvPr/>
          </p:nvPicPr>
          <p:blipFill>
            <a:blip r:embed="rId4"/>
            <a:stretch>
              <a:fillRect/>
            </a:stretch>
          </p:blipFill>
          <p:spPr>
            <a:xfrm>
              <a:off x="2329444" y="2483023"/>
              <a:ext cx="198380" cy="192399"/>
            </a:xfrm>
            <a:custGeom>
              <a:avLst/>
              <a:gdLst>
                <a:gd name="connsiteX0" fmla="*/ 139 w 198380"/>
                <a:gd name="connsiteY0" fmla="*/ 296 h 192399"/>
                <a:gd name="connsiteX1" fmla="*/ 198520 w 198380"/>
                <a:gd name="connsiteY1" fmla="*/ 296 h 192399"/>
                <a:gd name="connsiteX2" fmla="*/ 198520 w 198380"/>
                <a:gd name="connsiteY2" fmla="*/ 192695 h 192399"/>
                <a:gd name="connsiteX3" fmla="*/ 139 w 198380"/>
                <a:gd name="connsiteY3" fmla="*/ 192695 h 192399"/>
              </a:gdLst>
              <a:ahLst/>
              <a:cxnLst>
                <a:cxn ang="0">
                  <a:pos x="connsiteX0" y="connsiteY0"/>
                </a:cxn>
                <a:cxn ang="0">
                  <a:pos x="connsiteX1" y="connsiteY1"/>
                </a:cxn>
                <a:cxn ang="0">
                  <a:pos x="connsiteX2" y="connsiteY2"/>
                </a:cxn>
                <a:cxn ang="0">
                  <a:pos x="connsiteX3" y="connsiteY3"/>
                </a:cxn>
              </a:cxnLst>
              <a:rect l="l" t="t" r="r" b="b"/>
              <a:pathLst>
                <a:path w="198380" h="192399">
                  <a:moveTo>
                    <a:pt x="139" y="296"/>
                  </a:moveTo>
                  <a:lnTo>
                    <a:pt x="198520" y="296"/>
                  </a:lnTo>
                  <a:lnTo>
                    <a:pt x="198520" y="192695"/>
                  </a:lnTo>
                  <a:lnTo>
                    <a:pt x="139" y="192695"/>
                  </a:lnTo>
                  <a:close/>
                </a:path>
              </a:pathLst>
            </a:custGeom>
          </p:spPr>
        </p:pic>
        <p:sp>
          <p:nvSpPr>
            <p:cNvPr id="3520" name="Freeform 3519">
              <a:extLst>
                <a:ext uri="{FF2B5EF4-FFF2-40B4-BE49-F238E27FC236}">
                  <a16:creationId xmlns:a16="http://schemas.microsoft.com/office/drawing/2014/main" id="{126F1822-92BC-3A7A-1A9D-A8D48B35DB7F}"/>
                </a:ext>
              </a:extLst>
            </p:cNvPr>
            <p:cNvSpPr/>
            <p:nvPr/>
          </p:nvSpPr>
          <p:spPr>
            <a:xfrm>
              <a:off x="2301171" y="2462643"/>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521" name="Graphic 14">
            <a:extLst>
              <a:ext uri="{FF2B5EF4-FFF2-40B4-BE49-F238E27FC236}">
                <a16:creationId xmlns:a16="http://schemas.microsoft.com/office/drawing/2014/main" id="{AD2E423C-063D-C049-E088-1807DD798364}"/>
              </a:ext>
            </a:extLst>
          </p:cNvPr>
          <p:cNvGrpSpPr/>
          <p:nvPr/>
        </p:nvGrpSpPr>
        <p:grpSpPr>
          <a:xfrm>
            <a:off x="6025059" y="1898869"/>
            <a:ext cx="850146" cy="850147"/>
            <a:chOff x="2637635" y="2462672"/>
            <a:chExt cx="250274" cy="250274"/>
          </a:xfrm>
          <a:noFill/>
        </p:grpSpPr>
        <p:pic>
          <p:nvPicPr>
            <p:cNvPr id="3522" name="Picture 3521">
              <a:extLst>
                <a:ext uri="{FF2B5EF4-FFF2-40B4-BE49-F238E27FC236}">
                  <a16:creationId xmlns:a16="http://schemas.microsoft.com/office/drawing/2014/main" id="{9C269719-31E8-3257-1888-E9914D662713}"/>
                </a:ext>
              </a:extLst>
            </p:cNvPr>
            <p:cNvPicPr>
              <a:picLocks noChangeAspect="1"/>
            </p:cNvPicPr>
            <p:nvPr/>
          </p:nvPicPr>
          <p:blipFill>
            <a:blip r:embed="rId5"/>
            <a:stretch>
              <a:fillRect/>
            </a:stretch>
          </p:blipFill>
          <p:spPr>
            <a:xfrm rot="-17400">
              <a:off x="2666092" y="2488887"/>
              <a:ext cx="199377" cy="199377"/>
            </a:xfrm>
            <a:custGeom>
              <a:avLst/>
              <a:gdLst>
                <a:gd name="connsiteX0" fmla="*/ 260 w 199377"/>
                <a:gd name="connsiteY0" fmla="*/ 292 h 199377"/>
                <a:gd name="connsiteX1" fmla="*/ 199638 w 199377"/>
                <a:gd name="connsiteY1" fmla="*/ 292 h 199377"/>
                <a:gd name="connsiteX2" fmla="*/ 199638 w 199377"/>
                <a:gd name="connsiteY2" fmla="*/ 199670 h 199377"/>
                <a:gd name="connsiteX3" fmla="*/ 260 w 199377"/>
                <a:gd name="connsiteY3" fmla="*/ 199670 h 199377"/>
              </a:gdLst>
              <a:ahLst/>
              <a:cxnLst>
                <a:cxn ang="0">
                  <a:pos x="connsiteX0" y="connsiteY0"/>
                </a:cxn>
                <a:cxn ang="0">
                  <a:pos x="connsiteX1" y="connsiteY1"/>
                </a:cxn>
                <a:cxn ang="0">
                  <a:pos x="connsiteX2" y="connsiteY2"/>
                </a:cxn>
                <a:cxn ang="0">
                  <a:pos x="connsiteX3" y="connsiteY3"/>
                </a:cxn>
              </a:cxnLst>
              <a:rect l="l" t="t" r="r" b="b"/>
              <a:pathLst>
                <a:path w="199377" h="199377">
                  <a:moveTo>
                    <a:pt x="260" y="292"/>
                  </a:moveTo>
                  <a:lnTo>
                    <a:pt x="199638" y="292"/>
                  </a:lnTo>
                  <a:lnTo>
                    <a:pt x="199638" y="199670"/>
                  </a:lnTo>
                  <a:lnTo>
                    <a:pt x="260" y="199670"/>
                  </a:lnTo>
                  <a:close/>
                </a:path>
              </a:pathLst>
            </a:custGeom>
          </p:spPr>
        </p:pic>
        <p:sp>
          <p:nvSpPr>
            <p:cNvPr id="3523" name="Freeform 3522">
              <a:extLst>
                <a:ext uri="{FF2B5EF4-FFF2-40B4-BE49-F238E27FC236}">
                  <a16:creationId xmlns:a16="http://schemas.microsoft.com/office/drawing/2014/main" id="{D2901127-63C1-9E19-0625-1E5A2BEB7312}"/>
                </a:ext>
              </a:extLst>
            </p:cNvPr>
            <p:cNvSpPr/>
            <p:nvPr/>
          </p:nvSpPr>
          <p:spPr>
            <a:xfrm rot="-17400">
              <a:off x="2637633" y="2462670"/>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524" name="Graphic 14">
            <a:extLst>
              <a:ext uri="{FF2B5EF4-FFF2-40B4-BE49-F238E27FC236}">
                <a16:creationId xmlns:a16="http://schemas.microsoft.com/office/drawing/2014/main" id="{5FF10595-ED66-F3F3-62AF-E2CBC15A9949}"/>
              </a:ext>
            </a:extLst>
          </p:cNvPr>
          <p:cNvGrpSpPr/>
          <p:nvPr/>
        </p:nvGrpSpPr>
        <p:grpSpPr>
          <a:xfrm>
            <a:off x="8311331" y="1898778"/>
            <a:ext cx="850146" cy="850147"/>
            <a:chOff x="3310689" y="2462645"/>
            <a:chExt cx="250274" cy="250274"/>
          </a:xfrm>
          <a:noFill/>
        </p:grpSpPr>
        <p:pic>
          <p:nvPicPr>
            <p:cNvPr id="3525" name="Picture 3524">
              <a:extLst>
                <a:ext uri="{FF2B5EF4-FFF2-40B4-BE49-F238E27FC236}">
                  <a16:creationId xmlns:a16="http://schemas.microsoft.com/office/drawing/2014/main" id="{03B6B0B3-50CD-8F37-2872-C9A8A7B41ED3}"/>
                </a:ext>
              </a:extLst>
            </p:cNvPr>
            <p:cNvPicPr>
              <a:picLocks noChangeAspect="1"/>
            </p:cNvPicPr>
            <p:nvPr/>
          </p:nvPicPr>
          <p:blipFill>
            <a:blip r:embed="rId6"/>
            <a:stretch>
              <a:fillRect/>
            </a:stretch>
          </p:blipFill>
          <p:spPr>
            <a:xfrm>
              <a:off x="3339375" y="2488922"/>
              <a:ext cx="199377" cy="199377"/>
            </a:xfrm>
            <a:custGeom>
              <a:avLst/>
              <a:gdLst>
                <a:gd name="connsiteX0" fmla="*/ 503 w 199377"/>
                <a:gd name="connsiteY0" fmla="*/ 292 h 199377"/>
                <a:gd name="connsiteX1" fmla="*/ 199881 w 199377"/>
                <a:gd name="connsiteY1" fmla="*/ 292 h 199377"/>
                <a:gd name="connsiteX2" fmla="*/ 199881 w 199377"/>
                <a:gd name="connsiteY2" fmla="*/ 199670 h 199377"/>
                <a:gd name="connsiteX3" fmla="*/ 503 w 199377"/>
                <a:gd name="connsiteY3" fmla="*/ 199670 h 199377"/>
              </a:gdLst>
              <a:ahLst/>
              <a:cxnLst>
                <a:cxn ang="0">
                  <a:pos x="connsiteX0" y="connsiteY0"/>
                </a:cxn>
                <a:cxn ang="0">
                  <a:pos x="connsiteX1" y="connsiteY1"/>
                </a:cxn>
                <a:cxn ang="0">
                  <a:pos x="connsiteX2" y="connsiteY2"/>
                </a:cxn>
                <a:cxn ang="0">
                  <a:pos x="connsiteX3" y="connsiteY3"/>
                </a:cxn>
              </a:cxnLst>
              <a:rect l="l" t="t" r="r" b="b"/>
              <a:pathLst>
                <a:path w="199377" h="199377">
                  <a:moveTo>
                    <a:pt x="503" y="292"/>
                  </a:moveTo>
                  <a:lnTo>
                    <a:pt x="199881" y="292"/>
                  </a:lnTo>
                  <a:lnTo>
                    <a:pt x="199881" y="199670"/>
                  </a:lnTo>
                  <a:lnTo>
                    <a:pt x="503" y="199670"/>
                  </a:lnTo>
                  <a:close/>
                </a:path>
              </a:pathLst>
            </a:custGeom>
          </p:spPr>
        </p:pic>
        <p:sp>
          <p:nvSpPr>
            <p:cNvPr id="3526" name="Freeform 3525">
              <a:extLst>
                <a:ext uri="{FF2B5EF4-FFF2-40B4-BE49-F238E27FC236}">
                  <a16:creationId xmlns:a16="http://schemas.microsoft.com/office/drawing/2014/main" id="{7B6D297C-C4B8-7C50-9BD2-6402A53A20A3}"/>
                </a:ext>
              </a:extLst>
            </p:cNvPr>
            <p:cNvSpPr/>
            <p:nvPr/>
          </p:nvSpPr>
          <p:spPr>
            <a:xfrm>
              <a:off x="3310687" y="2462643"/>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527" name="Graphic 14">
            <a:extLst>
              <a:ext uri="{FF2B5EF4-FFF2-40B4-BE49-F238E27FC236}">
                <a16:creationId xmlns:a16="http://schemas.microsoft.com/office/drawing/2014/main" id="{0BB4B023-E4E4-8796-F427-8F7D32D06549}"/>
              </a:ext>
            </a:extLst>
          </p:cNvPr>
          <p:cNvGrpSpPr/>
          <p:nvPr/>
        </p:nvGrpSpPr>
        <p:grpSpPr>
          <a:xfrm>
            <a:off x="9454394" y="1898780"/>
            <a:ext cx="850146" cy="850147"/>
            <a:chOff x="3647195" y="2462645"/>
            <a:chExt cx="250274" cy="250274"/>
          </a:xfrm>
          <a:noFill/>
        </p:grpSpPr>
        <p:pic>
          <p:nvPicPr>
            <p:cNvPr id="3528" name="Picture 3527">
              <a:extLst>
                <a:ext uri="{FF2B5EF4-FFF2-40B4-BE49-F238E27FC236}">
                  <a16:creationId xmlns:a16="http://schemas.microsoft.com/office/drawing/2014/main" id="{7D4DFD7C-C867-4810-1BE9-3542141B24B8}"/>
                </a:ext>
              </a:extLst>
            </p:cNvPr>
            <p:cNvPicPr>
              <a:picLocks noChangeAspect="1"/>
            </p:cNvPicPr>
            <p:nvPr/>
          </p:nvPicPr>
          <p:blipFill>
            <a:blip r:embed="rId7"/>
            <a:stretch>
              <a:fillRect/>
            </a:stretch>
          </p:blipFill>
          <p:spPr>
            <a:xfrm>
              <a:off x="3674246" y="2481971"/>
              <a:ext cx="199377" cy="199377"/>
            </a:xfrm>
            <a:custGeom>
              <a:avLst/>
              <a:gdLst>
                <a:gd name="connsiteX0" fmla="*/ 624 w 199377"/>
                <a:gd name="connsiteY0" fmla="*/ 290 h 199377"/>
                <a:gd name="connsiteX1" fmla="*/ 200002 w 199377"/>
                <a:gd name="connsiteY1" fmla="*/ 290 h 199377"/>
                <a:gd name="connsiteX2" fmla="*/ 200002 w 199377"/>
                <a:gd name="connsiteY2" fmla="*/ 199667 h 199377"/>
                <a:gd name="connsiteX3" fmla="*/ 624 w 199377"/>
                <a:gd name="connsiteY3" fmla="*/ 199667 h 199377"/>
              </a:gdLst>
              <a:ahLst/>
              <a:cxnLst>
                <a:cxn ang="0">
                  <a:pos x="connsiteX0" y="connsiteY0"/>
                </a:cxn>
                <a:cxn ang="0">
                  <a:pos x="connsiteX1" y="connsiteY1"/>
                </a:cxn>
                <a:cxn ang="0">
                  <a:pos x="connsiteX2" y="connsiteY2"/>
                </a:cxn>
                <a:cxn ang="0">
                  <a:pos x="connsiteX3" y="connsiteY3"/>
                </a:cxn>
              </a:cxnLst>
              <a:rect l="l" t="t" r="r" b="b"/>
              <a:pathLst>
                <a:path w="199377" h="199377">
                  <a:moveTo>
                    <a:pt x="624" y="290"/>
                  </a:moveTo>
                  <a:lnTo>
                    <a:pt x="200002" y="290"/>
                  </a:lnTo>
                  <a:lnTo>
                    <a:pt x="200002" y="199667"/>
                  </a:lnTo>
                  <a:lnTo>
                    <a:pt x="624" y="199667"/>
                  </a:lnTo>
                  <a:close/>
                </a:path>
              </a:pathLst>
            </a:custGeom>
          </p:spPr>
        </p:pic>
        <p:sp>
          <p:nvSpPr>
            <p:cNvPr id="3529" name="Freeform 3528">
              <a:extLst>
                <a:ext uri="{FF2B5EF4-FFF2-40B4-BE49-F238E27FC236}">
                  <a16:creationId xmlns:a16="http://schemas.microsoft.com/office/drawing/2014/main" id="{A3061EB1-3DF1-840F-AEDF-CFFEBD57565A}"/>
                </a:ext>
              </a:extLst>
            </p:cNvPr>
            <p:cNvSpPr/>
            <p:nvPr/>
          </p:nvSpPr>
          <p:spPr>
            <a:xfrm>
              <a:off x="3647192" y="2462643"/>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530" name="Graphic 14">
            <a:extLst>
              <a:ext uri="{FF2B5EF4-FFF2-40B4-BE49-F238E27FC236}">
                <a16:creationId xmlns:a16="http://schemas.microsoft.com/office/drawing/2014/main" id="{7FB9DCCB-E2B8-C8BE-7F3A-98B9A61643BC}"/>
              </a:ext>
            </a:extLst>
          </p:cNvPr>
          <p:cNvGrpSpPr/>
          <p:nvPr/>
        </p:nvGrpSpPr>
        <p:grpSpPr>
          <a:xfrm>
            <a:off x="10597460" y="1903960"/>
            <a:ext cx="850146" cy="850149"/>
            <a:chOff x="3983701" y="2464164"/>
            <a:chExt cx="250274" cy="250274"/>
          </a:xfrm>
          <a:noFill/>
        </p:grpSpPr>
        <p:pic>
          <p:nvPicPr>
            <p:cNvPr id="3531" name="Picture 3530">
              <a:extLst>
                <a:ext uri="{FF2B5EF4-FFF2-40B4-BE49-F238E27FC236}">
                  <a16:creationId xmlns:a16="http://schemas.microsoft.com/office/drawing/2014/main" id="{FE32C1E3-3897-765B-27FF-F48357D8ADF4}"/>
                </a:ext>
              </a:extLst>
            </p:cNvPr>
            <p:cNvPicPr>
              <a:picLocks noChangeAspect="1"/>
            </p:cNvPicPr>
            <p:nvPr/>
          </p:nvPicPr>
          <p:blipFill>
            <a:blip r:embed="rId8"/>
            <a:stretch>
              <a:fillRect/>
            </a:stretch>
          </p:blipFill>
          <p:spPr>
            <a:xfrm>
              <a:off x="4021385" y="2499140"/>
              <a:ext cx="170135" cy="171021"/>
            </a:xfrm>
            <a:custGeom>
              <a:avLst/>
              <a:gdLst>
                <a:gd name="connsiteX0" fmla="*/ 752 w 170135"/>
                <a:gd name="connsiteY0" fmla="*/ 298 h 171021"/>
                <a:gd name="connsiteX1" fmla="*/ 170888 w 170135"/>
                <a:gd name="connsiteY1" fmla="*/ 298 h 171021"/>
                <a:gd name="connsiteX2" fmla="*/ 170888 w 170135"/>
                <a:gd name="connsiteY2" fmla="*/ 171320 h 171021"/>
                <a:gd name="connsiteX3" fmla="*/ 752 w 170135"/>
                <a:gd name="connsiteY3" fmla="*/ 171320 h 171021"/>
              </a:gdLst>
              <a:ahLst/>
              <a:cxnLst>
                <a:cxn ang="0">
                  <a:pos x="connsiteX0" y="connsiteY0"/>
                </a:cxn>
                <a:cxn ang="0">
                  <a:pos x="connsiteX1" y="connsiteY1"/>
                </a:cxn>
                <a:cxn ang="0">
                  <a:pos x="connsiteX2" y="connsiteY2"/>
                </a:cxn>
                <a:cxn ang="0">
                  <a:pos x="connsiteX3" y="connsiteY3"/>
                </a:cxn>
              </a:cxnLst>
              <a:rect l="l" t="t" r="r" b="b"/>
              <a:pathLst>
                <a:path w="170135" h="171021">
                  <a:moveTo>
                    <a:pt x="752" y="298"/>
                  </a:moveTo>
                  <a:lnTo>
                    <a:pt x="170888" y="298"/>
                  </a:lnTo>
                  <a:lnTo>
                    <a:pt x="170888" y="171320"/>
                  </a:lnTo>
                  <a:lnTo>
                    <a:pt x="752" y="171320"/>
                  </a:lnTo>
                  <a:close/>
                </a:path>
              </a:pathLst>
            </a:custGeom>
          </p:spPr>
        </p:pic>
        <p:sp>
          <p:nvSpPr>
            <p:cNvPr id="3532" name="Freeform 3531">
              <a:extLst>
                <a:ext uri="{FF2B5EF4-FFF2-40B4-BE49-F238E27FC236}">
                  <a16:creationId xmlns:a16="http://schemas.microsoft.com/office/drawing/2014/main" id="{1BFA95A5-249D-A6F4-B95E-41782C126F91}"/>
                </a:ext>
              </a:extLst>
            </p:cNvPr>
            <p:cNvSpPr/>
            <p:nvPr/>
          </p:nvSpPr>
          <p:spPr>
            <a:xfrm>
              <a:off x="3983697" y="2464166"/>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536" name="Graphic 14">
            <a:extLst>
              <a:ext uri="{FF2B5EF4-FFF2-40B4-BE49-F238E27FC236}">
                <a16:creationId xmlns:a16="http://schemas.microsoft.com/office/drawing/2014/main" id="{820496E0-3D91-8A52-7BCC-865666E7FE68}"/>
              </a:ext>
            </a:extLst>
          </p:cNvPr>
          <p:cNvGrpSpPr/>
          <p:nvPr/>
        </p:nvGrpSpPr>
        <p:grpSpPr>
          <a:xfrm>
            <a:off x="2595962" y="1898748"/>
            <a:ext cx="850148" cy="850147"/>
            <a:chOff x="1628143" y="2462636"/>
            <a:chExt cx="250274" cy="250274"/>
          </a:xfrm>
          <a:noFill/>
        </p:grpSpPr>
        <p:pic>
          <p:nvPicPr>
            <p:cNvPr id="3537" name="Picture 3536">
              <a:extLst>
                <a:ext uri="{FF2B5EF4-FFF2-40B4-BE49-F238E27FC236}">
                  <a16:creationId xmlns:a16="http://schemas.microsoft.com/office/drawing/2014/main" id="{CF6A1F07-9ED0-DD73-D4FF-A5B3E1407D8F}"/>
                </a:ext>
              </a:extLst>
            </p:cNvPr>
            <p:cNvPicPr>
              <a:picLocks noChangeAspect="1"/>
            </p:cNvPicPr>
            <p:nvPr/>
          </p:nvPicPr>
          <p:blipFill>
            <a:blip r:embed="rId9"/>
            <a:stretch>
              <a:fillRect/>
            </a:stretch>
          </p:blipFill>
          <p:spPr>
            <a:xfrm rot="-42000">
              <a:off x="1661968" y="2488889"/>
              <a:ext cx="185476" cy="186418"/>
            </a:xfrm>
            <a:custGeom>
              <a:avLst/>
              <a:gdLst>
                <a:gd name="connsiteX0" fmla="*/ -102 w 185476"/>
                <a:gd name="connsiteY0" fmla="*/ 292 h 186418"/>
                <a:gd name="connsiteX1" fmla="*/ 185375 w 185476"/>
                <a:gd name="connsiteY1" fmla="*/ 292 h 186418"/>
                <a:gd name="connsiteX2" fmla="*/ 185375 w 185476"/>
                <a:gd name="connsiteY2" fmla="*/ 186710 h 186418"/>
                <a:gd name="connsiteX3" fmla="*/ -102 w 185476"/>
                <a:gd name="connsiteY3" fmla="*/ 186710 h 186418"/>
              </a:gdLst>
              <a:ahLst/>
              <a:cxnLst>
                <a:cxn ang="0">
                  <a:pos x="connsiteX0" y="connsiteY0"/>
                </a:cxn>
                <a:cxn ang="0">
                  <a:pos x="connsiteX1" y="connsiteY1"/>
                </a:cxn>
                <a:cxn ang="0">
                  <a:pos x="connsiteX2" y="connsiteY2"/>
                </a:cxn>
                <a:cxn ang="0">
                  <a:pos x="connsiteX3" y="connsiteY3"/>
                </a:cxn>
              </a:cxnLst>
              <a:rect l="l" t="t" r="r" b="b"/>
              <a:pathLst>
                <a:path w="185476" h="186418">
                  <a:moveTo>
                    <a:pt x="-102" y="292"/>
                  </a:moveTo>
                  <a:lnTo>
                    <a:pt x="185375" y="292"/>
                  </a:lnTo>
                  <a:lnTo>
                    <a:pt x="185375" y="186710"/>
                  </a:lnTo>
                  <a:lnTo>
                    <a:pt x="-102" y="186710"/>
                  </a:lnTo>
                  <a:close/>
                </a:path>
              </a:pathLst>
            </a:custGeom>
          </p:spPr>
        </p:pic>
        <p:sp>
          <p:nvSpPr>
            <p:cNvPr id="3538" name="Freeform 3537">
              <a:extLst>
                <a:ext uri="{FF2B5EF4-FFF2-40B4-BE49-F238E27FC236}">
                  <a16:creationId xmlns:a16="http://schemas.microsoft.com/office/drawing/2014/main" id="{F7B69401-76D5-C2A3-3D13-932B2AEF8F0F}"/>
                </a:ext>
              </a:extLst>
            </p:cNvPr>
            <p:cNvSpPr/>
            <p:nvPr/>
          </p:nvSpPr>
          <p:spPr>
            <a:xfrm rot="-42000">
              <a:off x="1628144" y="2462637"/>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533" name="Graphic 14">
            <a:extLst>
              <a:ext uri="{FF2B5EF4-FFF2-40B4-BE49-F238E27FC236}">
                <a16:creationId xmlns:a16="http://schemas.microsoft.com/office/drawing/2014/main" id="{81F60079-81E8-2235-46D0-EE22E534ACBC}"/>
              </a:ext>
            </a:extLst>
          </p:cNvPr>
          <p:cNvGrpSpPr/>
          <p:nvPr/>
        </p:nvGrpSpPr>
        <p:grpSpPr>
          <a:xfrm>
            <a:off x="7168272" y="1898783"/>
            <a:ext cx="850148" cy="850149"/>
            <a:chOff x="2974181" y="2462643"/>
            <a:chExt cx="250274" cy="250274"/>
          </a:xfrm>
          <a:noFill/>
        </p:grpSpPr>
        <p:sp>
          <p:nvSpPr>
            <p:cNvPr id="3534" name="Freeform 3533">
              <a:extLst>
                <a:ext uri="{FF2B5EF4-FFF2-40B4-BE49-F238E27FC236}">
                  <a16:creationId xmlns:a16="http://schemas.microsoft.com/office/drawing/2014/main" id="{1520032A-B38F-2FC1-B42B-74476A2B433B}"/>
                </a:ext>
              </a:extLst>
            </p:cNvPr>
            <p:cNvSpPr/>
            <p:nvPr/>
          </p:nvSpPr>
          <p:spPr>
            <a:xfrm>
              <a:off x="2974181" y="2462643"/>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pic>
          <p:nvPicPr>
            <p:cNvPr id="3535" name="Picture 3534">
              <a:extLst>
                <a:ext uri="{FF2B5EF4-FFF2-40B4-BE49-F238E27FC236}">
                  <a16:creationId xmlns:a16="http://schemas.microsoft.com/office/drawing/2014/main" id="{BAF01025-919D-486B-0C9D-7973347C6928}"/>
                </a:ext>
              </a:extLst>
            </p:cNvPr>
            <p:cNvPicPr>
              <a:picLocks noChangeAspect="1"/>
            </p:cNvPicPr>
            <p:nvPr/>
          </p:nvPicPr>
          <p:blipFill>
            <a:blip r:embed="rId10"/>
            <a:stretch>
              <a:fillRect/>
            </a:stretch>
          </p:blipFill>
          <p:spPr>
            <a:xfrm>
              <a:off x="3002731" y="2488922"/>
              <a:ext cx="199377" cy="199377"/>
            </a:xfrm>
            <a:custGeom>
              <a:avLst/>
              <a:gdLst>
                <a:gd name="connsiteX0" fmla="*/ 382 w 199377"/>
                <a:gd name="connsiteY0" fmla="*/ 292 h 199377"/>
                <a:gd name="connsiteX1" fmla="*/ 199759 w 199377"/>
                <a:gd name="connsiteY1" fmla="*/ 292 h 199377"/>
                <a:gd name="connsiteX2" fmla="*/ 199759 w 199377"/>
                <a:gd name="connsiteY2" fmla="*/ 199670 h 199377"/>
                <a:gd name="connsiteX3" fmla="*/ 382 w 199377"/>
                <a:gd name="connsiteY3" fmla="*/ 199670 h 199377"/>
              </a:gdLst>
              <a:ahLst/>
              <a:cxnLst>
                <a:cxn ang="0">
                  <a:pos x="connsiteX0" y="connsiteY0"/>
                </a:cxn>
                <a:cxn ang="0">
                  <a:pos x="connsiteX1" y="connsiteY1"/>
                </a:cxn>
                <a:cxn ang="0">
                  <a:pos x="connsiteX2" y="connsiteY2"/>
                </a:cxn>
                <a:cxn ang="0">
                  <a:pos x="connsiteX3" y="connsiteY3"/>
                </a:cxn>
              </a:cxnLst>
              <a:rect l="l" t="t" r="r" b="b"/>
              <a:pathLst>
                <a:path w="199377" h="199377">
                  <a:moveTo>
                    <a:pt x="382" y="292"/>
                  </a:moveTo>
                  <a:lnTo>
                    <a:pt x="199759" y="292"/>
                  </a:lnTo>
                  <a:lnTo>
                    <a:pt x="199759" y="199670"/>
                  </a:lnTo>
                  <a:lnTo>
                    <a:pt x="382" y="199670"/>
                  </a:lnTo>
                  <a:close/>
                </a:path>
              </a:pathLst>
            </a:custGeom>
          </p:spPr>
        </p:pic>
      </p:grpSp>
      <p:grpSp>
        <p:nvGrpSpPr>
          <p:cNvPr id="3705" name="Graphic 14">
            <a:extLst>
              <a:ext uri="{FF2B5EF4-FFF2-40B4-BE49-F238E27FC236}">
                <a16:creationId xmlns:a16="http://schemas.microsoft.com/office/drawing/2014/main" id="{47F8883F-A8F7-CC8D-2D94-CF94F88B02DB}"/>
              </a:ext>
            </a:extLst>
          </p:cNvPr>
          <p:cNvGrpSpPr/>
          <p:nvPr/>
        </p:nvGrpSpPr>
        <p:grpSpPr>
          <a:xfrm>
            <a:off x="7061850" y="4908587"/>
            <a:ext cx="850148" cy="850148"/>
            <a:chOff x="2959422" y="3812678"/>
            <a:chExt cx="250274" cy="250274"/>
          </a:xfrm>
          <a:noFill/>
        </p:grpSpPr>
        <p:pic>
          <p:nvPicPr>
            <p:cNvPr id="3706" name="Picture 3705">
              <a:extLst>
                <a:ext uri="{FF2B5EF4-FFF2-40B4-BE49-F238E27FC236}">
                  <a16:creationId xmlns:a16="http://schemas.microsoft.com/office/drawing/2014/main" id="{4541847A-9B4F-22B1-D3AD-622F0F51DAE5}"/>
                </a:ext>
              </a:extLst>
            </p:cNvPr>
            <p:cNvPicPr>
              <a:picLocks noChangeAspect="1"/>
            </p:cNvPicPr>
            <p:nvPr/>
          </p:nvPicPr>
          <p:blipFill>
            <a:blip r:embed="rId11"/>
            <a:stretch>
              <a:fillRect/>
            </a:stretch>
          </p:blipFill>
          <p:spPr>
            <a:xfrm>
              <a:off x="2999325" y="3838957"/>
              <a:ext cx="203614" cy="204666"/>
            </a:xfrm>
            <a:custGeom>
              <a:avLst/>
              <a:gdLst>
                <a:gd name="connsiteX0" fmla="*/ 388 w 203614"/>
                <a:gd name="connsiteY0" fmla="*/ 786 h 204666"/>
                <a:gd name="connsiteX1" fmla="*/ 204002 w 203614"/>
                <a:gd name="connsiteY1" fmla="*/ 786 h 204666"/>
                <a:gd name="connsiteX2" fmla="*/ 204002 w 203614"/>
                <a:gd name="connsiteY2" fmla="*/ 205453 h 204666"/>
                <a:gd name="connsiteX3" fmla="*/ 388 w 203614"/>
                <a:gd name="connsiteY3" fmla="*/ 205453 h 204666"/>
              </a:gdLst>
              <a:ahLst/>
              <a:cxnLst>
                <a:cxn ang="0">
                  <a:pos x="connsiteX0" y="connsiteY0"/>
                </a:cxn>
                <a:cxn ang="0">
                  <a:pos x="connsiteX1" y="connsiteY1"/>
                </a:cxn>
                <a:cxn ang="0">
                  <a:pos x="connsiteX2" y="connsiteY2"/>
                </a:cxn>
                <a:cxn ang="0">
                  <a:pos x="connsiteX3" y="connsiteY3"/>
                </a:cxn>
              </a:cxnLst>
              <a:rect l="l" t="t" r="r" b="b"/>
              <a:pathLst>
                <a:path w="203614" h="204666">
                  <a:moveTo>
                    <a:pt x="388" y="786"/>
                  </a:moveTo>
                  <a:lnTo>
                    <a:pt x="204002" y="786"/>
                  </a:lnTo>
                  <a:lnTo>
                    <a:pt x="204002" y="205453"/>
                  </a:lnTo>
                  <a:lnTo>
                    <a:pt x="388" y="205453"/>
                  </a:lnTo>
                  <a:close/>
                </a:path>
              </a:pathLst>
            </a:custGeom>
          </p:spPr>
        </p:pic>
        <p:sp>
          <p:nvSpPr>
            <p:cNvPr id="3707" name="Freeform 3706">
              <a:extLst>
                <a:ext uri="{FF2B5EF4-FFF2-40B4-BE49-F238E27FC236}">
                  <a16:creationId xmlns:a16="http://schemas.microsoft.com/office/drawing/2014/main" id="{4C6ED794-456F-9EE7-3663-8CC33B97E442}"/>
                </a:ext>
              </a:extLst>
            </p:cNvPr>
            <p:cNvSpPr/>
            <p:nvPr/>
          </p:nvSpPr>
          <p:spPr>
            <a:xfrm>
              <a:off x="2959422" y="3812678"/>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711" name="Graphic 14">
            <a:extLst>
              <a:ext uri="{FF2B5EF4-FFF2-40B4-BE49-F238E27FC236}">
                <a16:creationId xmlns:a16="http://schemas.microsoft.com/office/drawing/2014/main" id="{851C338E-4230-7167-5104-9BBDA2F4555E}"/>
              </a:ext>
            </a:extLst>
          </p:cNvPr>
          <p:cNvGrpSpPr/>
          <p:nvPr/>
        </p:nvGrpSpPr>
        <p:grpSpPr>
          <a:xfrm>
            <a:off x="3719855" y="4908587"/>
            <a:ext cx="850148" cy="850148"/>
            <a:chOff x="1975576" y="3812678"/>
            <a:chExt cx="250274" cy="250274"/>
          </a:xfrm>
          <a:noFill/>
        </p:grpSpPr>
        <p:pic>
          <p:nvPicPr>
            <p:cNvPr id="3712" name="Picture 3711">
              <a:extLst>
                <a:ext uri="{FF2B5EF4-FFF2-40B4-BE49-F238E27FC236}">
                  <a16:creationId xmlns:a16="http://schemas.microsoft.com/office/drawing/2014/main" id="{2EBF51CD-E8DC-F792-9904-1271F486A42A}"/>
                </a:ext>
              </a:extLst>
            </p:cNvPr>
            <p:cNvPicPr>
              <a:picLocks noChangeAspect="1"/>
            </p:cNvPicPr>
            <p:nvPr/>
          </p:nvPicPr>
          <p:blipFill>
            <a:blip r:embed="rId12"/>
            <a:stretch>
              <a:fillRect/>
            </a:stretch>
          </p:blipFill>
          <p:spPr>
            <a:xfrm>
              <a:off x="2003988" y="3838957"/>
              <a:ext cx="199377" cy="199377"/>
            </a:xfrm>
            <a:custGeom>
              <a:avLst/>
              <a:gdLst>
                <a:gd name="connsiteX0" fmla="*/ 21 w 199377"/>
                <a:gd name="connsiteY0" fmla="*/ 780 h 199377"/>
                <a:gd name="connsiteX1" fmla="*/ 199399 w 199377"/>
                <a:gd name="connsiteY1" fmla="*/ 780 h 199377"/>
                <a:gd name="connsiteX2" fmla="*/ 199399 w 199377"/>
                <a:gd name="connsiteY2" fmla="*/ 200157 h 199377"/>
                <a:gd name="connsiteX3" fmla="*/ 21 w 199377"/>
                <a:gd name="connsiteY3" fmla="*/ 200157 h 199377"/>
              </a:gdLst>
              <a:ahLst/>
              <a:cxnLst>
                <a:cxn ang="0">
                  <a:pos x="connsiteX0" y="connsiteY0"/>
                </a:cxn>
                <a:cxn ang="0">
                  <a:pos x="connsiteX1" y="connsiteY1"/>
                </a:cxn>
                <a:cxn ang="0">
                  <a:pos x="connsiteX2" y="connsiteY2"/>
                </a:cxn>
                <a:cxn ang="0">
                  <a:pos x="connsiteX3" y="connsiteY3"/>
                </a:cxn>
              </a:cxnLst>
              <a:rect l="l" t="t" r="r" b="b"/>
              <a:pathLst>
                <a:path w="199377" h="199377">
                  <a:moveTo>
                    <a:pt x="21" y="780"/>
                  </a:moveTo>
                  <a:lnTo>
                    <a:pt x="199399" y="780"/>
                  </a:lnTo>
                  <a:lnTo>
                    <a:pt x="199399" y="200157"/>
                  </a:lnTo>
                  <a:lnTo>
                    <a:pt x="21" y="200157"/>
                  </a:lnTo>
                  <a:close/>
                </a:path>
              </a:pathLst>
            </a:custGeom>
          </p:spPr>
        </p:pic>
        <p:sp>
          <p:nvSpPr>
            <p:cNvPr id="3713" name="Freeform 3712">
              <a:extLst>
                <a:ext uri="{FF2B5EF4-FFF2-40B4-BE49-F238E27FC236}">
                  <a16:creationId xmlns:a16="http://schemas.microsoft.com/office/drawing/2014/main" id="{F965970A-7CA5-8F91-6224-BDD1B7201AF4}"/>
                </a:ext>
              </a:extLst>
            </p:cNvPr>
            <p:cNvSpPr/>
            <p:nvPr/>
          </p:nvSpPr>
          <p:spPr>
            <a:xfrm>
              <a:off x="1975576" y="3812678"/>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714" name="Graphic 14">
            <a:extLst>
              <a:ext uri="{FF2B5EF4-FFF2-40B4-BE49-F238E27FC236}">
                <a16:creationId xmlns:a16="http://schemas.microsoft.com/office/drawing/2014/main" id="{B2E19206-E695-4F1E-EEE6-26C021A33B60}"/>
              </a:ext>
            </a:extLst>
          </p:cNvPr>
          <p:cNvGrpSpPr/>
          <p:nvPr/>
        </p:nvGrpSpPr>
        <p:grpSpPr>
          <a:xfrm>
            <a:off x="4833855" y="4908587"/>
            <a:ext cx="850148" cy="850148"/>
            <a:chOff x="2303525" y="3812678"/>
            <a:chExt cx="250274" cy="250274"/>
          </a:xfrm>
          <a:noFill/>
        </p:grpSpPr>
        <p:pic>
          <p:nvPicPr>
            <p:cNvPr id="3715" name="Picture 3714">
              <a:extLst>
                <a:ext uri="{FF2B5EF4-FFF2-40B4-BE49-F238E27FC236}">
                  <a16:creationId xmlns:a16="http://schemas.microsoft.com/office/drawing/2014/main" id="{88CDEA32-FAD8-33E8-825D-013C1B982ECA}"/>
                </a:ext>
              </a:extLst>
            </p:cNvPr>
            <p:cNvPicPr>
              <a:picLocks noChangeAspect="1"/>
            </p:cNvPicPr>
            <p:nvPr/>
          </p:nvPicPr>
          <p:blipFill>
            <a:blip r:embed="rId13"/>
            <a:stretch>
              <a:fillRect/>
            </a:stretch>
          </p:blipFill>
          <p:spPr>
            <a:xfrm>
              <a:off x="2341185" y="3847680"/>
              <a:ext cx="170135" cy="171021"/>
            </a:xfrm>
            <a:custGeom>
              <a:avLst/>
              <a:gdLst>
                <a:gd name="connsiteX0" fmla="*/ 146 w 170135"/>
                <a:gd name="connsiteY0" fmla="*/ 785 h 171021"/>
                <a:gd name="connsiteX1" fmla="*/ 170281 w 170135"/>
                <a:gd name="connsiteY1" fmla="*/ 785 h 171021"/>
                <a:gd name="connsiteX2" fmla="*/ 170281 w 170135"/>
                <a:gd name="connsiteY2" fmla="*/ 171807 h 171021"/>
                <a:gd name="connsiteX3" fmla="*/ 146 w 170135"/>
                <a:gd name="connsiteY3" fmla="*/ 171807 h 171021"/>
              </a:gdLst>
              <a:ahLst/>
              <a:cxnLst>
                <a:cxn ang="0">
                  <a:pos x="connsiteX0" y="connsiteY0"/>
                </a:cxn>
                <a:cxn ang="0">
                  <a:pos x="connsiteX1" y="connsiteY1"/>
                </a:cxn>
                <a:cxn ang="0">
                  <a:pos x="connsiteX2" y="connsiteY2"/>
                </a:cxn>
                <a:cxn ang="0">
                  <a:pos x="connsiteX3" y="connsiteY3"/>
                </a:cxn>
              </a:cxnLst>
              <a:rect l="l" t="t" r="r" b="b"/>
              <a:pathLst>
                <a:path w="170135" h="171021">
                  <a:moveTo>
                    <a:pt x="146" y="785"/>
                  </a:moveTo>
                  <a:lnTo>
                    <a:pt x="170281" y="785"/>
                  </a:lnTo>
                  <a:lnTo>
                    <a:pt x="170281" y="171807"/>
                  </a:lnTo>
                  <a:lnTo>
                    <a:pt x="146" y="171807"/>
                  </a:lnTo>
                  <a:close/>
                </a:path>
              </a:pathLst>
            </a:custGeom>
          </p:spPr>
        </p:pic>
        <p:sp>
          <p:nvSpPr>
            <p:cNvPr id="3716" name="Freeform 3715">
              <a:extLst>
                <a:ext uri="{FF2B5EF4-FFF2-40B4-BE49-F238E27FC236}">
                  <a16:creationId xmlns:a16="http://schemas.microsoft.com/office/drawing/2014/main" id="{132708F2-48B0-AABF-FE27-4FD1C6496C6E}"/>
                </a:ext>
              </a:extLst>
            </p:cNvPr>
            <p:cNvSpPr/>
            <p:nvPr/>
          </p:nvSpPr>
          <p:spPr>
            <a:xfrm>
              <a:off x="2303525" y="3812678"/>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717" name="Graphic 14">
            <a:extLst>
              <a:ext uri="{FF2B5EF4-FFF2-40B4-BE49-F238E27FC236}">
                <a16:creationId xmlns:a16="http://schemas.microsoft.com/office/drawing/2014/main" id="{2B385B17-0B26-94ED-C3DC-43F98168B61A}"/>
              </a:ext>
            </a:extLst>
          </p:cNvPr>
          <p:cNvGrpSpPr/>
          <p:nvPr/>
        </p:nvGrpSpPr>
        <p:grpSpPr>
          <a:xfrm>
            <a:off x="2595616" y="4903452"/>
            <a:ext cx="860470" cy="860470"/>
            <a:chOff x="1644612" y="3811166"/>
            <a:chExt cx="253313" cy="253313"/>
          </a:xfrm>
          <a:noFill/>
        </p:grpSpPr>
        <p:pic>
          <p:nvPicPr>
            <p:cNvPr id="3718" name="Picture 3717">
              <a:extLst>
                <a:ext uri="{FF2B5EF4-FFF2-40B4-BE49-F238E27FC236}">
                  <a16:creationId xmlns:a16="http://schemas.microsoft.com/office/drawing/2014/main" id="{89781798-A3F1-35CA-2864-766CB607E4C6}"/>
                </a:ext>
              </a:extLst>
            </p:cNvPr>
            <p:cNvPicPr>
              <a:picLocks noChangeAspect="1"/>
            </p:cNvPicPr>
            <p:nvPr/>
          </p:nvPicPr>
          <p:blipFill>
            <a:blip r:embed="rId9"/>
            <a:stretch>
              <a:fillRect/>
            </a:stretch>
          </p:blipFill>
          <p:spPr>
            <a:xfrm rot="-42000">
              <a:off x="1679912" y="3838953"/>
              <a:ext cx="185476" cy="186418"/>
            </a:xfrm>
            <a:custGeom>
              <a:avLst/>
              <a:gdLst>
                <a:gd name="connsiteX0" fmla="*/ -95 w 185476"/>
                <a:gd name="connsiteY0" fmla="*/ 780 h 186418"/>
                <a:gd name="connsiteX1" fmla="*/ 185381 w 185476"/>
                <a:gd name="connsiteY1" fmla="*/ 780 h 186418"/>
                <a:gd name="connsiteX2" fmla="*/ 185381 w 185476"/>
                <a:gd name="connsiteY2" fmla="*/ 187198 h 186418"/>
                <a:gd name="connsiteX3" fmla="*/ -95 w 185476"/>
                <a:gd name="connsiteY3" fmla="*/ 187198 h 186418"/>
              </a:gdLst>
              <a:ahLst/>
              <a:cxnLst>
                <a:cxn ang="0">
                  <a:pos x="connsiteX0" y="connsiteY0"/>
                </a:cxn>
                <a:cxn ang="0">
                  <a:pos x="connsiteX1" y="connsiteY1"/>
                </a:cxn>
                <a:cxn ang="0">
                  <a:pos x="connsiteX2" y="connsiteY2"/>
                </a:cxn>
                <a:cxn ang="0">
                  <a:pos x="connsiteX3" y="connsiteY3"/>
                </a:cxn>
              </a:cxnLst>
              <a:rect l="l" t="t" r="r" b="b"/>
              <a:pathLst>
                <a:path w="185476" h="186418">
                  <a:moveTo>
                    <a:pt x="-95" y="780"/>
                  </a:moveTo>
                  <a:lnTo>
                    <a:pt x="185381" y="780"/>
                  </a:lnTo>
                  <a:lnTo>
                    <a:pt x="185381" y="187198"/>
                  </a:lnTo>
                  <a:lnTo>
                    <a:pt x="-95" y="187198"/>
                  </a:lnTo>
                  <a:close/>
                </a:path>
              </a:pathLst>
            </a:custGeom>
          </p:spPr>
        </p:pic>
        <p:sp>
          <p:nvSpPr>
            <p:cNvPr id="3719" name="Freeform 3718">
              <a:extLst>
                <a:ext uri="{FF2B5EF4-FFF2-40B4-BE49-F238E27FC236}">
                  <a16:creationId xmlns:a16="http://schemas.microsoft.com/office/drawing/2014/main" id="{10E22E51-54C8-7D2A-18DE-4ED7967DB924}"/>
                </a:ext>
              </a:extLst>
            </p:cNvPr>
            <p:cNvSpPr/>
            <p:nvPr/>
          </p:nvSpPr>
          <p:spPr>
            <a:xfrm rot="-42000">
              <a:off x="1646131" y="3812685"/>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733" name="Graphic 14">
            <a:extLst>
              <a:ext uri="{FF2B5EF4-FFF2-40B4-BE49-F238E27FC236}">
                <a16:creationId xmlns:a16="http://schemas.microsoft.com/office/drawing/2014/main" id="{A8AC595B-AADF-E440-F75E-5937B2E6DAE8}"/>
              </a:ext>
            </a:extLst>
          </p:cNvPr>
          <p:cNvGrpSpPr/>
          <p:nvPr/>
        </p:nvGrpSpPr>
        <p:grpSpPr>
          <a:xfrm>
            <a:off x="8175847" y="4908587"/>
            <a:ext cx="850148" cy="850148"/>
            <a:chOff x="3287371" y="3812678"/>
            <a:chExt cx="250274" cy="250274"/>
          </a:xfrm>
          <a:noFill/>
        </p:grpSpPr>
        <p:pic>
          <p:nvPicPr>
            <p:cNvPr id="3734" name="Picture 3733">
              <a:extLst>
                <a:ext uri="{FF2B5EF4-FFF2-40B4-BE49-F238E27FC236}">
                  <a16:creationId xmlns:a16="http://schemas.microsoft.com/office/drawing/2014/main" id="{773D6549-DBB0-1C55-44BE-1699D990276A}"/>
                </a:ext>
              </a:extLst>
            </p:cNvPr>
            <p:cNvPicPr>
              <a:picLocks noChangeAspect="1"/>
            </p:cNvPicPr>
            <p:nvPr/>
          </p:nvPicPr>
          <p:blipFill>
            <a:blip r:embed="rId14"/>
            <a:stretch>
              <a:fillRect/>
            </a:stretch>
          </p:blipFill>
          <p:spPr>
            <a:xfrm>
              <a:off x="3324615" y="3837130"/>
              <a:ext cx="182652" cy="185947"/>
            </a:xfrm>
            <a:custGeom>
              <a:avLst/>
              <a:gdLst>
                <a:gd name="connsiteX0" fmla="*/ 501 w 182652"/>
                <a:gd name="connsiteY0" fmla="*/ 779 h 185947"/>
                <a:gd name="connsiteX1" fmla="*/ 183153 w 182652"/>
                <a:gd name="connsiteY1" fmla="*/ 779 h 185947"/>
                <a:gd name="connsiteX2" fmla="*/ 183153 w 182652"/>
                <a:gd name="connsiteY2" fmla="*/ 186727 h 185947"/>
                <a:gd name="connsiteX3" fmla="*/ 501 w 182652"/>
                <a:gd name="connsiteY3" fmla="*/ 186727 h 185947"/>
              </a:gdLst>
              <a:ahLst/>
              <a:cxnLst>
                <a:cxn ang="0">
                  <a:pos x="connsiteX0" y="connsiteY0"/>
                </a:cxn>
                <a:cxn ang="0">
                  <a:pos x="connsiteX1" y="connsiteY1"/>
                </a:cxn>
                <a:cxn ang="0">
                  <a:pos x="connsiteX2" y="connsiteY2"/>
                </a:cxn>
                <a:cxn ang="0">
                  <a:pos x="connsiteX3" y="connsiteY3"/>
                </a:cxn>
              </a:cxnLst>
              <a:rect l="l" t="t" r="r" b="b"/>
              <a:pathLst>
                <a:path w="182652" h="185947">
                  <a:moveTo>
                    <a:pt x="501" y="779"/>
                  </a:moveTo>
                  <a:lnTo>
                    <a:pt x="183153" y="779"/>
                  </a:lnTo>
                  <a:lnTo>
                    <a:pt x="183153" y="186727"/>
                  </a:lnTo>
                  <a:lnTo>
                    <a:pt x="501" y="186727"/>
                  </a:lnTo>
                  <a:close/>
                </a:path>
              </a:pathLst>
            </a:custGeom>
          </p:spPr>
        </p:pic>
        <p:sp>
          <p:nvSpPr>
            <p:cNvPr id="3735" name="Freeform 3734">
              <a:extLst>
                <a:ext uri="{FF2B5EF4-FFF2-40B4-BE49-F238E27FC236}">
                  <a16:creationId xmlns:a16="http://schemas.microsoft.com/office/drawing/2014/main" id="{A7A8A9F9-4309-79CA-06F9-6D60AAD6FA3E}"/>
                </a:ext>
              </a:extLst>
            </p:cNvPr>
            <p:cNvSpPr/>
            <p:nvPr/>
          </p:nvSpPr>
          <p:spPr>
            <a:xfrm>
              <a:off x="3287371" y="3812678"/>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736" name="Graphic 14">
            <a:extLst>
              <a:ext uri="{FF2B5EF4-FFF2-40B4-BE49-F238E27FC236}">
                <a16:creationId xmlns:a16="http://schemas.microsoft.com/office/drawing/2014/main" id="{C81D64F4-281C-983B-27B9-10910D74CCA8}"/>
              </a:ext>
            </a:extLst>
          </p:cNvPr>
          <p:cNvGrpSpPr/>
          <p:nvPr/>
        </p:nvGrpSpPr>
        <p:grpSpPr>
          <a:xfrm>
            <a:off x="10403843" y="4908587"/>
            <a:ext cx="850148" cy="850148"/>
            <a:chOff x="3943268" y="3812678"/>
            <a:chExt cx="250274" cy="250274"/>
          </a:xfrm>
          <a:noFill/>
        </p:grpSpPr>
        <p:pic>
          <p:nvPicPr>
            <p:cNvPr id="3737" name="Picture 3736">
              <a:extLst>
                <a:ext uri="{FF2B5EF4-FFF2-40B4-BE49-F238E27FC236}">
                  <a16:creationId xmlns:a16="http://schemas.microsoft.com/office/drawing/2014/main" id="{9232D61E-06AE-D73B-11CF-64A4F9B5141C}"/>
                </a:ext>
              </a:extLst>
            </p:cNvPr>
            <p:cNvPicPr>
              <a:picLocks noChangeAspect="1"/>
            </p:cNvPicPr>
            <p:nvPr/>
          </p:nvPicPr>
          <p:blipFill>
            <a:blip r:embed="rId15"/>
            <a:stretch>
              <a:fillRect/>
            </a:stretch>
          </p:blipFill>
          <p:spPr>
            <a:xfrm>
              <a:off x="3977965" y="3838708"/>
              <a:ext cx="195888" cy="199876"/>
            </a:xfrm>
            <a:custGeom>
              <a:avLst/>
              <a:gdLst>
                <a:gd name="connsiteX0" fmla="*/ 737 w 195888"/>
                <a:gd name="connsiteY0" fmla="*/ 779 h 199876"/>
                <a:gd name="connsiteX1" fmla="*/ 196625 w 195888"/>
                <a:gd name="connsiteY1" fmla="*/ 779 h 199876"/>
                <a:gd name="connsiteX2" fmla="*/ 196625 w 195888"/>
                <a:gd name="connsiteY2" fmla="*/ 200655 h 199876"/>
                <a:gd name="connsiteX3" fmla="*/ 737 w 195888"/>
                <a:gd name="connsiteY3" fmla="*/ 200655 h 199876"/>
              </a:gdLst>
              <a:ahLst/>
              <a:cxnLst>
                <a:cxn ang="0">
                  <a:pos x="connsiteX0" y="connsiteY0"/>
                </a:cxn>
                <a:cxn ang="0">
                  <a:pos x="connsiteX1" y="connsiteY1"/>
                </a:cxn>
                <a:cxn ang="0">
                  <a:pos x="connsiteX2" y="connsiteY2"/>
                </a:cxn>
                <a:cxn ang="0">
                  <a:pos x="connsiteX3" y="connsiteY3"/>
                </a:cxn>
              </a:cxnLst>
              <a:rect l="l" t="t" r="r" b="b"/>
              <a:pathLst>
                <a:path w="195888" h="199876">
                  <a:moveTo>
                    <a:pt x="737" y="779"/>
                  </a:moveTo>
                  <a:lnTo>
                    <a:pt x="196625" y="779"/>
                  </a:lnTo>
                  <a:lnTo>
                    <a:pt x="196625" y="200655"/>
                  </a:lnTo>
                  <a:lnTo>
                    <a:pt x="737" y="200655"/>
                  </a:lnTo>
                  <a:close/>
                </a:path>
              </a:pathLst>
            </a:custGeom>
          </p:spPr>
        </p:pic>
        <p:sp>
          <p:nvSpPr>
            <p:cNvPr id="3738" name="Freeform 3737">
              <a:extLst>
                <a:ext uri="{FF2B5EF4-FFF2-40B4-BE49-F238E27FC236}">
                  <a16:creationId xmlns:a16="http://schemas.microsoft.com/office/drawing/2014/main" id="{251B922B-D70A-2437-5149-6E1953CEE315}"/>
                </a:ext>
              </a:extLst>
            </p:cNvPr>
            <p:cNvSpPr/>
            <p:nvPr/>
          </p:nvSpPr>
          <p:spPr>
            <a:xfrm>
              <a:off x="3943268" y="3812678"/>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739" name="Graphic 14">
            <a:extLst>
              <a:ext uri="{FF2B5EF4-FFF2-40B4-BE49-F238E27FC236}">
                <a16:creationId xmlns:a16="http://schemas.microsoft.com/office/drawing/2014/main" id="{C0CFA373-1EAC-037B-08F5-E3D52DE110DC}"/>
              </a:ext>
            </a:extLst>
          </p:cNvPr>
          <p:cNvGrpSpPr/>
          <p:nvPr/>
        </p:nvGrpSpPr>
        <p:grpSpPr>
          <a:xfrm>
            <a:off x="5947851" y="4908587"/>
            <a:ext cx="850148" cy="850148"/>
            <a:chOff x="2631473" y="3812678"/>
            <a:chExt cx="250274" cy="250274"/>
          </a:xfrm>
          <a:noFill/>
        </p:grpSpPr>
        <p:pic>
          <p:nvPicPr>
            <p:cNvPr id="3740" name="Picture 3739">
              <a:extLst>
                <a:ext uri="{FF2B5EF4-FFF2-40B4-BE49-F238E27FC236}">
                  <a16:creationId xmlns:a16="http://schemas.microsoft.com/office/drawing/2014/main" id="{8D0FFA5A-0866-3F10-C349-14C5CEFE52AB}"/>
                </a:ext>
              </a:extLst>
            </p:cNvPr>
            <p:cNvPicPr>
              <a:picLocks noChangeAspect="1"/>
            </p:cNvPicPr>
            <p:nvPr/>
          </p:nvPicPr>
          <p:blipFill>
            <a:blip r:embed="rId16"/>
            <a:stretch>
              <a:fillRect/>
            </a:stretch>
          </p:blipFill>
          <p:spPr>
            <a:xfrm>
              <a:off x="2659885" y="3838957"/>
              <a:ext cx="199377" cy="199377"/>
            </a:xfrm>
            <a:custGeom>
              <a:avLst/>
              <a:gdLst>
                <a:gd name="connsiteX0" fmla="*/ 258 w 199377"/>
                <a:gd name="connsiteY0" fmla="*/ 780 h 199377"/>
                <a:gd name="connsiteX1" fmla="*/ 199636 w 199377"/>
                <a:gd name="connsiteY1" fmla="*/ 780 h 199377"/>
                <a:gd name="connsiteX2" fmla="*/ 199636 w 199377"/>
                <a:gd name="connsiteY2" fmla="*/ 200157 h 199377"/>
                <a:gd name="connsiteX3" fmla="*/ 258 w 199377"/>
                <a:gd name="connsiteY3" fmla="*/ 200157 h 199377"/>
              </a:gdLst>
              <a:ahLst/>
              <a:cxnLst>
                <a:cxn ang="0">
                  <a:pos x="connsiteX0" y="connsiteY0"/>
                </a:cxn>
                <a:cxn ang="0">
                  <a:pos x="connsiteX1" y="connsiteY1"/>
                </a:cxn>
                <a:cxn ang="0">
                  <a:pos x="connsiteX2" y="connsiteY2"/>
                </a:cxn>
                <a:cxn ang="0">
                  <a:pos x="connsiteX3" y="connsiteY3"/>
                </a:cxn>
              </a:cxnLst>
              <a:rect l="l" t="t" r="r" b="b"/>
              <a:pathLst>
                <a:path w="199377" h="199377">
                  <a:moveTo>
                    <a:pt x="258" y="780"/>
                  </a:moveTo>
                  <a:lnTo>
                    <a:pt x="199636" y="780"/>
                  </a:lnTo>
                  <a:lnTo>
                    <a:pt x="199636" y="200157"/>
                  </a:lnTo>
                  <a:lnTo>
                    <a:pt x="258" y="200157"/>
                  </a:lnTo>
                  <a:close/>
                </a:path>
              </a:pathLst>
            </a:custGeom>
          </p:spPr>
        </p:pic>
        <p:sp>
          <p:nvSpPr>
            <p:cNvPr id="3741" name="Freeform 3740">
              <a:extLst>
                <a:ext uri="{FF2B5EF4-FFF2-40B4-BE49-F238E27FC236}">
                  <a16:creationId xmlns:a16="http://schemas.microsoft.com/office/drawing/2014/main" id="{25EF3AC3-6861-E3E8-5953-A22553A21BFF}"/>
                </a:ext>
              </a:extLst>
            </p:cNvPr>
            <p:cNvSpPr/>
            <p:nvPr/>
          </p:nvSpPr>
          <p:spPr>
            <a:xfrm>
              <a:off x="2631473" y="3812678"/>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708" name="Graphic 14">
            <a:extLst>
              <a:ext uri="{FF2B5EF4-FFF2-40B4-BE49-F238E27FC236}">
                <a16:creationId xmlns:a16="http://schemas.microsoft.com/office/drawing/2014/main" id="{6501860B-7850-6A52-B357-9A8258FCBA3A}"/>
              </a:ext>
            </a:extLst>
          </p:cNvPr>
          <p:cNvGrpSpPr/>
          <p:nvPr/>
        </p:nvGrpSpPr>
        <p:grpSpPr>
          <a:xfrm>
            <a:off x="9289845" y="4908587"/>
            <a:ext cx="850148" cy="850148"/>
            <a:chOff x="3615319" y="3812678"/>
            <a:chExt cx="250274" cy="250274"/>
          </a:xfrm>
          <a:noFill/>
        </p:grpSpPr>
        <p:pic>
          <p:nvPicPr>
            <p:cNvPr id="3709" name="Picture 3708">
              <a:extLst>
                <a:ext uri="{FF2B5EF4-FFF2-40B4-BE49-F238E27FC236}">
                  <a16:creationId xmlns:a16="http://schemas.microsoft.com/office/drawing/2014/main" id="{7DAF12A2-53AD-39F3-EF6B-86C86C30C202}"/>
                </a:ext>
              </a:extLst>
            </p:cNvPr>
            <p:cNvPicPr>
              <a:picLocks noChangeAspect="1"/>
            </p:cNvPicPr>
            <p:nvPr/>
          </p:nvPicPr>
          <p:blipFill>
            <a:blip r:embed="rId17"/>
            <a:stretch>
              <a:fillRect/>
            </a:stretch>
          </p:blipFill>
          <p:spPr>
            <a:xfrm>
              <a:off x="3643592" y="3833087"/>
              <a:ext cx="198380" cy="192399"/>
            </a:xfrm>
            <a:custGeom>
              <a:avLst/>
              <a:gdLst>
                <a:gd name="connsiteX0" fmla="*/ 614 w 198380"/>
                <a:gd name="connsiteY0" fmla="*/ 783 h 192399"/>
                <a:gd name="connsiteX1" fmla="*/ 198995 w 198380"/>
                <a:gd name="connsiteY1" fmla="*/ 783 h 192399"/>
                <a:gd name="connsiteX2" fmla="*/ 198995 w 198380"/>
                <a:gd name="connsiteY2" fmla="*/ 193183 h 192399"/>
                <a:gd name="connsiteX3" fmla="*/ 614 w 198380"/>
                <a:gd name="connsiteY3" fmla="*/ 193183 h 192399"/>
              </a:gdLst>
              <a:ahLst/>
              <a:cxnLst>
                <a:cxn ang="0">
                  <a:pos x="connsiteX0" y="connsiteY0"/>
                </a:cxn>
                <a:cxn ang="0">
                  <a:pos x="connsiteX1" y="connsiteY1"/>
                </a:cxn>
                <a:cxn ang="0">
                  <a:pos x="connsiteX2" y="connsiteY2"/>
                </a:cxn>
                <a:cxn ang="0">
                  <a:pos x="connsiteX3" y="connsiteY3"/>
                </a:cxn>
              </a:cxnLst>
              <a:rect l="l" t="t" r="r" b="b"/>
              <a:pathLst>
                <a:path w="198380" h="192399">
                  <a:moveTo>
                    <a:pt x="614" y="783"/>
                  </a:moveTo>
                  <a:lnTo>
                    <a:pt x="198995" y="783"/>
                  </a:lnTo>
                  <a:lnTo>
                    <a:pt x="198995" y="193183"/>
                  </a:lnTo>
                  <a:lnTo>
                    <a:pt x="614" y="193183"/>
                  </a:lnTo>
                  <a:close/>
                </a:path>
              </a:pathLst>
            </a:custGeom>
          </p:spPr>
        </p:pic>
        <p:sp>
          <p:nvSpPr>
            <p:cNvPr id="3710" name="Freeform 3709">
              <a:extLst>
                <a:ext uri="{FF2B5EF4-FFF2-40B4-BE49-F238E27FC236}">
                  <a16:creationId xmlns:a16="http://schemas.microsoft.com/office/drawing/2014/main" id="{801A1098-DD34-1CE3-3DFB-F7309A7DF3FE}"/>
                </a:ext>
              </a:extLst>
            </p:cNvPr>
            <p:cNvSpPr/>
            <p:nvPr/>
          </p:nvSpPr>
          <p:spPr>
            <a:xfrm>
              <a:off x="3615319" y="3812678"/>
              <a:ext cx="250274" cy="250274"/>
            </a:xfrm>
            <a:custGeom>
              <a:avLst/>
              <a:gdLst>
                <a:gd name="connsiteX0" fmla="*/ 0 w 250274"/>
                <a:gd name="connsiteY0" fmla="*/ 0 h 250274"/>
                <a:gd name="connsiteX1" fmla="*/ 250274 w 250274"/>
                <a:gd name="connsiteY1" fmla="*/ 0 h 250274"/>
                <a:gd name="connsiteX2" fmla="*/ 250274 w 250274"/>
                <a:gd name="connsiteY2" fmla="*/ 250274 h 250274"/>
                <a:gd name="connsiteX3" fmla="*/ 0 w 250274"/>
                <a:gd name="connsiteY3" fmla="*/ 250274 h 250274"/>
              </a:gdLst>
              <a:ahLst/>
              <a:cxnLst>
                <a:cxn ang="0">
                  <a:pos x="connsiteX0" y="connsiteY0"/>
                </a:cxn>
                <a:cxn ang="0">
                  <a:pos x="connsiteX1" y="connsiteY1"/>
                </a:cxn>
                <a:cxn ang="0">
                  <a:pos x="connsiteX2" y="connsiteY2"/>
                </a:cxn>
                <a:cxn ang="0">
                  <a:pos x="connsiteX3" y="connsiteY3"/>
                </a:cxn>
              </a:cxnLst>
              <a:rect l="l" t="t" r="r" b="b"/>
              <a:pathLst>
                <a:path w="250274" h="250274">
                  <a:moveTo>
                    <a:pt x="0" y="0"/>
                  </a:moveTo>
                  <a:lnTo>
                    <a:pt x="250274" y="0"/>
                  </a:lnTo>
                  <a:lnTo>
                    <a:pt x="250274" y="250274"/>
                  </a:lnTo>
                  <a:lnTo>
                    <a:pt x="0" y="250274"/>
                  </a:lnTo>
                  <a:close/>
                </a:path>
              </a:pathLst>
            </a:custGeom>
            <a:noFill/>
            <a:ln w="5534" cap="flat">
              <a:solidFill>
                <a:srgbClr val="010101"/>
              </a:solidFill>
              <a:prstDash val="solid"/>
              <a:round/>
            </a:ln>
          </p:spPr>
          <p:txBody>
            <a:bodyPr rtlCol="0" anchor="ctr"/>
            <a:lstStyle/>
            <a:p>
              <a:endParaRPr lang="en-US" sz="2000">
                <a:latin typeface="Helvetica Light" panose="020B0403020202020204" pitchFamily="34" charset="0"/>
              </a:endParaRPr>
            </a:p>
          </p:txBody>
        </p:sp>
      </p:grpSp>
      <p:grpSp>
        <p:nvGrpSpPr>
          <p:cNvPr id="3466" name="Graphic 14">
            <a:extLst>
              <a:ext uri="{FF2B5EF4-FFF2-40B4-BE49-F238E27FC236}">
                <a16:creationId xmlns:a16="http://schemas.microsoft.com/office/drawing/2014/main" id="{F58FBB77-8E58-19D0-67A9-80C548FE0B81}"/>
              </a:ext>
            </a:extLst>
          </p:cNvPr>
          <p:cNvGrpSpPr/>
          <p:nvPr/>
        </p:nvGrpSpPr>
        <p:grpSpPr>
          <a:xfrm>
            <a:off x="2553090" y="4066290"/>
            <a:ext cx="2752963" cy="262434"/>
            <a:chOff x="1632093" y="3222354"/>
            <a:chExt cx="810442" cy="77258"/>
          </a:xfrm>
          <a:solidFill>
            <a:srgbClr val="010101"/>
          </a:solidFill>
        </p:grpSpPr>
        <p:sp>
          <p:nvSpPr>
            <p:cNvPr id="3467" name="Freeform 3466">
              <a:extLst>
                <a:ext uri="{FF2B5EF4-FFF2-40B4-BE49-F238E27FC236}">
                  <a16:creationId xmlns:a16="http://schemas.microsoft.com/office/drawing/2014/main" id="{6F4634E0-F820-95AE-7DE1-B9A82FFB2F71}"/>
                </a:ext>
              </a:extLst>
            </p:cNvPr>
            <p:cNvSpPr/>
            <p:nvPr/>
          </p:nvSpPr>
          <p:spPr>
            <a:xfrm>
              <a:off x="1632093" y="3225179"/>
              <a:ext cx="39183" cy="58567"/>
            </a:xfrm>
            <a:custGeom>
              <a:avLst/>
              <a:gdLst>
                <a:gd name="connsiteX0" fmla="*/ 1800 w 39183"/>
                <a:gd name="connsiteY0" fmla="*/ 19190 h 58567"/>
                <a:gd name="connsiteX1" fmla="*/ 3129 w 39183"/>
                <a:gd name="connsiteY1" fmla="*/ 11353 h 58567"/>
                <a:gd name="connsiteX2" fmla="*/ 6978 w 39183"/>
                <a:gd name="connsiteY2" fmla="*/ 5289 h 58567"/>
                <a:gd name="connsiteX3" fmla="*/ 13070 w 39183"/>
                <a:gd name="connsiteY3" fmla="*/ 1385 h 58567"/>
                <a:gd name="connsiteX4" fmla="*/ 20990 w 39183"/>
                <a:gd name="connsiteY4" fmla="*/ 0 h 58567"/>
                <a:gd name="connsiteX5" fmla="*/ 28827 w 39183"/>
                <a:gd name="connsiteY5" fmla="*/ 1274 h 58567"/>
                <a:gd name="connsiteX6" fmla="*/ 34531 w 39183"/>
                <a:gd name="connsiteY6" fmla="*/ 4735 h 58567"/>
                <a:gd name="connsiteX7" fmla="*/ 38020 w 39183"/>
                <a:gd name="connsiteY7" fmla="*/ 9886 h 58567"/>
                <a:gd name="connsiteX8" fmla="*/ 39183 w 39183"/>
                <a:gd name="connsiteY8" fmla="*/ 16199 h 58567"/>
                <a:gd name="connsiteX9" fmla="*/ 37882 w 39183"/>
                <a:gd name="connsiteY9" fmla="*/ 23094 h 58567"/>
                <a:gd name="connsiteX10" fmla="*/ 34448 w 39183"/>
                <a:gd name="connsiteY10" fmla="*/ 28411 h 58567"/>
                <a:gd name="connsiteX11" fmla="*/ 29574 w 39183"/>
                <a:gd name="connsiteY11" fmla="*/ 32565 h 58567"/>
                <a:gd name="connsiteX12" fmla="*/ 24008 w 39183"/>
                <a:gd name="connsiteY12" fmla="*/ 36026 h 58567"/>
                <a:gd name="connsiteX13" fmla="*/ 18387 w 39183"/>
                <a:gd name="connsiteY13" fmla="*/ 39128 h 58567"/>
                <a:gd name="connsiteX14" fmla="*/ 13430 w 39183"/>
                <a:gd name="connsiteY14" fmla="*/ 42285 h 58567"/>
                <a:gd name="connsiteX15" fmla="*/ 10661 w 39183"/>
                <a:gd name="connsiteY15" fmla="*/ 44555 h 58567"/>
                <a:gd name="connsiteX16" fmla="*/ 8224 w 39183"/>
                <a:gd name="connsiteY16" fmla="*/ 47186 h 58567"/>
                <a:gd name="connsiteX17" fmla="*/ 6452 w 39183"/>
                <a:gd name="connsiteY17" fmla="*/ 50287 h 58567"/>
                <a:gd name="connsiteX18" fmla="*/ 5704 w 39183"/>
                <a:gd name="connsiteY18" fmla="*/ 54081 h 58567"/>
                <a:gd name="connsiteX19" fmla="*/ 38657 w 39183"/>
                <a:gd name="connsiteY19" fmla="*/ 54081 h 58567"/>
                <a:gd name="connsiteX20" fmla="*/ 38657 w 39183"/>
                <a:gd name="connsiteY20" fmla="*/ 58567 h 58567"/>
                <a:gd name="connsiteX21" fmla="*/ 0 w 39183"/>
                <a:gd name="connsiteY21" fmla="*/ 58567 h 58567"/>
                <a:gd name="connsiteX22" fmla="*/ 914 w 39183"/>
                <a:gd name="connsiteY22" fmla="*/ 50924 h 58567"/>
                <a:gd name="connsiteX23" fmla="*/ 4597 w 39183"/>
                <a:gd name="connsiteY23" fmla="*/ 44278 h 58567"/>
                <a:gd name="connsiteX24" fmla="*/ 11021 w 39183"/>
                <a:gd name="connsiteY24" fmla="*/ 38297 h 58567"/>
                <a:gd name="connsiteX25" fmla="*/ 17529 w 39183"/>
                <a:gd name="connsiteY25" fmla="*/ 33866 h 58567"/>
                <a:gd name="connsiteX26" fmla="*/ 23565 w 39183"/>
                <a:gd name="connsiteY26" fmla="*/ 30294 h 58567"/>
                <a:gd name="connsiteX27" fmla="*/ 28605 w 39183"/>
                <a:gd name="connsiteY27" fmla="*/ 26750 h 58567"/>
                <a:gd name="connsiteX28" fmla="*/ 32039 w 39183"/>
                <a:gd name="connsiteY28" fmla="*/ 22430 h 58567"/>
                <a:gd name="connsiteX29" fmla="*/ 33285 w 39183"/>
                <a:gd name="connsiteY29" fmla="*/ 16532 h 58567"/>
                <a:gd name="connsiteX30" fmla="*/ 32288 w 39183"/>
                <a:gd name="connsiteY30" fmla="*/ 11464 h 58567"/>
                <a:gd name="connsiteX31" fmla="*/ 29519 w 39183"/>
                <a:gd name="connsiteY31" fmla="*/ 7643 h 58567"/>
                <a:gd name="connsiteX32" fmla="*/ 25421 w 39183"/>
                <a:gd name="connsiteY32" fmla="*/ 5289 h 58567"/>
                <a:gd name="connsiteX33" fmla="*/ 20298 w 39183"/>
                <a:gd name="connsiteY33" fmla="*/ 4486 h 58567"/>
                <a:gd name="connsiteX34" fmla="*/ 14981 w 39183"/>
                <a:gd name="connsiteY34" fmla="*/ 5677 h 58567"/>
                <a:gd name="connsiteX35" fmla="*/ 10883 w 39183"/>
                <a:gd name="connsiteY35" fmla="*/ 8889 h 58567"/>
                <a:gd name="connsiteX36" fmla="*/ 8252 w 39183"/>
                <a:gd name="connsiteY36" fmla="*/ 13541 h 58567"/>
                <a:gd name="connsiteX37" fmla="*/ 7504 w 39183"/>
                <a:gd name="connsiteY37" fmla="*/ 19190 h 58567"/>
                <a:gd name="connsiteX38" fmla="*/ 1800 w 39183"/>
                <a:gd name="connsiteY38" fmla="*/ 19190 h 5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183" h="58567">
                  <a:moveTo>
                    <a:pt x="1800" y="19190"/>
                  </a:moveTo>
                  <a:cubicBezTo>
                    <a:pt x="1800" y="16310"/>
                    <a:pt x="2243" y="13707"/>
                    <a:pt x="3129" y="11353"/>
                  </a:cubicBezTo>
                  <a:cubicBezTo>
                    <a:pt x="4015" y="9000"/>
                    <a:pt x="5317" y="6978"/>
                    <a:pt x="6978" y="5289"/>
                  </a:cubicBezTo>
                  <a:cubicBezTo>
                    <a:pt x="8667" y="3600"/>
                    <a:pt x="10689" y="2298"/>
                    <a:pt x="13070" y="1385"/>
                  </a:cubicBezTo>
                  <a:cubicBezTo>
                    <a:pt x="15452" y="471"/>
                    <a:pt x="18082" y="0"/>
                    <a:pt x="20990" y="0"/>
                  </a:cubicBezTo>
                  <a:cubicBezTo>
                    <a:pt x="23898" y="0"/>
                    <a:pt x="26556" y="443"/>
                    <a:pt x="28827" y="1274"/>
                  </a:cubicBezTo>
                  <a:cubicBezTo>
                    <a:pt x="31097" y="2132"/>
                    <a:pt x="32980" y="3295"/>
                    <a:pt x="34531" y="4735"/>
                  </a:cubicBezTo>
                  <a:cubicBezTo>
                    <a:pt x="36082" y="6175"/>
                    <a:pt x="37217" y="7892"/>
                    <a:pt x="38020" y="9886"/>
                  </a:cubicBezTo>
                  <a:cubicBezTo>
                    <a:pt x="38796" y="11880"/>
                    <a:pt x="39183" y="13984"/>
                    <a:pt x="39183" y="16199"/>
                  </a:cubicBezTo>
                  <a:cubicBezTo>
                    <a:pt x="39183" y="18802"/>
                    <a:pt x="38740" y="21101"/>
                    <a:pt x="37882" y="23094"/>
                  </a:cubicBezTo>
                  <a:cubicBezTo>
                    <a:pt x="37023" y="25088"/>
                    <a:pt x="35860" y="26861"/>
                    <a:pt x="34448" y="28411"/>
                  </a:cubicBezTo>
                  <a:cubicBezTo>
                    <a:pt x="33036" y="29962"/>
                    <a:pt x="31402" y="31347"/>
                    <a:pt x="29574" y="32565"/>
                  </a:cubicBezTo>
                  <a:cubicBezTo>
                    <a:pt x="27747" y="33783"/>
                    <a:pt x="25891" y="34946"/>
                    <a:pt x="24008" y="36026"/>
                  </a:cubicBezTo>
                  <a:cubicBezTo>
                    <a:pt x="22098" y="37106"/>
                    <a:pt x="20242" y="38159"/>
                    <a:pt x="18387" y="39128"/>
                  </a:cubicBezTo>
                  <a:cubicBezTo>
                    <a:pt x="16532" y="40125"/>
                    <a:pt x="14898" y="41177"/>
                    <a:pt x="13430" y="42285"/>
                  </a:cubicBezTo>
                  <a:cubicBezTo>
                    <a:pt x="12489" y="43005"/>
                    <a:pt x="11547" y="43780"/>
                    <a:pt x="10661" y="44555"/>
                  </a:cubicBezTo>
                  <a:cubicBezTo>
                    <a:pt x="9775" y="45358"/>
                    <a:pt x="8944" y="46245"/>
                    <a:pt x="8224" y="47186"/>
                  </a:cubicBezTo>
                  <a:cubicBezTo>
                    <a:pt x="7504" y="48128"/>
                    <a:pt x="6923" y="49180"/>
                    <a:pt x="6452" y="50287"/>
                  </a:cubicBezTo>
                  <a:cubicBezTo>
                    <a:pt x="6009" y="51423"/>
                    <a:pt x="5760" y="52697"/>
                    <a:pt x="5704" y="54081"/>
                  </a:cubicBezTo>
                  <a:lnTo>
                    <a:pt x="38657" y="54081"/>
                  </a:lnTo>
                  <a:lnTo>
                    <a:pt x="38657" y="58567"/>
                  </a:lnTo>
                  <a:lnTo>
                    <a:pt x="0" y="58567"/>
                  </a:lnTo>
                  <a:cubicBezTo>
                    <a:pt x="55" y="55743"/>
                    <a:pt x="360" y="53195"/>
                    <a:pt x="914" y="50924"/>
                  </a:cubicBezTo>
                  <a:cubicBezTo>
                    <a:pt x="1468" y="48654"/>
                    <a:pt x="2714" y="46438"/>
                    <a:pt x="4597" y="44278"/>
                  </a:cubicBezTo>
                  <a:cubicBezTo>
                    <a:pt x="6674" y="41952"/>
                    <a:pt x="8806" y="39959"/>
                    <a:pt x="11021" y="38297"/>
                  </a:cubicBezTo>
                  <a:cubicBezTo>
                    <a:pt x="13236" y="36636"/>
                    <a:pt x="15396" y="35168"/>
                    <a:pt x="17529" y="33866"/>
                  </a:cubicBezTo>
                  <a:cubicBezTo>
                    <a:pt x="19661" y="32565"/>
                    <a:pt x="21655" y="31374"/>
                    <a:pt x="23565" y="30294"/>
                  </a:cubicBezTo>
                  <a:cubicBezTo>
                    <a:pt x="25476" y="29214"/>
                    <a:pt x="27138" y="28024"/>
                    <a:pt x="28605" y="26750"/>
                  </a:cubicBezTo>
                  <a:cubicBezTo>
                    <a:pt x="30073" y="25476"/>
                    <a:pt x="31208" y="24036"/>
                    <a:pt x="32039" y="22430"/>
                  </a:cubicBezTo>
                  <a:cubicBezTo>
                    <a:pt x="32870" y="20824"/>
                    <a:pt x="33285" y="18858"/>
                    <a:pt x="33285" y="16532"/>
                  </a:cubicBezTo>
                  <a:cubicBezTo>
                    <a:pt x="33285" y="14649"/>
                    <a:pt x="32953" y="12960"/>
                    <a:pt x="32288" y="11464"/>
                  </a:cubicBezTo>
                  <a:cubicBezTo>
                    <a:pt x="31624" y="9969"/>
                    <a:pt x="30682" y="8695"/>
                    <a:pt x="29519" y="7643"/>
                  </a:cubicBezTo>
                  <a:cubicBezTo>
                    <a:pt x="28356" y="6591"/>
                    <a:pt x="26971" y="5815"/>
                    <a:pt x="25421" y="5289"/>
                  </a:cubicBezTo>
                  <a:cubicBezTo>
                    <a:pt x="23842" y="4763"/>
                    <a:pt x="22153" y="4486"/>
                    <a:pt x="20298" y="4486"/>
                  </a:cubicBezTo>
                  <a:cubicBezTo>
                    <a:pt x="18332" y="4486"/>
                    <a:pt x="16559" y="4901"/>
                    <a:pt x="14981" y="5677"/>
                  </a:cubicBezTo>
                  <a:cubicBezTo>
                    <a:pt x="13375" y="6480"/>
                    <a:pt x="12018" y="7560"/>
                    <a:pt x="10883" y="8889"/>
                  </a:cubicBezTo>
                  <a:cubicBezTo>
                    <a:pt x="9747" y="10218"/>
                    <a:pt x="8861" y="11769"/>
                    <a:pt x="8252" y="13541"/>
                  </a:cubicBezTo>
                  <a:cubicBezTo>
                    <a:pt x="7643" y="15313"/>
                    <a:pt x="7394" y="17196"/>
                    <a:pt x="7504" y="19190"/>
                  </a:cubicBezTo>
                  <a:lnTo>
                    <a:pt x="1800" y="1919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68" name="Freeform 3467">
              <a:extLst>
                <a:ext uri="{FF2B5EF4-FFF2-40B4-BE49-F238E27FC236}">
                  <a16:creationId xmlns:a16="http://schemas.microsoft.com/office/drawing/2014/main" id="{A17C0110-8EA4-A529-695F-EE40E1398FFF}"/>
                </a:ext>
              </a:extLst>
            </p:cNvPr>
            <p:cNvSpPr/>
            <p:nvPr/>
          </p:nvSpPr>
          <p:spPr>
            <a:xfrm>
              <a:off x="1678088" y="3259572"/>
              <a:ext cx="21211" cy="5150"/>
            </a:xfrm>
            <a:custGeom>
              <a:avLst/>
              <a:gdLst>
                <a:gd name="connsiteX0" fmla="*/ 21212 w 21211"/>
                <a:gd name="connsiteY0" fmla="*/ 0 h 5150"/>
                <a:gd name="connsiteX1" fmla="*/ 21212 w 21211"/>
                <a:gd name="connsiteY1" fmla="*/ 5151 h 5150"/>
                <a:gd name="connsiteX2" fmla="*/ 0 w 21211"/>
                <a:gd name="connsiteY2" fmla="*/ 5151 h 5150"/>
                <a:gd name="connsiteX3" fmla="*/ 0 w 21211"/>
                <a:gd name="connsiteY3" fmla="*/ 0 h 5150"/>
                <a:gd name="connsiteX4" fmla="*/ 21212 w 21211"/>
                <a:gd name="connsiteY4" fmla="*/ 0 h 5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1" h="5150">
                  <a:moveTo>
                    <a:pt x="21212" y="0"/>
                  </a:moveTo>
                  <a:lnTo>
                    <a:pt x="21212" y="5151"/>
                  </a:lnTo>
                  <a:lnTo>
                    <a:pt x="0" y="5151"/>
                  </a:lnTo>
                  <a:lnTo>
                    <a:pt x="0" y="0"/>
                  </a:lnTo>
                  <a:lnTo>
                    <a:pt x="21212" y="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69" name="Freeform 3468">
              <a:extLst>
                <a:ext uri="{FF2B5EF4-FFF2-40B4-BE49-F238E27FC236}">
                  <a16:creationId xmlns:a16="http://schemas.microsoft.com/office/drawing/2014/main" id="{FBDEB518-5C0A-0F2E-D8CA-323C51276685}"/>
                </a:ext>
              </a:extLst>
            </p:cNvPr>
            <p:cNvSpPr/>
            <p:nvPr/>
          </p:nvSpPr>
          <p:spPr>
            <a:xfrm>
              <a:off x="1709296" y="3223933"/>
              <a:ext cx="39930" cy="60948"/>
            </a:xfrm>
            <a:custGeom>
              <a:avLst/>
              <a:gdLst>
                <a:gd name="connsiteX0" fmla="*/ 5040 w 39930"/>
                <a:gd name="connsiteY0" fmla="*/ 59813 h 60948"/>
                <a:gd name="connsiteX1" fmla="*/ 0 w 39930"/>
                <a:gd name="connsiteY1" fmla="*/ 59813 h 60948"/>
                <a:gd name="connsiteX2" fmla="*/ 0 w 39930"/>
                <a:gd name="connsiteY2" fmla="*/ 0 h 60948"/>
                <a:gd name="connsiteX3" fmla="*/ 5040 w 39930"/>
                <a:gd name="connsiteY3" fmla="*/ 0 h 60948"/>
                <a:gd name="connsiteX4" fmla="*/ 5040 w 39930"/>
                <a:gd name="connsiteY4" fmla="*/ 23676 h 60948"/>
                <a:gd name="connsiteX5" fmla="*/ 11713 w 39930"/>
                <a:gd name="connsiteY5" fmla="*/ 17639 h 60948"/>
                <a:gd name="connsiteX6" fmla="*/ 20575 w 39930"/>
                <a:gd name="connsiteY6" fmla="*/ 15618 h 60948"/>
                <a:gd name="connsiteX7" fmla="*/ 29159 w 39930"/>
                <a:gd name="connsiteY7" fmla="*/ 17473 h 60948"/>
                <a:gd name="connsiteX8" fmla="*/ 35196 w 39930"/>
                <a:gd name="connsiteY8" fmla="*/ 22458 h 60948"/>
                <a:gd name="connsiteX9" fmla="*/ 38768 w 39930"/>
                <a:gd name="connsiteY9" fmla="*/ 29713 h 60948"/>
                <a:gd name="connsiteX10" fmla="*/ 39931 w 39930"/>
                <a:gd name="connsiteY10" fmla="*/ 38352 h 60948"/>
                <a:gd name="connsiteX11" fmla="*/ 38851 w 39930"/>
                <a:gd name="connsiteY11" fmla="*/ 47241 h 60948"/>
                <a:gd name="connsiteX12" fmla="*/ 35362 w 39930"/>
                <a:gd name="connsiteY12" fmla="*/ 54414 h 60948"/>
                <a:gd name="connsiteX13" fmla="*/ 29270 w 39930"/>
                <a:gd name="connsiteY13" fmla="*/ 59204 h 60948"/>
                <a:gd name="connsiteX14" fmla="*/ 20298 w 39930"/>
                <a:gd name="connsiteY14" fmla="*/ 60949 h 60948"/>
                <a:gd name="connsiteX15" fmla="*/ 16033 w 39930"/>
                <a:gd name="connsiteY15" fmla="*/ 60367 h 60948"/>
                <a:gd name="connsiteX16" fmla="*/ 11797 w 39930"/>
                <a:gd name="connsiteY16" fmla="*/ 58706 h 60948"/>
                <a:gd name="connsiteX17" fmla="*/ 8030 w 39930"/>
                <a:gd name="connsiteY17" fmla="*/ 56020 h 60948"/>
                <a:gd name="connsiteX18" fmla="*/ 5234 w 39930"/>
                <a:gd name="connsiteY18" fmla="*/ 52226 h 60948"/>
                <a:gd name="connsiteX19" fmla="*/ 5068 w 39930"/>
                <a:gd name="connsiteY19" fmla="*/ 52226 h 60948"/>
                <a:gd name="connsiteX20" fmla="*/ 5068 w 39930"/>
                <a:gd name="connsiteY20" fmla="*/ 59786 h 60948"/>
                <a:gd name="connsiteX21" fmla="*/ 5040 w 39930"/>
                <a:gd name="connsiteY21" fmla="*/ 38131 h 60948"/>
                <a:gd name="connsiteX22" fmla="*/ 6009 w 39930"/>
                <a:gd name="connsiteY22" fmla="*/ 45386 h 60948"/>
                <a:gd name="connsiteX23" fmla="*/ 8806 w 39930"/>
                <a:gd name="connsiteY23" fmla="*/ 51201 h 60948"/>
                <a:gd name="connsiteX24" fmla="*/ 13430 w 39930"/>
                <a:gd name="connsiteY24" fmla="*/ 55078 h 60948"/>
                <a:gd name="connsiteX25" fmla="*/ 19716 w 39930"/>
                <a:gd name="connsiteY25" fmla="*/ 56490 h 60948"/>
                <a:gd name="connsiteX26" fmla="*/ 25587 w 39930"/>
                <a:gd name="connsiteY26" fmla="*/ 55355 h 60948"/>
                <a:gd name="connsiteX27" fmla="*/ 30294 w 39930"/>
                <a:gd name="connsiteY27" fmla="*/ 52087 h 60948"/>
                <a:gd name="connsiteX28" fmla="*/ 33451 w 39930"/>
                <a:gd name="connsiteY28" fmla="*/ 46798 h 60948"/>
                <a:gd name="connsiteX29" fmla="*/ 34587 w 39930"/>
                <a:gd name="connsiteY29" fmla="*/ 39626 h 60948"/>
                <a:gd name="connsiteX30" fmla="*/ 33922 w 39930"/>
                <a:gd name="connsiteY30" fmla="*/ 32011 h 60948"/>
                <a:gd name="connsiteX31" fmla="*/ 31236 w 39930"/>
                <a:gd name="connsiteY31" fmla="*/ 25808 h 60948"/>
                <a:gd name="connsiteX32" fmla="*/ 26501 w 39930"/>
                <a:gd name="connsiteY32" fmla="*/ 21627 h 60948"/>
                <a:gd name="connsiteX33" fmla="*/ 19744 w 39930"/>
                <a:gd name="connsiteY33" fmla="*/ 20104 h 60948"/>
                <a:gd name="connsiteX34" fmla="*/ 13569 w 39930"/>
                <a:gd name="connsiteY34" fmla="*/ 21544 h 60948"/>
                <a:gd name="connsiteX35" fmla="*/ 8944 w 39930"/>
                <a:gd name="connsiteY35" fmla="*/ 25448 h 60948"/>
                <a:gd name="connsiteX36" fmla="*/ 6064 w 39930"/>
                <a:gd name="connsiteY36" fmla="*/ 31180 h 60948"/>
                <a:gd name="connsiteX37" fmla="*/ 5068 w 39930"/>
                <a:gd name="connsiteY37" fmla="*/ 38103 h 6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930" h="60948">
                  <a:moveTo>
                    <a:pt x="5040" y="59813"/>
                  </a:moveTo>
                  <a:lnTo>
                    <a:pt x="0" y="59813"/>
                  </a:lnTo>
                  <a:lnTo>
                    <a:pt x="0" y="0"/>
                  </a:lnTo>
                  <a:lnTo>
                    <a:pt x="5040" y="0"/>
                  </a:lnTo>
                  <a:lnTo>
                    <a:pt x="5040" y="23676"/>
                  </a:lnTo>
                  <a:cubicBezTo>
                    <a:pt x="6674" y="21018"/>
                    <a:pt x="8889" y="18996"/>
                    <a:pt x="11713" y="17639"/>
                  </a:cubicBezTo>
                  <a:cubicBezTo>
                    <a:pt x="14538" y="16283"/>
                    <a:pt x="17473" y="15618"/>
                    <a:pt x="20575" y="15618"/>
                  </a:cubicBezTo>
                  <a:cubicBezTo>
                    <a:pt x="23870" y="15618"/>
                    <a:pt x="26750" y="16227"/>
                    <a:pt x="29159" y="17473"/>
                  </a:cubicBezTo>
                  <a:cubicBezTo>
                    <a:pt x="31596" y="18719"/>
                    <a:pt x="33617" y="20381"/>
                    <a:pt x="35196" y="22458"/>
                  </a:cubicBezTo>
                  <a:cubicBezTo>
                    <a:pt x="36802" y="24534"/>
                    <a:pt x="37965" y="26944"/>
                    <a:pt x="38768" y="29713"/>
                  </a:cubicBezTo>
                  <a:cubicBezTo>
                    <a:pt x="39543" y="32482"/>
                    <a:pt x="39931" y="35362"/>
                    <a:pt x="39931" y="38352"/>
                  </a:cubicBezTo>
                  <a:cubicBezTo>
                    <a:pt x="39931" y="41509"/>
                    <a:pt x="39571" y="44472"/>
                    <a:pt x="38851" y="47241"/>
                  </a:cubicBezTo>
                  <a:cubicBezTo>
                    <a:pt x="38131" y="50011"/>
                    <a:pt x="36968" y="52420"/>
                    <a:pt x="35362" y="54414"/>
                  </a:cubicBezTo>
                  <a:cubicBezTo>
                    <a:pt x="33756" y="56435"/>
                    <a:pt x="31734" y="58041"/>
                    <a:pt x="29270" y="59204"/>
                  </a:cubicBezTo>
                  <a:cubicBezTo>
                    <a:pt x="26805" y="60367"/>
                    <a:pt x="23815" y="60949"/>
                    <a:pt x="20298" y="60949"/>
                  </a:cubicBezTo>
                  <a:cubicBezTo>
                    <a:pt x="18913" y="60949"/>
                    <a:pt x="17473" y="60755"/>
                    <a:pt x="16033" y="60367"/>
                  </a:cubicBezTo>
                  <a:cubicBezTo>
                    <a:pt x="14566" y="59979"/>
                    <a:pt x="13153" y="59426"/>
                    <a:pt x="11797" y="58706"/>
                  </a:cubicBezTo>
                  <a:cubicBezTo>
                    <a:pt x="10440" y="57986"/>
                    <a:pt x="9166" y="57100"/>
                    <a:pt x="8030" y="56020"/>
                  </a:cubicBezTo>
                  <a:cubicBezTo>
                    <a:pt x="6895" y="54940"/>
                    <a:pt x="5954" y="53694"/>
                    <a:pt x="5234" y="52226"/>
                  </a:cubicBezTo>
                  <a:lnTo>
                    <a:pt x="5068" y="52226"/>
                  </a:lnTo>
                  <a:lnTo>
                    <a:pt x="5068" y="59786"/>
                  </a:lnTo>
                  <a:close/>
                  <a:moveTo>
                    <a:pt x="5040" y="38131"/>
                  </a:moveTo>
                  <a:cubicBezTo>
                    <a:pt x="5040" y="40734"/>
                    <a:pt x="5372" y="43143"/>
                    <a:pt x="6009" y="45386"/>
                  </a:cubicBezTo>
                  <a:cubicBezTo>
                    <a:pt x="6646" y="47629"/>
                    <a:pt x="7587" y="49568"/>
                    <a:pt x="8806" y="51201"/>
                  </a:cubicBezTo>
                  <a:cubicBezTo>
                    <a:pt x="10024" y="52835"/>
                    <a:pt x="11575" y="54137"/>
                    <a:pt x="13430" y="55078"/>
                  </a:cubicBezTo>
                  <a:cubicBezTo>
                    <a:pt x="15286" y="56020"/>
                    <a:pt x="17362" y="56490"/>
                    <a:pt x="19716" y="56490"/>
                  </a:cubicBezTo>
                  <a:cubicBezTo>
                    <a:pt x="21848" y="56490"/>
                    <a:pt x="23787" y="56130"/>
                    <a:pt x="25587" y="55355"/>
                  </a:cubicBezTo>
                  <a:cubicBezTo>
                    <a:pt x="27387" y="54607"/>
                    <a:pt x="28937" y="53527"/>
                    <a:pt x="30294" y="52087"/>
                  </a:cubicBezTo>
                  <a:cubicBezTo>
                    <a:pt x="31624" y="50647"/>
                    <a:pt x="32676" y="48875"/>
                    <a:pt x="33451" y="46798"/>
                  </a:cubicBezTo>
                  <a:cubicBezTo>
                    <a:pt x="34227" y="44722"/>
                    <a:pt x="34587" y="42312"/>
                    <a:pt x="34587" y="39626"/>
                  </a:cubicBezTo>
                  <a:cubicBezTo>
                    <a:pt x="34697" y="36913"/>
                    <a:pt x="34476" y="34393"/>
                    <a:pt x="33922" y="32011"/>
                  </a:cubicBezTo>
                  <a:cubicBezTo>
                    <a:pt x="33368" y="29657"/>
                    <a:pt x="32454" y="27608"/>
                    <a:pt x="31236" y="25808"/>
                  </a:cubicBezTo>
                  <a:cubicBezTo>
                    <a:pt x="30017" y="24036"/>
                    <a:pt x="28439" y="22651"/>
                    <a:pt x="26501" y="21627"/>
                  </a:cubicBezTo>
                  <a:cubicBezTo>
                    <a:pt x="24562" y="20602"/>
                    <a:pt x="22319" y="20104"/>
                    <a:pt x="19744" y="20104"/>
                  </a:cubicBezTo>
                  <a:cubicBezTo>
                    <a:pt x="17446" y="20104"/>
                    <a:pt x="15396" y="20575"/>
                    <a:pt x="13569" y="21544"/>
                  </a:cubicBezTo>
                  <a:cubicBezTo>
                    <a:pt x="11741" y="22513"/>
                    <a:pt x="10218" y="23814"/>
                    <a:pt x="8944" y="25448"/>
                  </a:cubicBezTo>
                  <a:cubicBezTo>
                    <a:pt x="7698" y="27082"/>
                    <a:pt x="6729" y="28993"/>
                    <a:pt x="6064" y="31180"/>
                  </a:cubicBezTo>
                  <a:cubicBezTo>
                    <a:pt x="5400" y="33368"/>
                    <a:pt x="5068" y="35666"/>
                    <a:pt x="5068" y="38103"/>
                  </a:cubicBez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0" name="Freeform 3469">
              <a:extLst>
                <a:ext uri="{FF2B5EF4-FFF2-40B4-BE49-F238E27FC236}">
                  <a16:creationId xmlns:a16="http://schemas.microsoft.com/office/drawing/2014/main" id="{C428200A-4D26-C044-48B3-3374FCE57510}"/>
                </a:ext>
              </a:extLst>
            </p:cNvPr>
            <p:cNvSpPr/>
            <p:nvPr/>
          </p:nvSpPr>
          <p:spPr>
            <a:xfrm>
              <a:off x="1757839" y="3239551"/>
              <a:ext cx="40927" cy="45358"/>
            </a:xfrm>
            <a:custGeom>
              <a:avLst/>
              <a:gdLst>
                <a:gd name="connsiteX0" fmla="*/ 22070 w 40927"/>
                <a:gd name="connsiteY0" fmla="*/ 19107 h 45358"/>
                <a:gd name="connsiteX1" fmla="*/ 25476 w 40927"/>
                <a:gd name="connsiteY1" fmla="*/ 18608 h 45358"/>
                <a:gd name="connsiteX2" fmla="*/ 28716 w 40927"/>
                <a:gd name="connsiteY2" fmla="*/ 17695 h 45358"/>
                <a:gd name="connsiteX3" fmla="*/ 30267 w 40927"/>
                <a:gd name="connsiteY3" fmla="*/ 15729 h 45358"/>
                <a:gd name="connsiteX4" fmla="*/ 30571 w 40927"/>
                <a:gd name="connsiteY4" fmla="*/ 13181 h 45358"/>
                <a:gd name="connsiteX5" fmla="*/ 28107 w 40927"/>
                <a:gd name="connsiteY5" fmla="*/ 6923 h 45358"/>
                <a:gd name="connsiteX6" fmla="*/ 19772 w 40927"/>
                <a:gd name="connsiteY6" fmla="*/ 4486 h 45358"/>
                <a:gd name="connsiteX7" fmla="*/ 14981 w 40927"/>
                <a:gd name="connsiteY7" fmla="*/ 4957 h 45358"/>
                <a:gd name="connsiteX8" fmla="*/ 11160 w 40927"/>
                <a:gd name="connsiteY8" fmla="*/ 6535 h 45358"/>
                <a:gd name="connsiteX9" fmla="*/ 8474 w 40927"/>
                <a:gd name="connsiteY9" fmla="*/ 9526 h 45358"/>
                <a:gd name="connsiteX10" fmla="*/ 7089 w 40927"/>
                <a:gd name="connsiteY10" fmla="*/ 14233 h 45358"/>
                <a:gd name="connsiteX11" fmla="*/ 1966 w 40927"/>
                <a:gd name="connsiteY11" fmla="*/ 14233 h 45358"/>
                <a:gd name="connsiteX12" fmla="*/ 3738 w 40927"/>
                <a:gd name="connsiteY12" fmla="*/ 7698 h 45358"/>
                <a:gd name="connsiteX13" fmla="*/ 7643 w 40927"/>
                <a:gd name="connsiteY13" fmla="*/ 3295 h 45358"/>
                <a:gd name="connsiteX14" fmla="*/ 13181 w 40927"/>
                <a:gd name="connsiteY14" fmla="*/ 803 h 45358"/>
                <a:gd name="connsiteX15" fmla="*/ 19855 w 40927"/>
                <a:gd name="connsiteY15" fmla="*/ 0 h 45358"/>
                <a:gd name="connsiteX16" fmla="*/ 26030 w 40927"/>
                <a:gd name="connsiteY16" fmla="*/ 692 h 45358"/>
                <a:gd name="connsiteX17" fmla="*/ 31070 w 40927"/>
                <a:gd name="connsiteY17" fmla="*/ 2935 h 45358"/>
                <a:gd name="connsiteX18" fmla="*/ 34420 w 40927"/>
                <a:gd name="connsiteY18" fmla="*/ 7061 h 45358"/>
                <a:gd name="connsiteX19" fmla="*/ 35639 w 40927"/>
                <a:gd name="connsiteY19" fmla="*/ 13375 h 45358"/>
                <a:gd name="connsiteX20" fmla="*/ 35639 w 40927"/>
                <a:gd name="connsiteY20" fmla="*/ 36802 h 45358"/>
                <a:gd name="connsiteX21" fmla="*/ 36691 w 40927"/>
                <a:gd name="connsiteY21" fmla="*/ 40485 h 45358"/>
                <a:gd name="connsiteX22" fmla="*/ 40928 w 40927"/>
                <a:gd name="connsiteY22" fmla="*/ 40097 h 45358"/>
                <a:gd name="connsiteX23" fmla="*/ 40928 w 40927"/>
                <a:gd name="connsiteY23" fmla="*/ 44002 h 45358"/>
                <a:gd name="connsiteX24" fmla="*/ 39211 w 40927"/>
                <a:gd name="connsiteY24" fmla="*/ 44500 h 45358"/>
                <a:gd name="connsiteX25" fmla="*/ 36996 w 40927"/>
                <a:gd name="connsiteY25" fmla="*/ 44832 h 45358"/>
                <a:gd name="connsiteX26" fmla="*/ 34725 w 40927"/>
                <a:gd name="connsiteY26" fmla="*/ 44583 h 45358"/>
                <a:gd name="connsiteX27" fmla="*/ 32703 w 40927"/>
                <a:gd name="connsiteY27" fmla="*/ 43808 h 45358"/>
                <a:gd name="connsiteX28" fmla="*/ 31485 w 40927"/>
                <a:gd name="connsiteY28" fmla="*/ 42312 h 45358"/>
                <a:gd name="connsiteX29" fmla="*/ 30848 w 40927"/>
                <a:gd name="connsiteY29" fmla="*/ 40402 h 45358"/>
                <a:gd name="connsiteX30" fmla="*/ 30682 w 40927"/>
                <a:gd name="connsiteY30" fmla="*/ 38214 h 45358"/>
                <a:gd name="connsiteX31" fmla="*/ 23372 w 40927"/>
                <a:gd name="connsiteY31" fmla="*/ 43531 h 45358"/>
                <a:gd name="connsiteX32" fmla="*/ 14483 w 40927"/>
                <a:gd name="connsiteY32" fmla="*/ 45358 h 45358"/>
                <a:gd name="connsiteX33" fmla="*/ 9000 w 40927"/>
                <a:gd name="connsiteY33" fmla="*/ 44611 h 45358"/>
                <a:gd name="connsiteX34" fmla="*/ 4348 w 40927"/>
                <a:gd name="connsiteY34" fmla="*/ 42285 h 45358"/>
                <a:gd name="connsiteX35" fmla="*/ 1163 w 40927"/>
                <a:gd name="connsiteY35" fmla="*/ 38436 h 45358"/>
                <a:gd name="connsiteX36" fmla="*/ 0 w 40927"/>
                <a:gd name="connsiteY36" fmla="*/ 33008 h 45358"/>
                <a:gd name="connsiteX37" fmla="*/ 15175 w 40927"/>
                <a:gd name="connsiteY37" fmla="*/ 20049 h 45358"/>
                <a:gd name="connsiteX38" fmla="*/ 22125 w 40927"/>
                <a:gd name="connsiteY38" fmla="*/ 19135 h 45358"/>
                <a:gd name="connsiteX39" fmla="*/ 30544 w 40927"/>
                <a:gd name="connsiteY39" fmla="*/ 21599 h 45358"/>
                <a:gd name="connsiteX40" fmla="*/ 24091 w 40927"/>
                <a:gd name="connsiteY40" fmla="*/ 23344 h 45358"/>
                <a:gd name="connsiteX41" fmla="*/ 17556 w 40927"/>
                <a:gd name="connsiteY41" fmla="*/ 24008 h 45358"/>
                <a:gd name="connsiteX42" fmla="*/ 8529 w 40927"/>
                <a:gd name="connsiteY42" fmla="*/ 26584 h 45358"/>
                <a:gd name="connsiteX43" fmla="*/ 5289 w 40927"/>
                <a:gd name="connsiteY43" fmla="*/ 33146 h 45358"/>
                <a:gd name="connsiteX44" fmla="*/ 6092 w 40927"/>
                <a:gd name="connsiteY44" fmla="*/ 36608 h 45358"/>
                <a:gd name="connsiteX45" fmla="*/ 8197 w 40927"/>
                <a:gd name="connsiteY45" fmla="*/ 39017 h 45358"/>
                <a:gd name="connsiteX46" fmla="*/ 11215 w 40927"/>
                <a:gd name="connsiteY46" fmla="*/ 40429 h 45358"/>
                <a:gd name="connsiteX47" fmla="*/ 14704 w 40927"/>
                <a:gd name="connsiteY47" fmla="*/ 40900 h 45358"/>
                <a:gd name="connsiteX48" fmla="*/ 20575 w 40927"/>
                <a:gd name="connsiteY48" fmla="*/ 40152 h 45358"/>
                <a:gd name="connsiteX49" fmla="*/ 25642 w 40927"/>
                <a:gd name="connsiteY49" fmla="*/ 37882 h 45358"/>
                <a:gd name="connsiteX50" fmla="*/ 29214 w 40927"/>
                <a:gd name="connsiteY50" fmla="*/ 33977 h 45358"/>
                <a:gd name="connsiteX51" fmla="*/ 30544 w 40927"/>
                <a:gd name="connsiteY51" fmla="*/ 28356 h 45358"/>
                <a:gd name="connsiteX52" fmla="*/ 30544 w 40927"/>
                <a:gd name="connsiteY52" fmla="*/ 21627 h 45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0927" h="45358">
                  <a:moveTo>
                    <a:pt x="22070" y="19107"/>
                  </a:moveTo>
                  <a:cubicBezTo>
                    <a:pt x="23012" y="18996"/>
                    <a:pt x="24147" y="18830"/>
                    <a:pt x="25476" y="18608"/>
                  </a:cubicBezTo>
                  <a:cubicBezTo>
                    <a:pt x="26778" y="18387"/>
                    <a:pt x="27858" y="18082"/>
                    <a:pt x="28716" y="17695"/>
                  </a:cubicBezTo>
                  <a:cubicBezTo>
                    <a:pt x="29547" y="17307"/>
                    <a:pt x="30073" y="16643"/>
                    <a:pt x="30267" y="15729"/>
                  </a:cubicBezTo>
                  <a:cubicBezTo>
                    <a:pt x="30460" y="14815"/>
                    <a:pt x="30571" y="13984"/>
                    <a:pt x="30571" y="13181"/>
                  </a:cubicBezTo>
                  <a:cubicBezTo>
                    <a:pt x="30571" y="10633"/>
                    <a:pt x="29741" y="8557"/>
                    <a:pt x="28107" y="6923"/>
                  </a:cubicBezTo>
                  <a:cubicBezTo>
                    <a:pt x="26445" y="5289"/>
                    <a:pt x="23676" y="4486"/>
                    <a:pt x="19772" y="4486"/>
                  </a:cubicBezTo>
                  <a:cubicBezTo>
                    <a:pt x="18027" y="4486"/>
                    <a:pt x="16449" y="4624"/>
                    <a:pt x="14981" y="4957"/>
                  </a:cubicBezTo>
                  <a:cubicBezTo>
                    <a:pt x="13513" y="5261"/>
                    <a:pt x="12267" y="5787"/>
                    <a:pt x="11160" y="6535"/>
                  </a:cubicBezTo>
                  <a:cubicBezTo>
                    <a:pt x="10080" y="7283"/>
                    <a:pt x="9166" y="8280"/>
                    <a:pt x="8474" y="9526"/>
                  </a:cubicBezTo>
                  <a:cubicBezTo>
                    <a:pt x="7781" y="10772"/>
                    <a:pt x="7311" y="12350"/>
                    <a:pt x="7089" y="14233"/>
                  </a:cubicBezTo>
                  <a:lnTo>
                    <a:pt x="1966" y="14233"/>
                  </a:lnTo>
                  <a:cubicBezTo>
                    <a:pt x="2132" y="11686"/>
                    <a:pt x="2714" y="9498"/>
                    <a:pt x="3738" y="7698"/>
                  </a:cubicBezTo>
                  <a:cubicBezTo>
                    <a:pt x="4735" y="5898"/>
                    <a:pt x="6037" y="4431"/>
                    <a:pt x="7643" y="3295"/>
                  </a:cubicBezTo>
                  <a:cubicBezTo>
                    <a:pt x="9249" y="2160"/>
                    <a:pt x="11077" y="1329"/>
                    <a:pt x="13181" y="803"/>
                  </a:cubicBezTo>
                  <a:cubicBezTo>
                    <a:pt x="15286" y="277"/>
                    <a:pt x="17501" y="0"/>
                    <a:pt x="19855" y="0"/>
                  </a:cubicBezTo>
                  <a:cubicBezTo>
                    <a:pt x="22042" y="0"/>
                    <a:pt x="24091" y="221"/>
                    <a:pt x="26030" y="692"/>
                  </a:cubicBezTo>
                  <a:cubicBezTo>
                    <a:pt x="27968" y="1163"/>
                    <a:pt x="29630" y="1911"/>
                    <a:pt x="31070" y="2935"/>
                  </a:cubicBezTo>
                  <a:cubicBezTo>
                    <a:pt x="32510" y="3960"/>
                    <a:pt x="33617" y="5344"/>
                    <a:pt x="34420" y="7061"/>
                  </a:cubicBezTo>
                  <a:cubicBezTo>
                    <a:pt x="35223" y="8778"/>
                    <a:pt x="35639" y="10883"/>
                    <a:pt x="35639" y="13375"/>
                  </a:cubicBezTo>
                  <a:lnTo>
                    <a:pt x="35639" y="36802"/>
                  </a:lnTo>
                  <a:cubicBezTo>
                    <a:pt x="35639" y="38740"/>
                    <a:pt x="35999" y="39959"/>
                    <a:pt x="36691" y="40485"/>
                  </a:cubicBezTo>
                  <a:cubicBezTo>
                    <a:pt x="37383" y="41011"/>
                    <a:pt x="38796" y="40900"/>
                    <a:pt x="40928" y="40097"/>
                  </a:cubicBezTo>
                  <a:lnTo>
                    <a:pt x="40928" y="44002"/>
                  </a:lnTo>
                  <a:cubicBezTo>
                    <a:pt x="40540" y="44112"/>
                    <a:pt x="39959" y="44278"/>
                    <a:pt x="39211" y="44500"/>
                  </a:cubicBezTo>
                  <a:cubicBezTo>
                    <a:pt x="38463" y="44721"/>
                    <a:pt x="37716" y="44832"/>
                    <a:pt x="36996" y="44832"/>
                  </a:cubicBezTo>
                  <a:cubicBezTo>
                    <a:pt x="36220" y="44832"/>
                    <a:pt x="35445" y="44749"/>
                    <a:pt x="34725" y="44583"/>
                  </a:cubicBezTo>
                  <a:cubicBezTo>
                    <a:pt x="33894" y="44472"/>
                    <a:pt x="33230" y="44223"/>
                    <a:pt x="32703" y="43808"/>
                  </a:cubicBezTo>
                  <a:cubicBezTo>
                    <a:pt x="32205" y="43392"/>
                    <a:pt x="31790" y="42894"/>
                    <a:pt x="31485" y="42312"/>
                  </a:cubicBezTo>
                  <a:cubicBezTo>
                    <a:pt x="31180" y="41731"/>
                    <a:pt x="30959" y="41094"/>
                    <a:pt x="30848" y="40402"/>
                  </a:cubicBezTo>
                  <a:cubicBezTo>
                    <a:pt x="30737" y="39709"/>
                    <a:pt x="30682" y="38989"/>
                    <a:pt x="30682" y="38214"/>
                  </a:cubicBezTo>
                  <a:cubicBezTo>
                    <a:pt x="28550" y="40540"/>
                    <a:pt x="26113" y="42312"/>
                    <a:pt x="23372" y="43531"/>
                  </a:cubicBezTo>
                  <a:cubicBezTo>
                    <a:pt x="20630" y="44749"/>
                    <a:pt x="17667" y="45358"/>
                    <a:pt x="14483" y="45358"/>
                  </a:cubicBezTo>
                  <a:cubicBezTo>
                    <a:pt x="12572" y="45358"/>
                    <a:pt x="10744" y="45109"/>
                    <a:pt x="9000" y="44611"/>
                  </a:cubicBezTo>
                  <a:cubicBezTo>
                    <a:pt x="7227" y="44112"/>
                    <a:pt x="5677" y="43337"/>
                    <a:pt x="4348" y="42285"/>
                  </a:cubicBezTo>
                  <a:cubicBezTo>
                    <a:pt x="3018" y="41232"/>
                    <a:pt x="1938" y="39959"/>
                    <a:pt x="1163" y="38436"/>
                  </a:cubicBezTo>
                  <a:cubicBezTo>
                    <a:pt x="388" y="36912"/>
                    <a:pt x="0" y="35085"/>
                    <a:pt x="0" y="33008"/>
                  </a:cubicBezTo>
                  <a:cubicBezTo>
                    <a:pt x="0" y="25697"/>
                    <a:pt x="5068" y="21378"/>
                    <a:pt x="15175" y="20049"/>
                  </a:cubicBezTo>
                  <a:lnTo>
                    <a:pt x="22125" y="19135"/>
                  </a:lnTo>
                  <a:close/>
                  <a:moveTo>
                    <a:pt x="30544" y="21599"/>
                  </a:moveTo>
                  <a:cubicBezTo>
                    <a:pt x="28411" y="22485"/>
                    <a:pt x="26279" y="23067"/>
                    <a:pt x="24091" y="23344"/>
                  </a:cubicBezTo>
                  <a:cubicBezTo>
                    <a:pt x="21904" y="23621"/>
                    <a:pt x="19716" y="23842"/>
                    <a:pt x="17556" y="24008"/>
                  </a:cubicBezTo>
                  <a:cubicBezTo>
                    <a:pt x="13707" y="24285"/>
                    <a:pt x="10689" y="25144"/>
                    <a:pt x="8529" y="26584"/>
                  </a:cubicBezTo>
                  <a:cubicBezTo>
                    <a:pt x="6369" y="28024"/>
                    <a:pt x="5289" y="30211"/>
                    <a:pt x="5289" y="33146"/>
                  </a:cubicBezTo>
                  <a:cubicBezTo>
                    <a:pt x="5289" y="34476"/>
                    <a:pt x="5566" y="35639"/>
                    <a:pt x="6092" y="36608"/>
                  </a:cubicBezTo>
                  <a:cubicBezTo>
                    <a:pt x="6618" y="37577"/>
                    <a:pt x="7311" y="38380"/>
                    <a:pt x="8197" y="39017"/>
                  </a:cubicBezTo>
                  <a:cubicBezTo>
                    <a:pt x="9083" y="39654"/>
                    <a:pt x="10080" y="40125"/>
                    <a:pt x="11215" y="40429"/>
                  </a:cubicBezTo>
                  <a:cubicBezTo>
                    <a:pt x="12350" y="40734"/>
                    <a:pt x="13513" y="40900"/>
                    <a:pt x="14704" y="40900"/>
                  </a:cubicBezTo>
                  <a:cubicBezTo>
                    <a:pt x="16726" y="40900"/>
                    <a:pt x="18664" y="40651"/>
                    <a:pt x="20575" y="40152"/>
                  </a:cubicBezTo>
                  <a:cubicBezTo>
                    <a:pt x="22485" y="39654"/>
                    <a:pt x="24175" y="38906"/>
                    <a:pt x="25642" y="37882"/>
                  </a:cubicBezTo>
                  <a:cubicBezTo>
                    <a:pt x="27110" y="36857"/>
                    <a:pt x="28301" y="35556"/>
                    <a:pt x="29214" y="33977"/>
                  </a:cubicBezTo>
                  <a:cubicBezTo>
                    <a:pt x="30100" y="32399"/>
                    <a:pt x="30544" y="30516"/>
                    <a:pt x="30544" y="28356"/>
                  </a:cubicBezTo>
                  <a:lnTo>
                    <a:pt x="30544" y="2162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1" name="Freeform 3470">
              <a:extLst>
                <a:ext uri="{FF2B5EF4-FFF2-40B4-BE49-F238E27FC236}">
                  <a16:creationId xmlns:a16="http://schemas.microsoft.com/office/drawing/2014/main" id="{95E3D6D6-05F3-3474-D2FB-42299D322436}"/>
                </a:ext>
              </a:extLst>
            </p:cNvPr>
            <p:cNvSpPr/>
            <p:nvPr/>
          </p:nvSpPr>
          <p:spPr>
            <a:xfrm>
              <a:off x="1804527" y="3239606"/>
              <a:ext cx="38629" cy="45330"/>
            </a:xfrm>
            <a:custGeom>
              <a:avLst/>
              <a:gdLst>
                <a:gd name="connsiteX0" fmla="*/ 32842 w 38629"/>
                <a:gd name="connsiteY0" fmla="*/ 14649 h 45330"/>
                <a:gd name="connsiteX1" fmla="*/ 28217 w 38629"/>
                <a:gd name="connsiteY1" fmla="*/ 7144 h 45330"/>
                <a:gd name="connsiteX2" fmla="*/ 19910 w 38629"/>
                <a:gd name="connsiteY2" fmla="*/ 4458 h 45330"/>
                <a:gd name="connsiteX3" fmla="*/ 13292 w 38629"/>
                <a:gd name="connsiteY3" fmla="*/ 6037 h 45330"/>
                <a:gd name="connsiteX4" fmla="*/ 8750 w 38629"/>
                <a:gd name="connsiteY4" fmla="*/ 10246 h 45330"/>
                <a:gd name="connsiteX5" fmla="*/ 6147 w 38629"/>
                <a:gd name="connsiteY5" fmla="*/ 16144 h 45330"/>
                <a:gd name="connsiteX6" fmla="*/ 5317 w 38629"/>
                <a:gd name="connsiteY6" fmla="*/ 22735 h 45330"/>
                <a:gd name="connsiteX7" fmla="*/ 6120 w 38629"/>
                <a:gd name="connsiteY7" fmla="*/ 29381 h 45330"/>
                <a:gd name="connsiteX8" fmla="*/ 8667 w 38629"/>
                <a:gd name="connsiteY8" fmla="*/ 35196 h 45330"/>
                <a:gd name="connsiteX9" fmla="*/ 13209 w 38629"/>
                <a:gd name="connsiteY9" fmla="*/ 39322 h 45330"/>
                <a:gd name="connsiteX10" fmla="*/ 19910 w 38629"/>
                <a:gd name="connsiteY10" fmla="*/ 40845 h 45330"/>
                <a:gd name="connsiteX11" fmla="*/ 28937 w 38629"/>
                <a:gd name="connsiteY11" fmla="*/ 37771 h 45330"/>
                <a:gd name="connsiteX12" fmla="*/ 33257 w 38629"/>
                <a:gd name="connsiteY12" fmla="*/ 29297 h 45330"/>
                <a:gd name="connsiteX13" fmla="*/ 38629 w 38629"/>
                <a:gd name="connsiteY13" fmla="*/ 29297 h 45330"/>
                <a:gd name="connsiteX14" fmla="*/ 36497 w 38629"/>
                <a:gd name="connsiteY14" fmla="*/ 35805 h 45330"/>
                <a:gd name="connsiteX15" fmla="*/ 32731 w 38629"/>
                <a:gd name="connsiteY15" fmla="*/ 40872 h 45330"/>
                <a:gd name="connsiteX16" fmla="*/ 27248 w 38629"/>
                <a:gd name="connsiteY16" fmla="*/ 44168 h 45330"/>
                <a:gd name="connsiteX17" fmla="*/ 19938 w 38629"/>
                <a:gd name="connsiteY17" fmla="*/ 45331 h 45330"/>
                <a:gd name="connsiteX18" fmla="*/ 10966 w 38629"/>
                <a:gd name="connsiteY18" fmla="*/ 43586 h 45330"/>
                <a:gd name="connsiteX19" fmla="*/ 4763 w 38629"/>
                <a:gd name="connsiteY19" fmla="*/ 38796 h 45330"/>
                <a:gd name="connsiteX20" fmla="*/ 1163 w 38629"/>
                <a:gd name="connsiteY20" fmla="*/ 31624 h 45330"/>
                <a:gd name="connsiteX21" fmla="*/ 0 w 38629"/>
                <a:gd name="connsiteY21" fmla="*/ 22735 h 45330"/>
                <a:gd name="connsiteX22" fmla="*/ 1301 w 38629"/>
                <a:gd name="connsiteY22" fmla="*/ 14123 h 45330"/>
                <a:gd name="connsiteX23" fmla="*/ 5123 w 38629"/>
                <a:gd name="connsiteY23" fmla="*/ 6868 h 45330"/>
                <a:gd name="connsiteX24" fmla="*/ 11381 w 38629"/>
                <a:gd name="connsiteY24" fmla="*/ 1855 h 45330"/>
                <a:gd name="connsiteX25" fmla="*/ 19965 w 38629"/>
                <a:gd name="connsiteY25" fmla="*/ 0 h 45330"/>
                <a:gd name="connsiteX26" fmla="*/ 32177 w 38629"/>
                <a:gd name="connsiteY26" fmla="*/ 3572 h 45330"/>
                <a:gd name="connsiteX27" fmla="*/ 37993 w 38629"/>
                <a:gd name="connsiteY27" fmla="*/ 14704 h 45330"/>
                <a:gd name="connsiteX28" fmla="*/ 32870 w 38629"/>
                <a:gd name="connsiteY28" fmla="*/ 14704 h 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8629" h="45330">
                  <a:moveTo>
                    <a:pt x="32842" y="14649"/>
                  </a:moveTo>
                  <a:cubicBezTo>
                    <a:pt x="31956" y="11437"/>
                    <a:pt x="30405" y="8944"/>
                    <a:pt x="28217" y="7144"/>
                  </a:cubicBezTo>
                  <a:cubicBezTo>
                    <a:pt x="26030" y="5345"/>
                    <a:pt x="23261" y="4458"/>
                    <a:pt x="19910" y="4458"/>
                  </a:cubicBezTo>
                  <a:cubicBezTo>
                    <a:pt x="17335" y="4458"/>
                    <a:pt x="15119" y="4985"/>
                    <a:pt x="13292" y="6037"/>
                  </a:cubicBezTo>
                  <a:cubicBezTo>
                    <a:pt x="11437" y="7089"/>
                    <a:pt x="9941" y="8501"/>
                    <a:pt x="8750" y="10246"/>
                  </a:cubicBezTo>
                  <a:cubicBezTo>
                    <a:pt x="7587" y="11990"/>
                    <a:pt x="6701" y="13957"/>
                    <a:pt x="6147" y="16144"/>
                  </a:cubicBezTo>
                  <a:cubicBezTo>
                    <a:pt x="5594" y="18332"/>
                    <a:pt x="5317" y="20519"/>
                    <a:pt x="5317" y="22735"/>
                  </a:cubicBezTo>
                  <a:cubicBezTo>
                    <a:pt x="5317" y="24950"/>
                    <a:pt x="5594" y="27221"/>
                    <a:pt x="6120" y="29381"/>
                  </a:cubicBezTo>
                  <a:cubicBezTo>
                    <a:pt x="6646" y="31540"/>
                    <a:pt x="7504" y="33479"/>
                    <a:pt x="8667" y="35196"/>
                  </a:cubicBezTo>
                  <a:cubicBezTo>
                    <a:pt x="9830" y="36913"/>
                    <a:pt x="11353" y="38297"/>
                    <a:pt x="13209" y="39322"/>
                  </a:cubicBezTo>
                  <a:cubicBezTo>
                    <a:pt x="15064" y="40346"/>
                    <a:pt x="17279" y="40845"/>
                    <a:pt x="19910" y="40845"/>
                  </a:cubicBezTo>
                  <a:cubicBezTo>
                    <a:pt x="23648" y="40845"/>
                    <a:pt x="26667" y="39820"/>
                    <a:pt x="28937" y="37771"/>
                  </a:cubicBezTo>
                  <a:cubicBezTo>
                    <a:pt x="31208" y="35722"/>
                    <a:pt x="32648" y="32897"/>
                    <a:pt x="33257" y="29297"/>
                  </a:cubicBezTo>
                  <a:lnTo>
                    <a:pt x="38629" y="29297"/>
                  </a:lnTo>
                  <a:cubicBezTo>
                    <a:pt x="38186" y="31679"/>
                    <a:pt x="37466" y="33867"/>
                    <a:pt x="36497" y="35805"/>
                  </a:cubicBezTo>
                  <a:cubicBezTo>
                    <a:pt x="35528" y="37771"/>
                    <a:pt x="34254" y="39460"/>
                    <a:pt x="32731" y="40872"/>
                  </a:cubicBezTo>
                  <a:cubicBezTo>
                    <a:pt x="31180" y="42285"/>
                    <a:pt x="29353" y="43392"/>
                    <a:pt x="27248" y="44168"/>
                  </a:cubicBezTo>
                  <a:cubicBezTo>
                    <a:pt x="25116" y="44943"/>
                    <a:pt x="22679" y="45331"/>
                    <a:pt x="19938" y="45331"/>
                  </a:cubicBezTo>
                  <a:cubicBezTo>
                    <a:pt x="16476" y="45331"/>
                    <a:pt x="13486" y="44749"/>
                    <a:pt x="10966" y="43586"/>
                  </a:cubicBezTo>
                  <a:cubicBezTo>
                    <a:pt x="8446" y="42423"/>
                    <a:pt x="6369" y="40817"/>
                    <a:pt x="4763" y="38796"/>
                  </a:cubicBezTo>
                  <a:cubicBezTo>
                    <a:pt x="3129" y="36774"/>
                    <a:pt x="1938" y="34393"/>
                    <a:pt x="1163" y="31624"/>
                  </a:cubicBezTo>
                  <a:cubicBezTo>
                    <a:pt x="388" y="28854"/>
                    <a:pt x="0" y="25892"/>
                    <a:pt x="0" y="22735"/>
                  </a:cubicBezTo>
                  <a:cubicBezTo>
                    <a:pt x="0" y="19744"/>
                    <a:pt x="443" y="16864"/>
                    <a:pt x="1301" y="14123"/>
                  </a:cubicBezTo>
                  <a:cubicBezTo>
                    <a:pt x="2160" y="11381"/>
                    <a:pt x="3434" y="8972"/>
                    <a:pt x="5123" y="6868"/>
                  </a:cubicBezTo>
                  <a:cubicBezTo>
                    <a:pt x="6812" y="4763"/>
                    <a:pt x="8889" y="3102"/>
                    <a:pt x="11381" y="1855"/>
                  </a:cubicBezTo>
                  <a:cubicBezTo>
                    <a:pt x="13873" y="609"/>
                    <a:pt x="16726" y="0"/>
                    <a:pt x="19965" y="0"/>
                  </a:cubicBezTo>
                  <a:cubicBezTo>
                    <a:pt x="25005" y="0"/>
                    <a:pt x="29076" y="1191"/>
                    <a:pt x="32177" y="3572"/>
                  </a:cubicBezTo>
                  <a:cubicBezTo>
                    <a:pt x="35279" y="5954"/>
                    <a:pt x="37217" y="9664"/>
                    <a:pt x="37993" y="14704"/>
                  </a:cubicBezTo>
                  <a:lnTo>
                    <a:pt x="32870" y="1470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2" name="Freeform 3471">
              <a:extLst>
                <a:ext uri="{FF2B5EF4-FFF2-40B4-BE49-F238E27FC236}">
                  <a16:creationId xmlns:a16="http://schemas.microsoft.com/office/drawing/2014/main" id="{30411F1E-17CC-3F7A-8EA9-362AFB948010}"/>
                </a:ext>
              </a:extLst>
            </p:cNvPr>
            <p:cNvSpPr/>
            <p:nvPr/>
          </p:nvSpPr>
          <p:spPr>
            <a:xfrm>
              <a:off x="1852821" y="3223933"/>
              <a:ext cx="35167" cy="59813"/>
            </a:xfrm>
            <a:custGeom>
              <a:avLst/>
              <a:gdLst>
                <a:gd name="connsiteX0" fmla="*/ 55 w 35167"/>
                <a:gd name="connsiteY0" fmla="*/ 59813 h 59813"/>
                <a:gd name="connsiteX1" fmla="*/ 55 w 35167"/>
                <a:gd name="connsiteY1" fmla="*/ 0 h 59813"/>
                <a:gd name="connsiteX2" fmla="*/ 5095 w 35167"/>
                <a:gd name="connsiteY2" fmla="*/ 0 h 59813"/>
                <a:gd name="connsiteX3" fmla="*/ 5095 w 35167"/>
                <a:gd name="connsiteY3" fmla="*/ 37217 h 59813"/>
                <a:gd name="connsiteX4" fmla="*/ 26390 w 35167"/>
                <a:gd name="connsiteY4" fmla="*/ 16781 h 59813"/>
                <a:gd name="connsiteX5" fmla="*/ 33257 w 35167"/>
                <a:gd name="connsiteY5" fmla="*/ 16781 h 59813"/>
                <a:gd name="connsiteX6" fmla="*/ 16975 w 35167"/>
                <a:gd name="connsiteY6" fmla="*/ 32316 h 59813"/>
                <a:gd name="connsiteX7" fmla="*/ 35168 w 35167"/>
                <a:gd name="connsiteY7" fmla="*/ 59813 h 59813"/>
                <a:gd name="connsiteX8" fmla="*/ 29547 w 35167"/>
                <a:gd name="connsiteY8" fmla="*/ 59813 h 59813"/>
                <a:gd name="connsiteX9" fmla="*/ 13264 w 35167"/>
                <a:gd name="connsiteY9" fmla="*/ 35805 h 59813"/>
                <a:gd name="connsiteX10" fmla="*/ 5040 w 35167"/>
                <a:gd name="connsiteY10" fmla="*/ 43531 h 59813"/>
                <a:gd name="connsiteX11" fmla="*/ 5040 w 35167"/>
                <a:gd name="connsiteY11" fmla="*/ 59813 h 59813"/>
                <a:gd name="connsiteX12" fmla="*/ 0 w 35167"/>
                <a:gd name="connsiteY12" fmla="*/ 59813 h 5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67" h="59813">
                  <a:moveTo>
                    <a:pt x="55" y="59813"/>
                  </a:moveTo>
                  <a:lnTo>
                    <a:pt x="55" y="0"/>
                  </a:lnTo>
                  <a:lnTo>
                    <a:pt x="5095" y="0"/>
                  </a:lnTo>
                  <a:lnTo>
                    <a:pt x="5095" y="37217"/>
                  </a:lnTo>
                  <a:lnTo>
                    <a:pt x="26390" y="16781"/>
                  </a:lnTo>
                  <a:lnTo>
                    <a:pt x="33257" y="16781"/>
                  </a:lnTo>
                  <a:lnTo>
                    <a:pt x="16975" y="32316"/>
                  </a:lnTo>
                  <a:lnTo>
                    <a:pt x="35168" y="59813"/>
                  </a:lnTo>
                  <a:lnTo>
                    <a:pt x="29547" y="59813"/>
                  </a:lnTo>
                  <a:lnTo>
                    <a:pt x="13264" y="35805"/>
                  </a:lnTo>
                  <a:lnTo>
                    <a:pt x="5040" y="43531"/>
                  </a:lnTo>
                  <a:lnTo>
                    <a:pt x="5040" y="59813"/>
                  </a:lnTo>
                  <a:lnTo>
                    <a:pt x="0" y="59813"/>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3" name="Freeform 3472">
              <a:extLst>
                <a:ext uri="{FF2B5EF4-FFF2-40B4-BE49-F238E27FC236}">
                  <a16:creationId xmlns:a16="http://schemas.microsoft.com/office/drawing/2014/main" id="{E6736FE8-E7E3-8289-2702-91549F29475E}"/>
                </a:ext>
              </a:extLst>
            </p:cNvPr>
            <p:cNvSpPr/>
            <p:nvPr/>
          </p:nvSpPr>
          <p:spPr>
            <a:xfrm>
              <a:off x="1917037" y="3222354"/>
              <a:ext cx="18525" cy="77258"/>
            </a:xfrm>
            <a:custGeom>
              <a:avLst/>
              <a:gdLst>
                <a:gd name="connsiteX0" fmla="*/ 18526 w 18525"/>
                <a:gd name="connsiteY0" fmla="*/ 0 h 77258"/>
                <a:gd name="connsiteX1" fmla="*/ 9083 w 18525"/>
                <a:gd name="connsiteY1" fmla="*/ 18470 h 77258"/>
                <a:gd name="connsiteX2" fmla="*/ 5677 w 18525"/>
                <a:gd name="connsiteY2" fmla="*/ 38879 h 77258"/>
                <a:gd name="connsiteX3" fmla="*/ 9194 w 18525"/>
                <a:gd name="connsiteY3" fmla="*/ 58983 h 77258"/>
                <a:gd name="connsiteX4" fmla="*/ 18498 w 18525"/>
                <a:gd name="connsiteY4" fmla="*/ 77259 h 77258"/>
                <a:gd name="connsiteX5" fmla="*/ 14233 w 18525"/>
                <a:gd name="connsiteY5" fmla="*/ 77259 h 77258"/>
                <a:gd name="connsiteX6" fmla="*/ 8114 w 18525"/>
                <a:gd name="connsiteY6" fmla="*/ 68093 h 77258"/>
                <a:gd name="connsiteX7" fmla="*/ 3628 w 18525"/>
                <a:gd name="connsiteY7" fmla="*/ 59038 h 77258"/>
                <a:gd name="connsiteX8" fmla="*/ 914 w 18525"/>
                <a:gd name="connsiteY8" fmla="*/ 49401 h 77258"/>
                <a:gd name="connsiteX9" fmla="*/ 0 w 18525"/>
                <a:gd name="connsiteY9" fmla="*/ 38463 h 77258"/>
                <a:gd name="connsiteX10" fmla="*/ 941 w 18525"/>
                <a:gd name="connsiteY10" fmla="*/ 27719 h 77258"/>
                <a:gd name="connsiteX11" fmla="*/ 3711 w 18525"/>
                <a:gd name="connsiteY11" fmla="*/ 18027 h 77258"/>
                <a:gd name="connsiteX12" fmla="*/ 8169 w 18525"/>
                <a:gd name="connsiteY12" fmla="*/ 8917 h 77258"/>
                <a:gd name="connsiteX13" fmla="*/ 14261 w 18525"/>
                <a:gd name="connsiteY13" fmla="*/ 0 h 77258"/>
                <a:gd name="connsiteX14" fmla="*/ 18526 w 18525"/>
                <a:gd name="connsiteY14" fmla="*/ 0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525" h="77258">
                  <a:moveTo>
                    <a:pt x="18526" y="0"/>
                  </a:moveTo>
                  <a:cubicBezTo>
                    <a:pt x="14510" y="5760"/>
                    <a:pt x="11353" y="11907"/>
                    <a:pt x="9083" y="18470"/>
                  </a:cubicBezTo>
                  <a:cubicBezTo>
                    <a:pt x="6812" y="25033"/>
                    <a:pt x="5677" y="31845"/>
                    <a:pt x="5677" y="38879"/>
                  </a:cubicBezTo>
                  <a:cubicBezTo>
                    <a:pt x="5677" y="45912"/>
                    <a:pt x="6840" y="52503"/>
                    <a:pt x="9194" y="58983"/>
                  </a:cubicBezTo>
                  <a:cubicBezTo>
                    <a:pt x="11547" y="65462"/>
                    <a:pt x="14649" y="71554"/>
                    <a:pt x="18498" y="77259"/>
                  </a:cubicBezTo>
                  <a:lnTo>
                    <a:pt x="14233" y="77259"/>
                  </a:lnTo>
                  <a:cubicBezTo>
                    <a:pt x="11935" y="74102"/>
                    <a:pt x="9886" y="71028"/>
                    <a:pt x="8114" y="68093"/>
                  </a:cubicBezTo>
                  <a:cubicBezTo>
                    <a:pt x="6314" y="65130"/>
                    <a:pt x="4818" y="62112"/>
                    <a:pt x="3628" y="59038"/>
                  </a:cubicBezTo>
                  <a:cubicBezTo>
                    <a:pt x="2409" y="55964"/>
                    <a:pt x="1495" y="52752"/>
                    <a:pt x="914" y="49401"/>
                  </a:cubicBezTo>
                  <a:cubicBezTo>
                    <a:pt x="305" y="46051"/>
                    <a:pt x="0" y="42395"/>
                    <a:pt x="0" y="38463"/>
                  </a:cubicBezTo>
                  <a:cubicBezTo>
                    <a:pt x="0" y="34531"/>
                    <a:pt x="305" y="31070"/>
                    <a:pt x="941" y="27719"/>
                  </a:cubicBezTo>
                  <a:cubicBezTo>
                    <a:pt x="1578" y="24368"/>
                    <a:pt x="2492" y="21129"/>
                    <a:pt x="3711" y="18027"/>
                  </a:cubicBezTo>
                  <a:cubicBezTo>
                    <a:pt x="4929" y="14926"/>
                    <a:pt x="6397" y="11907"/>
                    <a:pt x="8169" y="8917"/>
                  </a:cubicBezTo>
                  <a:cubicBezTo>
                    <a:pt x="9941" y="5954"/>
                    <a:pt x="11963" y="2991"/>
                    <a:pt x="14261" y="0"/>
                  </a:cubicBezTo>
                  <a:lnTo>
                    <a:pt x="18526" y="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4" name="Freeform 3473">
              <a:extLst>
                <a:ext uri="{FF2B5EF4-FFF2-40B4-BE49-F238E27FC236}">
                  <a16:creationId xmlns:a16="http://schemas.microsoft.com/office/drawing/2014/main" id="{D37FD845-5ED3-16BA-A568-7AFB80AC2824}"/>
                </a:ext>
              </a:extLst>
            </p:cNvPr>
            <p:cNvSpPr/>
            <p:nvPr/>
          </p:nvSpPr>
          <p:spPr>
            <a:xfrm>
              <a:off x="1946639" y="3239551"/>
              <a:ext cx="19383" cy="44195"/>
            </a:xfrm>
            <a:custGeom>
              <a:avLst/>
              <a:gdLst>
                <a:gd name="connsiteX0" fmla="*/ 5040 w 19383"/>
                <a:gd name="connsiteY0" fmla="*/ 44195 h 44195"/>
                <a:gd name="connsiteX1" fmla="*/ 0 w 19383"/>
                <a:gd name="connsiteY1" fmla="*/ 44195 h 44195"/>
                <a:gd name="connsiteX2" fmla="*/ 0 w 19383"/>
                <a:gd name="connsiteY2" fmla="*/ 1163 h 44195"/>
                <a:gd name="connsiteX3" fmla="*/ 5040 w 19383"/>
                <a:gd name="connsiteY3" fmla="*/ 1163 h 44195"/>
                <a:gd name="connsiteX4" fmla="*/ 5040 w 19383"/>
                <a:gd name="connsiteY4" fmla="*/ 9221 h 44195"/>
                <a:gd name="connsiteX5" fmla="*/ 5206 w 19383"/>
                <a:gd name="connsiteY5" fmla="*/ 9221 h 44195"/>
                <a:gd name="connsiteX6" fmla="*/ 10606 w 19383"/>
                <a:gd name="connsiteY6" fmla="*/ 2021 h 44195"/>
                <a:gd name="connsiteX7" fmla="*/ 19384 w 19383"/>
                <a:gd name="connsiteY7" fmla="*/ 0 h 44195"/>
                <a:gd name="connsiteX8" fmla="*/ 19384 w 19383"/>
                <a:gd name="connsiteY8" fmla="*/ 5400 h 44195"/>
                <a:gd name="connsiteX9" fmla="*/ 12350 w 19383"/>
                <a:gd name="connsiteY9" fmla="*/ 6729 h 44195"/>
                <a:gd name="connsiteX10" fmla="*/ 7947 w 19383"/>
                <a:gd name="connsiteY10" fmla="*/ 10550 h 44195"/>
                <a:gd name="connsiteX11" fmla="*/ 5677 w 19383"/>
                <a:gd name="connsiteY11" fmla="*/ 16227 h 44195"/>
                <a:gd name="connsiteX12" fmla="*/ 5040 w 19383"/>
                <a:gd name="connsiteY12" fmla="*/ 23094 h 44195"/>
                <a:gd name="connsiteX13" fmla="*/ 5040 w 19383"/>
                <a:gd name="connsiteY13" fmla="*/ 44195 h 4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383" h="44195">
                  <a:moveTo>
                    <a:pt x="5040" y="44195"/>
                  </a:moveTo>
                  <a:lnTo>
                    <a:pt x="0" y="44195"/>
                  </a:lnTo>
                  <a:lnTo>
                    <a:pt x="0" y="1163"/>
                  </a:lnTo>
                  <a:lnTo>
                    <a:pt x="5040" y="1163"/>
                  </a:lnTo>
                  <a:lnTo>
                    <a:pt x="5040" y="9221"/>
                  </a:lnTo>
                  <a:lnTo>
                    <a:pt x="5206" y="9221"/>
                  </a:lnTo>
                  <a:cubicBezTo>
                    <a:pt x="6591" y="5787"/>
                    <a:pt x="8418" y="3378"/>
                    <a:pt x="10606" y="2021"/>
                  </a:cubicBezTo>
                  <a:cubicBezTo>
                    <a:pt x="12821" y="665"/>
                    <a:pt x="15729" y="0"/>
                    <a:pt x="19384" y="0"/>
                  </a:cubicBezTo>
                  <a:lnTo>
                    <a:pt x="19384" y="5400"/>
                  </a:lnTo>
                  <a:cubicBezTo>
                    <a:pt x="16532" y="5344"/>
                    <a:pt x="14178" y="5787"/>
                    <a:pt x="12350" y="6729"/>
                  </a:cubicBezTo>
                  <a:cubicBezTo>
                    <a:pt x="10495" y="7670"/>
                    <a:pt x="9027" y="8944"/>
                    <a:pt x="7947" y="10550"/>
                  </a:cubicBezTo>
                  <a:cubicBezTo>
                    <a:pt x="6867" y="12157"/>
                    <a:pt x="6092" y="14067"/>
                    <a:pt x="5677" y="16227"/>
                  </a:cubicBezTo>
                  <a:cubicBezTo>
                    <a:pt x="5261" y="18415"/>
                    <a:pt x="5040" y="20713"/>
                    <a:pt x="5040" y="23094"/>
                  </a:cubicBezTo>
                  <a:lnTo>
                    <a:pt x="5040" y="44195"/>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5" name="Freeform 3474">
              <a:extLst>
                <a:ext uri="{FF2B5EF4-FFF2-40B4-BE49-F238E27FC236}">
                  <a16:creationId xmlns:a16="http://schemas.microsoft.com/office/drawing/2014/main" id="{9A32B5CA-9072-6070-C785-F23E5BD9257D}"/>
                </a:ext>
              </a:extLst>
            </p:cNvPr>
            <p:cNvSpPr/>
            <p:nvPr/>
          </p:nvSpPr>
          <p:spPr>
            <a:xfrm>
              <a:off x="1972087" y="3239606"/>
              <a:ext cx="39101" cy="45330"/>
            </a:xfrm>
            <a:custGeom>
              <a:avLst/>
              <a:gdLst>
                <a:gd name="connsiteX0" fmla="*/ 5344 w 39101"/>
                <a:gd name="connsiteY0" fmla="*/ 23787 h 45330"/>
                <a:gd name="connsiteX1" fmla="*/ 6258 w 39101"/>
                <a:gd name="connsiteY1" fmla="*/ 30405 h 45330"/>
                <a:gd name="connsiteX2" fmla="*/ 8972 w 39101"/>
                <a:gd name="connsiteY2" fmla="*/ 35805 h 45330"/>
                <a:gd name="connsiteX3" fmla="*/ 13541 w 39101"/>
                <a:gd name="connsiteY3" fmla="*/ 39460 h 45330"/>
                <a:gd name="connsiteX4" fmla="*/ 19910 w 39101"/>
                <a:gd name="connsiteY4" fmla="*/ 40845 h 45330"/>
                <a:gd name="connsiteX5" fmla="*/ 28384 w 39101"/>
                <a:gd name="connsiteY5" fmla="*/ 38269 h 45330"/>
                <a:gd name="connsiteX6" fmla="*/ 33091 w 39101"/>
                <a:gd name="connsiteY6" fmla="*/ 30959 h 45330"/>
                <a:gd name="connsiteX7" fmla="*/ 38712 w 39101"/>
                <a:gd name="connsiteY7" fmla="*/ 30959 h 45330"/>
                <a:gd name="connsiteX8" fmla="*/ 36276 w 39101"/>
                <a:gd name="connsiteY8" fmla="*/ 36663 h 45330"/>
                <a:gd name="connsiteX9" fmla="*/ 32510 w 39101"/>
                <a:gd name="connsiteY9" fmla="*/ 41232 h 45330"/>
                <a:gd name="connsiteX10" fmla="*/ 27137 w 39101"/>
                <a:gd name="connsiteY10" fmla="*/ 44251 h 45330"/>
                <a:gd name="connsiteX11" fmla="*/ 19938 w 39101"/>
                <a:gd name="connsiteY11" fmla="*/ 45331 h 45330"/>
                <a:gd name="connsiteX12" fmla="*/ 10966 w 39101"/>
                <a:gd name="connsiteY12" fmla="*/ 43586 h 45330"/>
                <a:gd name="connsiteX13" fmla="*/ 4763 w 39101"/>
                <a:gd name="connsiteY13" fmla="*/ 38796 h 45330"/>
                <a:gd name="connsiteX14" fmla="*/ 1163 w 39101"/>
                <a:gd name="connsiteY14" fmla="*/ 31651 h 45330"/>
                <a:gd name="connsiteX15" fmla="*/ 0 w 39101"/>
                <a:gd name="connsiteY15" fmla="*/ 22818 h 45330"/>
                <a:gd name="connsiteX16" fmla="*/ 1385 w 39101"/>
                <a:gd name="connsiteY16" fmla="*/ 13929 h 45330"/>
                <a:gd name="connsiteX17" fmla="*/ 5317 w 39101"/>
                <a:gd name="connsiteY17" fmla="*/ 6674 h 45330"/>
                <a:gd name="connsiteX18" fmla="*/ 11575 w 39101"/>
                <a:gd name="connsiteY18" fmla="*/ 1772 h 45330"/>
                <a:gd name="connsiteX19" fmla="*/ 19965 w 39101"/>
                <a:gd name="connsiteY19" fmla="*/ 0 h 45330"/>
                <a:gd name="connsiteX20" fmla="*/ 34060 w 39101"/>
                <a:gd name="connsiteY20" fmla="*/ 6120 h 45330"/>
                <a:gd name="connsiteX21" fmla="*/ 39100 w 39101"/>
                <a:gd name="connsiteY21" fmla="*/ 23842 h 45330"/>
                <a:gd name="connsiteX22" fmla="*/ 5372 w 39101"/>
                <a:gd name="connsiteY22" fmla="*/ 23842 h 45330"/>
                <a:gd name="connsiteX23" fmla="*/ 33673 w 39101"/>
                <a:gd name="connsiteY23" fmla="*/ 19633 h 45330"/>
                <a:gd name="connsiteX24" fmla="*/ 32787 w 39101"/>
                <a:gd name="connsiteY24" fmla="*/ 13707 h 45330"/>
                <a:gd name="connsiteX25" fmla="*/ 30184 w 39101"/>
                <a:gd name="connsiteY25" fmla="*/ 8889 h 45330"/>
                <a:gd name="connsiteX26" fmla="*/ 25864 w 39101"/>
                <a:gd name="connsiteY26" fmla="*/ 5649 h 45330"/>
                <a:gd name="connsiteX27" fmla="*/ 19910 w 39101"/>
                <a:gd name="connsiteY27" fmla="*/ 4458 h 45330"/>
                <a:gd name="connsiteX28" fmla="*/ 13984 w 39101"/>
                <a:gd name="connsiteY28" fmla="*/ 5704 h 45330"/>
                <a:gd name="connsiteX29" fmla="*/ 9637 w 39101"/>
                <a:gd name="connsiteY29" fmla="*/ 9027 h 45330"/>
                <a:gd name="connsiteX30" fmla="*/ 6757 w 39101"/>
                <a:gd name="connsiteY30" fmla="*/ 13846 h 45330"/>
                <a:gd name="connsiteX31" fmla="*/ 5317 w 39101"/>
                <a:gd name="connsiteY31" fmla="*/ 19661 h 45330"/>
                <a:gd name="connsiteX32" fmla="*/ 33673 w 39101"/>
                <a:gd name="connsiteY32" fmla="*/ 19661 h 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101" h="45330">
                  <a:moveTo>
                    <a:pt x="5344" y="23787"/>
                  </a:moveTo>
                  <a:cubicBezTo>
                    <a:pt x="5344" y="26113"/>
                    <a:pt x="5649" y="28328"/>
                    <a:pt x="6258" y="30405"/>
                  </a:cubicBezTo>
                  <a:cubicBezTo>
                    <a:pt x="6867" y="32482"/>
                    <a:pt x="7781" y="34282"/>
                    <a:pt x="8972" y="35805"/>
                  </a:cubicBezTo>
                  <a:cubicBezTo>
                    <a:pt x="10163" y="37328"/>
                    <a:pt x="11686" y="38546"/>
                    <a:pt x="13541" y="39460"/>
                  </a:cubicBezTo>
                  <a:cubicBezTo>
                    <a:pt x="15396" y="40374"/>
                    <a:pt x="17501" y="40845"/>
                    <a:pt x="19910" y="40845"/>
                  </a:cubicBezTo>
                  <a:cubicBezTo>
                    <a:pt x="23205" y="40845"/>
                    <a:pt x="26030" y="39986"/>
                    <a:pt x="28384" y="38269"/>
                  </a:cubicBezTo>
                  <a:cubicBezTo>
                    <a:pt x="30737" y="36553"/>
                    <a:pt x="32288" y="34116"/>
                    <a:pt x="33091" y="30959"/>
                  </a:cubicBezTo>
                  <a:lnTo>
                    <a:pt x="38712" y="30959"/>
                  </a:lnTo>
                  <a:cubicBezTo>
                    <a:pt x="38103" y="33008"/>
                    <a:pt x="37273" y="34891"/>
                    <a:pt x="36276" y="36663"/>
                  </a:cubicBezTo>
                  <a:cubicBezTo>
                    <a:pt x="35279" y="38408"/>
                    <a:pt x="34005" y="39931"/>
                    <a:pt x="32510" y="41232"/>
                  </a:cubicBezTo>
                  <a:cubicBezTo>
                    <a:pt x="30987" y="42534"/>
                    <a:pt x="29214" y="43559"/>
                    <a:pt x="27137" y="44251"/>
                  </a:cubicBezTo>
                  <a:cubicBezTo>
                    <a:pt x="25061" y="44971"/>
                    <a:pt x="22651" y="45331"/>
                    <a:pt x="19938" y="45331"/>
                  </a:cubicBezTo>
                  <a:cubicBezTo>
                    <a:pt x="16476" y="45331"/>
                    <a:pt x="13486" y="44749"/>
                    <a:pt x="10966" y="43586"/>
                  </a:cubicBezTo>
                  <a:cubicBezTo>
                    <a:pt x="8446" y="42423"/>
                    <a:pt x="6369" y="40817"/>
                    <a:pt x="4763" y="38796"/>
                  </a:cubicBezTo>
                  <a:cubicBezTo>
                    <a:pt x="3129" y="36774"/>
                    <a:pt x="1938" y="34393"/>
                    <a:pt x="1163" y="31651"/>
                  </a:cubicBezTo>
                  <a:cubicBezTo>
                    <a:pt x="388" y="28910"/>
                    <a:pt x="0" y="25974"/>
                    <a:pt x="0" y="22818"/>
                  </a:cubicBezTo>
                  <a:cubicBezTo>
                    <a:pt x="0" y="19661"/>
                    <a:pt x="471" y="16698"/>
                    <a:pt x="1385" y="13929"/>
                  </a:cubicBezTo>
                  <a:cubicBezTo>
                    <a:pt x="2298" y="11160"/>
                    <a:pt x="3628" y="8723"/>
                    <a:pt x="5317" y="6674"/>
                  </a:cubicBezTo>
                  <a:cubicBezTo>
                    <a:pt x="7034" y="4597"/>
                    <a:pt x="9110" y="2963"/>
                    <a:pt x="11575" y="1772"/>
                  </a:cubicBezTo>
                  <a:cubicBezTo>
                    <a:pt x="14039" y="582"/>
                    <a:pt x="16836" y="0"/>
                    <a:pt x="19965" y="0"/>
                  </a:cubicBezTo>
                  <a:cubicBezTo>
                    <a:pt x="25947" y="0"/>
                    <a:pt x="30654" y="2022"/>
                    <a:pt x="34060" y="6120"/>
                  </a:cubicBezTo>
                  <a:cubicBezTo>
                    <a:pt x="37466" y="10191"/>
                    <a:pt x="39156" y="16089"/>
                    <a:pt x="39100" y="23842"/>
                  </a:cubicBezTo>
                  <a:lnTo>
                    <a:pt x="5372" y="23842"/>
                  </a:lnTo>
                  <a:close/>
                  <a:moveTo>
                    <a:pt x="33673" y="19633"/>
                  </a:moveTo>
                  <a:cubicBezTo>
                    <a:pt x="33673" y="17529"/>
                    <a:pt x="33368" y="15563"/>
                    <a:pt x="32787" y="13707"/>
                  </a:cubicBezTo>
                  <a:cubicBezTo>
                    <a:pt x="32205" y="11852"/>
                    <a:pt x="31319" y="10246"/>
                    <a:pt x="30184" y="8889"/>
                  </a:cubicBezTo>
                  <a:cubicBezTo>
                    <a:pt x="29048" y="7532"/>
                    <a:pt x="27608" y="6452"/>
                    <a:pt x="25864" y="5649"/>
                  </a:cubicBezTo>
                  <a:cubicBezTo>
                    <a:pt x="24119" y="4846"/>
                    <a:pt x="22153" y="4458"/>
                    <a:pt x="19910" y="4458"/>
                  </a:cubicBezTo>
                  <a:cubicBezTo>
                    <a:pt x="17667" y="4458"/>
                    <a:pt x="15701" y="4874"/>
                    <a:pt x="13984" y="5704"/>
                  </a:cubicBezTo>
                  <a:cubicBezTo>
                    <a:pt x="12267" y="6535"/>
                    <a:pt x="10827" y="7643"/>
                    <a:pt x="9637" y="9027"/>
                  </a:cubicBezTo>
                  <a:cubicBezTo>
                    <a:pt x="8446" y="10412"/>
                    <a:pt x="7477" y="12018"/>
                    <a:pt x="6757" y="13846"/>
                  </a:cubicBezTo>
                  <a:cubicBezTo>
                    <a:pt x="6037" y="15673"/>
                    <a:pt x="5566" y="17612"/>
                    <a:pt x="5317" y="19661"/>
                  </a:cubicBezTo>
                  <a:lnTo>
                    <a:pt x="33673" y="1966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6" name="Freeform 3475">
              <a:extLst>
                <a:ext uri="{FF2B5EF4-FFF2-40B4-BE49-F238E27FC236}">
                  <a16:creationId xmlns:a16="http://schemas.microsoft.com/office/drawing/2014/main" id="{C5B20839-4B4A-09FD-CC4A-BFBCCE90CB23}"/>
                </a:ext>
              </a:extLst>
            </p:cNvPr>
            <p:cNvSpPr/>
            <p:nvPr/>
          </p:nvSpPr>
          <p:spPr>
            <a:xfrm>
              <a:off x="2016615" y="3228751"/>
              <a:ext cx="19605" cy="56158"/>
            </a:xfrm>
            <a:custGeom>
              <a:avLst/>
              <a:gdLst>
                <a:gd name="connsiteX0" fmla="*/ 19605 w 19605"/>
                <a:gd name="connsiteY0" fmla="*/ 55161 h 56158"/>
                <a:gd name="connsiteX1" fmla="*/ 17169 w 19605"/>
                <a:gd name="connsiteY1" fmla="*/ 55743 h 56158"/>
                <a:gd name="connsiteX2" fmla="*/ 13818 w 19605"/>
                <a:gd name="connsiteY2" fmla="*/ 56158 h 56158"/>
                <a:gd name="connsiteX3" fmla="*/ 8086 w 19605"/>
                <a:gd name="connsiteY3" fmla="*/ 54303 h 56158"/>
                <a:gd name="connsiteX4" fmla="*/ 6120 w 19605"/>
                <a:gd name="connsiteY4" fmla="*/ 47601 h 56158"/>
                <a:gd name="connsiteX5" fmla="*/ 6120 w 19605"/>
                <a:gd name="connsiteY5" fmla="*/ 16116 h 56158"/>
                <a:gd name="connsiteX6" fmla="*/ 0 w 19605"/>
                <a:gd name="connsiteY6" fmla="*/ 16116 h 56158"/>
                <a:gd name="connsiteX7" fmla="*/ 0 w 19605"/>
                <a:gd name="connsiteY7" fmla="*/ 11963 h 56158"/>
                <a:gd name="connsiteX8" fmla="*/ 6120 w 19605"/>
                <a:gd name="connsiteY8" fmla="*/ 11963 h 56158"/>
                <a:gd name="connsiteX9" fmla="*/ 6120 w 19605"/>
                <a:gd name="connsiteY9" fmla="*/ 0 h 56158"/>
                <a:gd name="connsiteX10" fmla="*/ 11160 w 19605"/>
                <a:gd name="connsiteY10" fmla="*/ 0 h 56158"/>
                <a:gd name="connsiteX11" fmla="*/ 11160 w 19605"/>
                <a:gd name="connsiteY11" fmla="*/ 11963 h 56158"/>
                <a:gd name="connsiteX12" fmla="*/ 19301 w 19605"/>
                <a:gd name="connsiteY12" fmla="*/ 11963 h 56158"/>
                <a:gd name="connsiteX13" fmla="*/ 19301 w 19605"/>
                <a:gd name="connsiteY13" fmla="*/ 16116 h 56158"/>
                <a:gd name="connsiteX14" fmla="*/ 11160 w 19605"/>
                <a:gd name="connsiteY14" fmla="*/ 16116 h 56158"/>
                <a:gd name="connsiteX15" fmla="*/ 11160 w 19605"/>
                <a:gd name="connsiteY15" fmla="*/ 45608 h 56158"/>
                <a:gd name="connsiteX16" fmla="*/ 11243 w 19605"/>
                <a:gd name="connsiteY16" fmla="*/ 48349 h 56158"/>
                <a:gd name="connsiteX17" fmla="*/ 11741 w 19605"/>
                <a:gd name="connsiteY17" fmla="*/ 50260 h 56158"/>
                <a:gd name="connsiteX18" fmla="*/ 13043 w 19605"/>
                <a:gd name="connsiteY18" fmla="*/ 51340 h 56158"/>
                <a:gd name="connsiteX19" fmla="*/ 15507 w 19605"/>
                <a:gd name="connsiteY19" fmla="*/ 51672 h 56158"/>
                <a:gd name="connsiteX20" fmla="*/ 17556 w 19605"/>
                <a:gd name="connsiteY20" fmla="*/ 51506 h 56158"/>
                <a:gd name="connsiteX21" fmla="*/ 19605 w 19605"/>
                <a:gd name="connsiteY21" fmla="*/ 51091 h 56158"/>
                <a:gd name="connsiteX22" fmla="*/ 19605 w 19605"/>
                <a:gd name="connsiteY22" fmla="*/ 55161 h 5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605" h="56158">
                  <a:moveTo>
                    <a:pt x="19605" y="55161"/>
                  </a:moveTo>
                  <a:cubicBezTo>
                    <a:pt x="18996" y="55272"/>
                    <a:pt x="18193" y="55466"/>
                    <a:pt x="17169" y="55743"/>
                  </a:cubicBezTo>
                  <a:cubicBezTo>
                    <a:pt x="16172" y="56020"/>
                    <a:pt x="15036" y="56158"/>
                    <a:pt x="13818" y="56158"/>
                  </a:cubicBezTo>
                  <a:cubicBezTo>
                    <a:pt x="11298" y="56158"/>
                    <a:pt x="9387" y="55521"/>
                    <a:pt x="8086" y="54303"/>
                  </a:cubicBezTo>
                  <a:cubicBezTo>
                    <a:pt x="6784" y="53057"/>
                    <a:pt x="6120" y="50841"/>
                    <a:pt x="6120" y="47601"/>
                  </a:cubicBezTo>
                  <a:lnTo>
                    <a:pt x="6120" y="16116"/>
                  </a:lnTo>
                  <a:lnTo>
                    <a:pt x="0" y="16116"/>
                  </a:lnTo>
                  <a:lnTo>
                    <a:pt x="0" y="11963"/>
                  </a:lnTo>
                  <a:lnTo>
                    <a:pt x="6120" y="11963"/>
                  </a:lnTo>
                  <a:lnTo>
                    <a:pt x="6120" y="0"/>
                  </a:lnTo>
                  <a:lnTo>
                    <a:pt x="11160" y="0"/>
                  </a:lnTo>
                  <a:lnTo>
                    <a:pt x="11160" y="11963"/>
                  </a:lnTo>
                  <a:lnTo>
                    <a:pt x="19301" y="11963"/>
                  </a:lnTo>
                  <a:lnTo>
                    <a:pt x="19301" y="16116"/>
                  </a:lnTo>
                  <a:lnTo>
                    <a:pt x="11160" y="16116"/>
                  </a:lnTo>
                  <a:lnTo>
                    <a:pt x="11160" y="45608"/>
                  </a:lnTo>
                  <a:cubicBezTo>
                    <a:pt x="11160" y="46660"/>
                    <a:pt x="11187" y="47574"/>
                    <a:pt x="11243" y="48349"/>
                  </a:cubicBezTo>
                  <a:cubicBezTo>
                    <a:pt x="11298" y="49124"/>
                    <a:pt x="11464" y="49761"/>
                    <a:pt x="11741" y="50260"/>
                  </a:cubicBezTo>
                  <a:cubicBezTo>
                    <a:pt x="12018" y="50758"/>
                    <a:pt x="12461" y="51118"/>
                    <a:pt x="13043" y="51340"/>
                  </a:cubicBezTo>
                  <a:cubicBezTo>
                    <a:pt x="13624" y="51561"/>
                    <a:pt x="14455" y="51672"/>
                    <a:pt x="15507" y="51672"/>
                  </a:cubicBezTo>
                  <a:cubicBezTo>
                    <a:pt x="16172" y="51672"/>
                    <a:pt x="16864" y="51617"/>
                    <a:pt x="17556" y="51506"/>
                  </a:cubicBezTo>
                  <a:cubicBezTo>
                    <a:pt x="18249" y="51395"/>
                    <a:pt x="18941" y="51257"/>
                    <a:pt x="19605" y="51091"/>
                  </a:cubicBezTo>
                  <a:lnTo>
                    <a:pt x="19605" y="5516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7" name="Freeform 3476">
              <a:extLst>
                <a:ext uri="{FF2B5EF4-FFF2-40B4-BE49-F238E27FC236}">
                  <a16:creationId xmlns:a16="http://schemas.microsoft.com/office/drawing/2014/main" id="{D6E6123A-DE91-140F-2AE9-0BA39BA07B65}"/>
                </a:ext>
              </a:extLst>
            </p:cNvPr>
            <p:cNvSpPr/>
            <p:nvPr/>
          </p:nvSpPr>
          <p:spPr>
            <a:xfrm>
              <a:off x="2044500" y="3239551"/>
              <a:ext cx="19383" cy="44195"/>
            </a:xfrm>
            <a:custGeom>
              <a:avLst/>
              <a:gdLst>
                <a:gd name="connsiteX0" fmla="*/ 5040 w 19383"/>
                <a:gd name="connsiteY0" fmla="*/ 44195 h 44195"/>
                <a:gd name="connsiteX1" fmla="*/ 0 w 19383"/>
                <a:gd name="connsiteY1" fmla="*/ 44195 h 44195"/>
                <a:gd name="connsiteX2" fmla="*/ 0 w 19383"/>
                <a:gd name="connsiteY2" fmla="*/ 1163 h 44195"/>
                <a:gd name="connsiteX3" fmla="*/ 5040 w 19383"/>
                <a:gd name="connsiteY3" fmla="*/ 1163 h 44195"/>
                <a:gd name="connsiteX4" fmla="*/ 5040 w 19383"/>
                <a:gd name="connsiteY4" fmla="*/ 9221 h 44195"/>
                <a:gd name="connsiteX5" fmla="*/ 5206 w 19383"/>
                <a:gd name="connsiteY5" fmla="*/ 9221 h 44195"/>
                <a:gd name="connsiteX6" fmla="*/ 10606 w 19383"/>
                <a:gd name="connsiteY6" fmla="*/ 2021 h 44195"/>
                <a:gd name="connsiteX7" fmla="*/ 19384 w 19383"/>
                <a:gd name="connsiteY7" fmla="*/ 0 h 44195"/>
                <a:gd name="connsiteX8" fmla="*/ 19384 w 19383"/>
                <a:gd name="connsiteY8" fmla="*/ 5400 h 44195"/>
                <a:gd name="connsiteX9" fmla="*/ 12350 w 19383"/>
                <a:gd name="connsiteY9" fmla="*/ 6729 h 44195"/>
                <a:gd name="connsiteX10" fmla="*/ 7947 w 19383"/>
                <a:gd name="connsiteY10" fmla="*/ 10550 h 44195"/>
                <a:gd name="connsiteX11" fmla="*/ 5677 w 19383"/>
                <a:gd name="connsiteY11" fmla="*/ 16227 h 44195"/>
                <a:gd name="connsiteX12" fmla="*/ 5040 w 19383"/>
                <a:gd name="connsiteY12" fmla="*/ 23094 h 44195"/>
                <a:gd name="connsiteX13" fmla="*/ 5040 w 19383"/>
                <a:gd name="connsiteY13" fmla="*/ 44195 h 4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383" h="44195">
                  <a:moveTo>
                    <a:pt x="5040" y="44195"/>
                  </a:moveTo>
                  <a:lnTo>
                    <a:pt x="0" y="44195"/>
                  </a:lnTo>
                  <a:lnTo>
                    <a:pt x="0" y="1163"/>
                  </a:lnTo>
                  <a:lnTo>
                    <a:pt x="5040" y="1163"/>
                  </a:lnTo>
                  <a:lnTo>
                    <a:pt x="5040" y="9221"/>
                  </a:lnTo>
                  <a:lnTo>
                    <a:pt x="5206" y="9221"/>
                  </a:lnTo>
                  <a:cubicBezTo>
                    <a:pt x="6591" y="5787"/>
                    <a:pt x="8418" y="3378"/>
                    <a:pt x="10606" y="2021"/>
                  </a:cubicBezTo>
                  <a:cubicBezTo>
                    <a:pt x="12821" y="665"/>
                    <a:pt x="15729" y="0"/>
                    <a:pt x="19384" y="0"/>
                  </a:cubicBezTo>
                  <a:lnTo>
                    <a:pt x="19384" y="5400"/>
                  </a:lnTo>
                  <a:cubicBezTo>
                    <a:pt x="16532" y="5344"/>
                    <a:pt x="14178" y="5787"/>
                    <a:pt x="12350" y="6729"/>
                  </a:cubicBezTo>
                  <a:cubicBezTo>
                    <a:pt x="10495" y="7670"/>
                    <a:pt x="9027" y="8944"/>
                    <a:pt x="7947" y="10550"/>
                  </a:cubicBezTo>
                  <a:cubicBezTo>
                    <a:pt x="6867" y="12157"/>
                    <a:pt x="6092" y="14067"/>
                    <a:pt x="5677" y="16227"/>
                  </a:cubicBezTo>
                  <a:cubicBezTo>
                    <a:pt x="5261" y="18415"/>
                    <a:pt x="5040" y="20713"/>
                    <a:pt x="5040" y="23094"/>
                  </a:cubicBezTo>
                  <a:lnTo>
                    <a:pt x="5040" y="44195"/>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8" name="Freeform 3477">
              <a:extLst>
                <a:ext uri="{FF2B5EF4-FFF2-40B4-BE49-F238E27FC236}">
                  <a16:creationId xmlns:a16="http://schemas.microsoft.com/office/drawing/2014/main" id="{8A7DACFC-29E0-6485-7E0C-3AE2AF6A60C7}"/>
                </a:ext>
              </a:extLst>
            </p:cNvPr>
            <p:cNvSpPr/>
            <p:nvPr/>
          </p:nvSpPr>
          <p:spPr>
            <a:xfrm>
              <a:off x="2072690" y="3223933"/>
              <a:ext cx="5538" cy="59813"/>
            </a:xfrm>
            <a:custGeom>
              <a:avLst/>
              <a:gdLst>
                <a:gd name="connsiteX0" fmla="*/ 0 w 5538"/>
                <a:gd name="connsiteY0" fmla="*/ 7394 h 59813"/>
                <a:gd name="connsiteX1" fmla="*/ 0 w 5538"/>
                <a:gd name="connsiteY1" fmla="*/ 0 h 59813"/>
                <a:gd name="connsiteX2" fmla="*/ 5538 w 5538"/>
                <a:gd name="connsiteY2" fmla="*/ 0 h 59813"/>
                <a:gd name="connsiteX3" fmla="*/ 5538 w 5538"/>
                <a:gd name="connsiteY3" fmla="*/ 7394 h 59813"/>
                <a:gd name="connsiteX4" fmla="*/ 0 w 5538"/>
                <a:gd name="connsiteY4" fmla="*/ 7394 h 59813"/>
                <a:gd name="connsiteX5" fmla="*/ 249 w 5538"/>
                <a:gd name="connsiteY5" fmla="*/ 59813 h 59813"/>
                <a:gd name="connsiteX6" fmla="*/ 249 w 5538"/>
                <a:gd name="connsiteY6" fmla="*/ 16781 h 59813"/>
                <a:gd name="connsiteX7" fmla="*/ 5289 w 5538"/>
                <a:gd name="connsiteY7" fmla="*/ 16781 h 59813"/>
                <a:gd name="connsiteX8" fmla="*/ 5289 w 5538"/>
                <a:gd name="connsiteY8" fmla="*/ 59813 h 59813"/>
                <a:gd name="connsiteX9" fmla="*/ 249 w 5538"/>
                <a:gd name="connsiteY9" fmla="*/ 59813 h 5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8" h="59813">
                  <a:moveTo>
                    <a:pt x="0" y="7394"/>
                  </a:moveTo>
                  <a:lnTo>
                    <a:pt x="0" y="0"/>
                  </a:lnTo>
                  <a:lnTo>
                    <a:pt x="5538" y="0"/>
                  </a:lnTo>
                  <a:lnTo>
                    <a:pt x="5538" y="7394"/>
                  </a:lnTo>
                  <a:lnTo>
                    <a:pt x="0" y="7394"/>
                  </a:lnTo>
                  <a:close/>
                  <a:moveTo>
                    <a:pt x="249" y="59813"/>
                  </a:moveTo>
                  <a:lnTo>
                    <a:pt x="249" y="16781"/>
                  </a:lnTo>
                  <a:lnTo>
                    <a:pt x="5289" y="16781"/>
                  </a:lnTo>
                  <a:lnTo>
                    <a:pt x="5289" y="59813"/>
                  </a:lnTo>
                  <a:lnTo>
                    <a:pt x="249" y="59813"/>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79" name="Freeform 3478">
              <a:extLst>
                <a:ext uri="{FF2B5EF4-FFF2-40B4-BE49-F238E27FC236}">
                  <a16:creationId xmlns:a16="http://schemas.microsoft.com/office/drawing/2014/main" id="{C181D35F-EB07-825F-9A84-8A917B9FD690}"/>
                </a:ext>
              </a:extLst>
            </p:cNvPr>
            <p:cNvSpPr/>
            <p:nvPr/>
          </p:nvSpPr>
          <p:spPr>
            <a:xfrm>
              <a:off x="2088585" y="3239606"/>
              <a:ext cx="39101" cy="45330"/>
            </a:xfrm>
            <a:custGeom>
              <a:avLst/>
              <a:gdLst>
                <a:gd name="connsiteX0" fmla="*/ 5344 w 39101"/>
                <a:gd name="connsiteY0" fmla="*/ 23787 h 45330"/>
                <a:gd name="connsiteX1" fmla="*/ 6258 w 39101"/>
                <a:gd name="connsiteY1" fmla="*/ 30405 h 45330"/>
                <a:gd name="connsiteX2" fmla="*/ 8972 w 39101"/>
                <a:gd name="connsiteY2" fmla="*/ 35805 h 45330"/>
                <a:gd name="connsiteX3" fmla="*/ 13541 w 39101"/>
                <a:gd name="connsiteY3" fmla="*/ 39460 h 45330"/>
                <a:gd name="connsiteX4" fmla="*/ 19910 w 39101"/>
                <a:gd name="connsiteY4" fmla="*/ 40845 h 45330"/>
                <a:gd name="connsiteX5" fmla="*/ 28384 w 39101"/>
                <a:gd name="connsiteY5" fmla="*/ 38269 h 45330"/>
                <a:gd name="connsiteX6" fmla="*/ 33091 w 39101"/>
                <a:gd name="connsiteY6" fmla="*/ 30959 h 45330"/>
                <a:gd name="connsiteX7" fmla="*/ 38712 w 39101"/>
                <a:gd name="connsiteY7" fmla="*/ 30959 h 45330"/>
                <a:gd name="connsiteX8" fmla="*/ 36276 w 39101"/>
                <a:gd name="connsiteY8" fmla="*/ 36663 h 45330"/>
                <a:gd name="connsiteX9" fmla="*/ 32510 w 39101"/>
                <a:gd name="connsiteY9" fmla="*/ 41232 h 45330"/>
                <a:gd name="connsiteX10" fmla="*/ 27138 w 39101"/>
                <a:gd name="connsiteY10" fmla="*/ 44251 h 45330"/>
                <a:gd name="connsiteX11" fmla="*/ 19938 w 39101"/>
                <a:gd name="connsiteY11" fmla="*/ 45331 h 45330"/>
                <a:gd name="connsiteX12" fmla="*/ 10966 w 39101"/>
                <a:gd name="connsiteY12" fmla="*/ 43586 h 45330"/>
                <a:gd name="connsiteX13" fmla="*/ 4763 w 39101"/>
                <a:gd name="connsiteY13" fmla="*/ 38796 h 45330"/>
                <a:gd name="connsiteX14" fmla="*/ 1163 w 39101"/>
                <a:gd name="connsiteY14" fmla="*/ 31651 h 45330"/>
                <a:gd name="connsiteX15" fmla="*/ 0 w 39101"/>
                <a:gd name="connsiteY15" fmla="*/ 22818 h 45330"/>
                <a:gd name="connsiteX16" fmla="*/ 1385 w 39101"/>
                <a:gd name="connsiteY16" fmla="*/ 13929 h 45330"/>
                <a:gd name="connsiteX17" fmla="*/ 5317 w 39101"/>
                <a:gd name="connsiteY17" fmla="*/ 6674 h 45330"/>
                <a:gd name="connsiteX18" fmla="*/ 11575 w 39101"/>
                <a:gd name="connsiteY18" fmla="*/ 1772 h 45330"/>
                <a:gd name="connsiteX19" fmla="*/ 19965 w 39101"/>
                <a:gd name="connsiteY19" fmla="*/ 0 h 45330"/>
                <a:gd name="connsiteX20" fmla="*/ 34060 w 39101"/>
                <a:gd name="connsiteY20" fmla="*/ 6120 h 45330"/>
                <a:gd name="connsiteX21" fmla="*/ 39100 w 39101"/>
                <a:gd name="connsiteY21" fmla="*/ 23842 h 45330"/>
                <a:gd name="connsiteX22" fmla="*/ 5372 w 39101"/>
                <a:gd name="connsiteY22" fmla="*/ 23842 h 45330"/>
                <a:gd name="connsiteX23" fmla="*/ 33673 w 39101"/>
                <a:gd name="connsiteY23" fmla="*/ 19633 h 45330"/>
                <a:gd name="connsiteX24" fmla="*/ 32787 w 39101"/>
                <a:gd name="connsiteY24" fmla="*/ 13707 h 45330"/>
                <a:gd name="connsiteX25" fmla="*/ 30184 w 39101"/>
                <a:gd name="connsiteY25" fmla="*/ 8889 h 45330"/>
                <a:gd name="connsiteX26" fmla="*/ 25864 w 39101"/>
                <a:gd name="connsiteY26" fmla="*/ 5649 h 45330"/>
                <a:gd name="connsiteX27" fmla="*/ 19910 w 39101"/>
                <a:gd name="connsiteY27" fmla="*/ 4458 h 45330"/>
                <a:gd name="connsiteX28" fmla="*/ 13984 w 39101"/>
                <a:gd name="connsiteY28" fmla="*/ 5704 h 45330"/>
                <a:gd name="connsiteX29" fmla="*/ 9637 w 39101"/>
                <a:gd name="connsiteY29" fmla="*/ 9027 h 45330"/>
                <a:gd name="connsiteX30" fmla="*/ 6757 w 39101"/>
                <a:gd name="connsiteY30" fmla="*/ 13846 h 45330"/>
                <a:gd name="connsiteX31" fmla="*/ 5317 w 39101"/>
                <a:gd name="connsiteY31" fmla="*/ 19661 h 45330"/>
                <a:gd name="connsiteX32" fmla="*/ 33673 w 39101"/>
                <a:gd name="connsiteY32" fmla="*/ 19661 h 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101" h="45330">
                  <a:moveTo>
                    <a:pt x="5344" y="23787"/>
                  </a:moveTo>
                  <a:cubicBezTo>
                    <a:pt x="5344" y="26113"/>
                    <a:pt x="5649" y="28328"/>
                    <a:pt x="6258" y="30405"/>
                  </a:cubicBezTo>
                  <a:cubicBezTo>
                    <a:pt x="6867" y="32482"/>
                    <a:pt x="7781" y="34282"/>
                    <a:pt x="8972" y="35805"/>
                  </a:cubicBezTo>
                  <a:cubicBezTo>
                    <a:pt x="10163" y="37328"/>
                    <a:pt x="11686" y="38546"/>
                    <a:pt x="13541" y="39460"/>
                  </a:cubicBezTo>
                  <a:cubicBezTo>
                    <a:pt x="15396" y="40374"/>
                    <a:pt x="17501" y="40845"/>
                    <a:pt x="19910" y="40845"/>
                  </a:cubicBezTo>
                  <a:cubicBezTo>
                    <a:pt x="23205" y="40845"/>
                    <a:pt x="26030" y="39986"/>
                    <a:pt x="28384" y="38269"/>
                  </a:cubicBezTo>
                  <a:cubicBezTo>
                    <a:pt x="30737" y="36553"/>
                    <a:pt x="32288" y="34116"/>
                    <a:pt x="33091" y="30959"/>
                  </a:cubicBezTo>
                  <a:lnTo>
                    <a:pt x="38712" y="30959"/>
                  </a:lnTo>
                  <a:cubicBezTo>
                    <a:pt x="38103" y="33008"/>
                    <a:pt x="37273" y="34891"/>
                    <a:pt x="36276" y="36663"/>
                  </a:cubicBezTo>
                  <a:cubicBezTo>
                    <a:pt x="35279" y="38408"/>
                    <a:pt x="34005" y="39931"/>
                    <a:pt x="32510" y="41232"/>
                  </a:cubicBezTo>
                  <a:cubicBezTo>
                    <a:pt x="30987" y="42534"/>
                    <a:pt x="29214" y="43559"/>
                    <a:pt x="27138" y="44251"/>
                  </a:cubicBezTo>
                  <a:cubicBezTo>
                    <a:pt x="25061" y="44971"/>
                    <a:pt x="22652" y="45331"/>
                    <a:pt x="19938" y="45331"/>
                  </a:cubicBezTo>
                  <a:cubicBezTo>
                    <a:pt x="16476" y="45331"/>
                    <a:pt x="13486" y="44749"/>
                    <a:pt x="10966" y="43586"/>
                  </a:cubicBezTo>
                  <a:cubicBezTo>
                    <a:pt x="8446" y="42423"/>
                    <a:pt x="6369" y="40817"/>
                    <a:pt x="4763" y="38796"/>
                  </a:cubicBezTo>
                  <a:cubicBezTo>
                    <a:pt x="3129" y="36774"/>
                    <a:pt x="1938" y="34393"/>
                    <a:pt x="1163" y="31651"/>
                  </a:cubicBezTo>
                  <a:cubicBezTo>
                    <a:pt x="388" y="28910"/>
                    <a:pt x="0" y="25974"/>
                    <a:pt x="0" y="22818"/>
                  </a:cubicBezTo>
                  <a:cubicBezTo>
                    <a:pt x="0" y="19661"/>
                    <a:pt x="471" y="16698"/>
                    <a:pt x="1385" y="13929"/>
                  </a:cubicBezTo>
                  <a:cubicBezTo>
                    <a:pt x="2298" y="11160"/>
                    <a:pt x="3628" y="8723"/>
                    <a:pt x="5317" y="6674"/>
                  </a:cubicBezTo>
                  <a:cubicBezTo>
                    <a:pt x="7034" y="4597"/>
                    <a:pt x="9110" y="2963"/>
                    <a:pt x="11575" y="1772"/>
                  </a:cubicBezTo>
                  <a:cubicBezTo>
                    <a:pt x="14040" y="582"/>
                    <a:pt x="16836" y="0"/>
                    <a:pt x="19965" y="0"/>
                  </a:cubicBezTo>
                  <a:cubicBezTo>
                    <a:pt x="25947" y="0"/>
                    <a:pt x="30654" y="2022"/>
                    <a:pt x="34060" y="6120"/>
                  </a:cubicBezTo>
                  <a:cubicBezTo>
                    <a:pt x="37466" y="10191"/>
                    <a:pt x="39156" y="16089"/>
                    <a:pt x="39100" y="23842"/>
                  </a:cubicBezTo>
                  <a:lnTo>
                    <a:pt x="5372" y="23842"/>
                  </a:lnTo>
                  <a:close/>
                  <a:moveTo>
                    <a:pt x="33673" y="19633"/>
                  </a:moveTo>
                  <a:cubicBezTo>
                    <a:pt x="33673" y="17529"/>
                    <a:pt x="33368" y="15563"/>
                    <a:pt x="32787" y="13707"/>
                  </a:cubicBezTo>
                  <a:cubicBezTo>
                    <a:pt x="32205" y="11852"/>
                    <a:pt x="31319" y="10246"/>
                    <a:pt x="30184" y="8889"/>
                  </a:cubicBezTo>
                  <a:cubicBezTo>
                    <a:pt x="29048" y="7532"/>
                    <a:pt x="27608" y="6452"/>
                    <a:pt x="25864" y="5649"/>
                  </a:cubicBezTo>
                  <a:cubicBezTo>
                    <a:pt x="24119" y="4846"/>
                    <a:pt x="22153" y="4458"/>
                    <a:pt x="19910" y="4458"/>
                  </a:cubicBezTo>
                  <a:cubicBezTo>
                    <a:pt x="17667" y="4458"/>
                    <a:pt x="15701" y="4874"/>
                    <a:pt x="13984" y="5704"/>
                  </a:cubicBezTo>
                  <a:cubicBezTo>
                    <a:pt x="12267" y="6535"/>
                    <a:pt x="10827" y="7643"/>
                    <a:pt x="9637" y="9027"/>
                  </a:cubicBezTo>
                  <a:cubicBezTo>
                    <a:pt x="8446" y="10412"/>
                    <a:pt x="7477" y="12018"/>
                    <a:pt x="6757" y="13846"/>
                  </a:cubicBezTo>
                  <a:cubicBezTo>
                    <a:pt x="6037" y="15673"/>
                    <a:pt x="5566" y="17612"/>
                    <a:pt x="5317" y="19661"/>
                  </a:cubicBezTo>
                  <a:lnTo>
                    <a:pt x="33673" y="1966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0" name="Freeform 3479">
              <a:extLst>
                <a:ext uri="{FF2B5EF4-FFF2-40B4-BE49-F238E27FC236}">
                  <a16:creationId xmlns:a16="http://schemas.microsoft.com/office/drawing/2014/main" id="{75502BAF-927E-0775-B1C8-A02458BCB76A}"/>
                </a:ext>
              </a:extLst>
            </p:cNvPr>
            <p:cNvSpPr/>
            <p:nvPr/>
          </p:nvSpPr>
          <p:spPr>
            <a:xfrm>
              <a:off x="2132835" y="3240714"/>
              <a:ext cx="39100" cy="43032"/>
            </a:xfrm>
            <a:custGeom>
              <a:avLst/>
              <a:gdLst>
                <a:gd name="connsiteX0" fmla="*/ 0 w 39100"/>
                <a:gd name="connsiteY0" fmla="*/ 0 h 43032"/>
                <a:gd name="connsiteX1" fmla="*/ 5455 w 39100"/>
                <a:gd name="connsiteY1" fmla="*/ 0 h 43032"/>
                <a:gd name="connsiteX2" fmla="*/ 19550 w 39100"/>
                <a:gd name="connsiteY2" fmla="*/ 36885 h 43032"/>
                <a:gd name="connsiteX3" fmla="*/ 33645 w 39100"/>
                <a:gd name="connsiteY3" fmla="*/ 0 h 43032"/>
                <a:gd name="connsiteX4" fmla="*/ 39100 w 39100"/>
                <a:gd name="connsiteY4" fmla="*/ 0 h 43032"/>
                <a:gd name="connsiteX5" fmla="*/ 22236 w 39100"/>
                <a:gd name="connsiteY5" fmla="*/ 43032 h 43032"/>
                <a:gd name="connsiteX6" fmla="*/ 16615 w 39100"/>
                <a:gd name="connsiteY6" fmla="*/ 43032 h 43032"/>
                <a:gd name="connsiteX7" fmla="*/ 0 w 39100"/>
                <a:gd name="connsiteY7" fmla="*/ 0 h 43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100" h="43032">
                  <a:moveTo>
                    <a:pt x="0" y="0"/>
                  </a:moveTo>
                  <a:lnTo>
                    <a:pt x="5455" y="0"/>
                  </a:lnTo>
                  <a:lnTo>
                    <a:pt x="19550" y="36885"/>
                  </a:lnTo>
                  <a:lnTo>
                    <a:pt x="33645" y="0"/>
                  </a:lnTo>
                  <a:lnTo>
                    <a:pt x="39100" y="0"/>
                  </a:lnTo>
                  <a:lnTo>
                    <a:pt x="22236" y="43032"/>
                  </a:lnTo>
                  <a:lnTo>
                    <a:pt x="16615" y="43032"/>
                  </a:lnTo>
                  <a:lnTo>
                    <a:pt x="0" y="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1" name="Freeform 3480">
              <a:extLst>
                <a:ext uri="{FF2B5EF4-FFF2-40B4-BE49-F238E27FC236}">
                  <a16:creationId xmlns:a16="http://schemas.microsoft.com/office/drawing/2014/main" id="{F6D8F2BF-4038-27AD-3881-8D39BFD74C6A}"/>
                </a:ext>
              </a:extLst>
            </p:cNvPr>
            <p:cNvSpPr/>
            <p:nvPr/>
          </p:nvSpPr>
          <p:spPr>
            <a:xfrm>
              <a:off x="2177280" y="3239551"/>
              <a:ext cx="40927" cy="45358"/>
            </a:xfrm>
            <a:custGeom>
              <a:avLst/>
              <a:gdLst>
                <a:gd name="connsiteX0" fmla="*/ 22070 w 40927"/>
                <a:gd name="connsiteY0" fmla="*/ 19107 h 45358"/>
                <a:gd name="connsiteX1" fmla="*/ 25476 w 40927"/>
                <a:gd name="connsiteY1" fmla="*/ 18608 h 45358"/>
                <a:gd name="connsiteX2" fmla="*/ 28716 w 40927"/>
                <a:gd name="connsiteY2" fmla="*/ 17695 h 45358"/>
                <a:gd name="connsiteX3" fmla="*/ 30267 w 40927"/>
                <a:gd name="connsiteY3" fmla="*/ 15729 h 45358"/>
                <a:gd name="connsiteX4" fmla="*/ 30571 w 40927"/>
                <a:gd name="connsiteY4" fmla="*/ 13181 h 45358"/>
                <a:gd name="connsiteX5" fmla="*/ 28107 w 40927"/>
                <a:gd name="connsiteY5" fmla="*/ 6923 h 45358"/>
                <a:gd name="connsiteX6" fmla="*/ 19772 w 40927"/>
                <a:gd name="connsiteY6" fmla="*/ 4486 h 45358"/>
                <a:gd name="connsiteX7" fmla="*/ 14981 w 40927"/>
                <a:gd name="connsiteY7" fmla="*/ 4957 h 45358"/>
                <a:gd name="connsiteX8" fmla="*/ 11160 w 40927"/>
                <a:gd name="connsiteY8" fmla="*/ 6535 h 45358"/>
                <a:gd name="connsiteX9" fmla="*/ 8474 w 40927"/>
                <a:gd name="connsiteY9" fmla="*/ 9526 h 45358"/>
                <a:gd name="connsiteX10" fmla="*/ 7089 w 40927"/>
                <a:gd name="connsiteY10" fmla="*/ 14233 h 45358"/>
                <a:gd name="connsiteX11" fmla="*/ 1966 w 40927"/>
                <a:gd name="connsiteY11" fmla="*/ 14233 h 45358"/>
                <a:gd name="connsiteX12" fmla="*/ 3738 w 40927"/>
                <a:gd name="connsiteY12" fmla="*/ 7698 h 45358"/>
                <a:gd name="connsiteX13" fmla="*/ 7643 w 40927"/>
                <a:gd name="connsiteY13" fmla="*/ 3295 h 45358"/>
                <a:gd name="connsiteX14" fmla="*/ 13181 w 40927"/>
                <a:gd name="connsiteY14" fmla="*/ 803 h 45358"/>
                <a:gd name="connsiteX15" fmla="*/ 19855 w 40927"/>
                <a:gd name="connsiteY15" fmla="*/ 0 h 45358"/>
                <a:gd name="connsiteX16" fmla="*/ 26030 w 40927"/>
                <a:gd name="connsiteY16" fmla="*/ 692 h 45358"/>
                <a:gd name="connsiteX17" fmla="*/ 31070 w 40927"/>
                <a:gd name="connsiteY17" fmla="*/ 2935 h 45358"/>
                <a:gd name="connsiteX18" fmla="*/ 34420 w 40927"/>
                <a:gd name="connsiteY18" fmla="*/ 7061 h 45358"/>
                <a:gd name="connsiteX19" fmla="*/ 35639 w 40927"/>
                <a:gd name="connsiteY19" fmla="*/ 13375 h 45358"/>
                <a:gd name="connsiteX20" fmla="*/ 35639 w 40927"/>
                <a:gd name="connsiteY20" fmla="*/ 36802 h 45358"/>
                <a:gd name="connsiteX21" fmla="*/ 36691 w 40927"/>
                <a:gd name="connsiteY21" fmla="*/ 40485 h 45358"/>
                <a:gd name="connsiteX22" fmla="*/ 40928 w 40927"/>
                <a:gd name="connsiteY22" fmla="*/ 40097 h 45358"/>
                <a:gd name="connsiteX23" fmla="*/ 40928 w 40927"/>
                <a:gd name="connsiteY23" fmla="*/ 44002 h 45358"/>
                <a:gd name="connsiteX24" fmla="*/ 39211 w 40927"/>
                <a:gd name="connsiteY24" fmla="*/ 44500 h 45358"/>
                <a:gd name="connsiteX25" fmla="*/ 36996 w 40927"/>
                <a:gd name="connsiteY25" fmla="*/ 44832 h 45358"/>
                <a:gd name="connsiteX26" fmla="*/ 34725 w 40927"/>
                <a:gd name="connsiteY26" fmla="*/ 44583 h 45358"/>
                <a:gd name="connsiteX27" fmla="*/ 32704 w 40927"/>
                <a:gd name="connsiteY27" fmla="*/ 43808 h 45358"/>
                <a:gd name="connsiteX28" fmla="*/ 31485 w 40927"/>
                <a:gd name="connsiteY28" fmla="*/ 42312 h 45358"/>
                <a:gd name="connsiteX29" fmla="*/ 30848 w 40927"/>
                <a:gd name="connsiteY29" fmla="*/ 40402 h 45358"/>
                <a:gd name="connsiteX30" fmla="*/ 30682 w 40927"/>
                <a:gd name="connsiteY30" fmla="*/ 38214 h 45358"/>
                <a:gd name="connsiteX31" fmla="*/ 23371 w 40927"/>
                <a:gd name="connsiteY31" fmla="*/ 43531 h 45358"/>
                <a:gd name="connsiteX32" fmla="*/ 14483 w 40927"/>
                <a:gd name="connsiteY32" fmla="*/ 45358 h 45358"/>
                <a:gd name="connsiteX33" fmla="*/ 9000 w 40927"/>
                <a:gd name="connsiteY33" fmla="*/ 44611 h 45358"/>
                <a:gd name="connsiteX34" fmla="*/ 4348 w 40927"/>
                <a:gd name="connsiteY34" fmla="*/ 42285 h 45358"/>
                <a:gd name="connsiteX35" fmla="*/ 1163 w 40927"/>
                <a:gd name="connsiteY35" fmla="*/ 38436 h 45358"/>
                <a:gd name="connsiteX36" fmla="*/ 0 w 40927"/>
                <a:gd name="connsiteY36" fmla="*/ 33008 h 45358"/>
                <a:gd name="connsiteX37" fmla="*/ 15175 w 40927"/>
                <a:gd name="connsiteY37" fmla="*/ 20049 h 45358"/>
                <a:gd name="connsiteX38" fmla="*/ 22125 w 40927"/>
                <a:gd name="connsiteY38" fmla="*/ 19135 h 45358"/>
                <a:gd name="connsiteX39" fmla="*/ 30544 w 40927"/>
                <a:gd name="connsiteY39" fmla="*/ 21599 h 45358"/>
                <a:gd name="connsiteX40" fmla="*/ 24091 w 40927"/>
                <a:gd name="connsiteY40" fmla="*/ 23344 h 45358"/>
                <a:gd name="connsiteX41" fmla="*/ 17556 w 40927"/>
                <a:gd name="connsiteY41" fmla="*/ 24008 h 45358"/>
                <a:gd name="connsiteX42" fmla="*/ 8529 w 40927"/>
                <a:gd name="connsiteY42" fmla="*/ 26584 h 45358"/>
                <a:gd name="connsiteX43" fmla="*/ 5289 w 40927"/>
                <a:gd name="connsiteY43" fmla="*/ 33146 h 45358"/>
                <a:gd name="connsiteX44" fmla="*/ 6092 w 40927"/>
                <a:gd name="connsiteY44" fmla="*/ 36608 h 45358"/>
                <a:gd name="connsiteX45" fmla="*/ 8197 w 40927"/>
                <a:gd name="connsiteY45" fmla="*/ 39017 h 45358"/>
                <a:gd name="connsiteX46" fmla="*/ 11215 w 40927"/>
                <a:gd name="connsiteY46" fmla="*/ 40429 h 45358"/>
                <a:gd name="connsiteX47" fmla="*/ 14704 w 40927"/>
                <a:gd name="connsiteY47" fmla="*/ 40900 h 45358"/>
                <a:gd name="connsiteX48" fmla="*/ 20575 w 40927"/>
                <a:gd name="connsiteY48" fmla="*/ 40152 h 45358"/>
                <a:gd name="connsiteX49" fmla="*/ 25642 w 40927"/>
                <a:gd name="connsiteY49" fmla="*/ 37882 h 45358"/>
                <a:gd name="connsiteX50" fmla="*/ 29214 w 40927"/>
                <a:gd name="connsiteY50" fmla="*/ 33977 h 45358"/>
                <a:gd name="connsiteX51" fmla="*/ 30544 w 40927"/>
                <a:gd name="connsiteY51" fmla="*/ 28356 h 45358"/>
                <a:gd name="connsiteX52" fmla="*/ 30544 w 40927"/>
                <a:gd name="connsiteY52" fmla="*/ 21627 h 45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0927" h="45358">
                  <a:moveTo>
                    <a:pt x="22070" y="19107"/>
                  </a:moveTo>
                  <a:cubicBezTo>
                    <a:pt x="23011" y="18996"/>
                    <a:pt x="24147" y="18830"/>
                    <a:pt x="25476" y="18608"/>
                  </a:cubicBezTo>
                  <a:cubicBezTo>
                    <a:pt x="26778" y="18387"/>
                    <a:pt x="27858" y="18082"/>
                    <a:pt x="28716" y="17695"/>
                  </a:cubicBezTo>
                  <a:cubicBezTo>
                    <a:pt x="29547" y="17307"/>
                    <a:pt x="30073" y="16643"/>
                    <a:pt x="30267" y="15729"/>
                  </a:cubicBezTo>
                  <a:cubicBezTo>
                    <a:pt x="30461" y="14815"/>
                    <a:pt x="30571" y="13984"/>
                    <a:pt x="30571" y="13181"/>
                  </a:cubicBezTo>
                  <a:cubicBezTo>
                    <a:pt x="30571" y="10633"/>
                    <a:pt x="29741" y="8557"/>
                    <a:pt x="28107" y="6923"/>
                  </a:cubicBezTo>
                  <a:cubicBezTo>
                    <a:pt x="26445" y="5289"/>
                    <a:pt x="23676" y="4486"/>
                    <a:pt x="19772" y="4486"/>
                  </a:cubicBezTo>
                  <a:cubicBezTo>
                    <a:pt x="18027" y="4486"/>
                    <a:pt x="16449" y="4624"/>
                    <a:pt x="14981" y="4957"/>
                  </a:cubicBezTo>
                  <a:cubicBezTo>
                    <a:pt x="13513" y="5261"/>
                    <a:pt x="12267" y="5787"/>
                    <a:pt x="11160" y="6535"/>
                  </a:cubicBezTo>
                  <a:cubicBezTo>
                    <a:pt x="10080" y="7283"/>
                    <a:pt x="9166" y="8280"/>
                    <a:pt x="8474" y="9526"/>
                  </a:cubicBezTo>
                  <a:cubicBezTo>
                    <a:pt x="7781" y="10772"/>
                    <a:pt x="7311" y="12350"/>
                    <a:pt x="7089" y="14233"/>
                  </a:cubicBezTo>
                  <a:lnTo>
                    <a:pt x="1966" y="14233"/>
                  </a:lnTo>
                  <a:cubicBezTo>
                    <a:pt x="2132" y="11686"/>
                    <a:pt x="2714" y="9498"/>
                    <a:pt x="3738" y="7698"/>
                  </a:cubicBezTo>
                  <a:cubicBezTo>
                    <a:pt x="4735" y="5898"/>
                    <a:pt x="6037" y="4431"/>
                    <a:pt x="7643" y="3295"/>
                  </a:cubicBezTo>
                  <a:cubicBezTo>
                    <a:pt x="9249" y="2160"/>
                    <a:pt x="11077" y="1329"/>
                    <a:pt x="13181" y="803"/>
                  </a:cubicBezTo>
                  <a:cubicBezTo>
                    <a:pt x="15286" y="277"/>
                    <a:pt x="17501" y="0"/>
                    <a:pt x="19855" y="0"/>
                  </a:cubicBezTo>
                  <a:cubicBezTo>
                    <a:pt x="22042" y="0"/>
                    <a:pt x="24091" y="221"/>
                    <a:pt x="26030" y="692"/>
                  </a:cubicBezTo>
                  <a:cubicBezTo>
                    <a:pt x="27968" y="1163"/>
                    <a:pt x="29630" y="1911"/>
                    <a:pt x="31070" y="2935"/>
                  </a:cubicBezTo>
                  <a:cubicBezTo>
                    <a:pt x="32510" y="3960"/>
                    <a:pt x="33617" y="5344"/>
                    <a:pt x="34420" y="7061"/>
                  </a:cubicBezTo>
                  <a:cubicBezTo>
                    <a:pt x="35223" y="8778"/>
                    <a:pt x="35639" y="10883"/>
                    <a:pt x="35639" y="13375"/>
                  </a:cubicBezTo>
                  <a:lnTo>
                    <a:pt x="35639" y="36802"/>
                  </a:lnTo>
                  <a:cubicBezTo>
                    <a:pt x="35639" y="38740"/>
                    <a:pt x="35999" y="39959"/>
                    <a:pt x="36691" y="40485"/>
                  </a:cubicBezTo>
                  <a:cubicBezTo>
                    <a:pt x="37383" y="41011"/>
                    <a:pt x="38796" y="40900"/>
                    <a:pt x="40928" y="40097"/>
                  </a:cubicBezTo>
                  <a:lnTo>
                    <a:pt x="40928" y="44002"/>
                  </a:lnTo>
                  <a:cubicBezTo>
                    <a:pt x="40540" y="44112"/>
                    <a:pt x="39959" y="44278"/>
                    <a:pt x="39211" y="44500"/>
                  </a:cubicBezTo>
                  <a:cubicBezTo>
                    <a:pt x="38463" y="44721"/>
                    <a:pt x="37716" y="44832"/>
                    <a:pt x="36996" y="44832"/>
                  </a:cubicBezTo>
                  <a:cubicBezTo>
                    <a:pt x="36220" y="44832"/>
                    <a:pt x="35445" y="44749"/>
                    <a:pt x="34725" y="44583"/>
                  </a:cubicBezTo>
                  <a:cubicBezTo>
                    <a:pt x="33894" y="44472"/>
                    <a:pt x="33230" y="44223"/>
                    <a:pt x="32704" y="43808"/>
                  </a:cubicBezTo>
                  <a:cubicBezTo>
                    <a:pt x="32205" y="43392"/>
                    <a:pt x="31790" y="42894"/>
                    <a:pt x="31485" y="42312"/>
                  </a:cubicBezTo>
                  <a:cubicBezTo>
                    <a:pt x="31180" y="41731"/>
                    <a:pt x="30959" y="41094"/>
                    <a:pt x="30848" y="40402"/>
                  </a:cubicBezTo>
                  <a:cubicBezTo>
                    <a:pt x="30737" y="39709"/>
                    <a:pt x="30682" y="38989"/>
                    <a:pt x="30682" y="38214"/>
                  </a:cubicBezTo>
                  <a:cubicBezTo>
                    <a:pt x="28550" y="40540"/>
                    <a:pt x="26113" y="42312"/>
                    <a:pt x="23371" y="43531"/>
                  </a:cubicBezTo>
                  <a:cubicBezTo>
                    <a:pt x="20630" y="44749"/>
                    <a:pt x="17667" y="45358"/>
                    <a:pt x="14483" y="45358"/>
                  </a:cubicBezTo>
                  <a:cubicBezTo>
                    <a:pt x="12572" y="45358"/>
                    <a:pt x="10744" y="45109"/>
                    <a:pt x="9000" y="44611"/>
                  </a:cubicBezTo>
                  <a:cubicBezTo>
                    <a:pt x="7227" y="44112"/>
                    <a:pt x="5677" y="43337"/>
                    <a:pt x="4348" y="42285"/>
                  </a:cubicBezTo>
                  <a:cubicBezTo>
                    <a:pt x="3018" y="41232"/>
                    <a:pt x="1938" y="39959"/>
                    <a:pt x="1163" y="38436"/>
                  </a:cubicBezTo>
                  <a:cubicBezTo>
                    <a:pt x="388" y="36912"/>
                    <a:pt x="0" y="35085"/>
                    <a:pt x="0" y="33008"/>
                  </a:cubicBezTo>
                  <a:cubicBezTo>
                    <a:pt x="0" y="25697"/>
                    <a:pt x="5068" y="21378"/>
                    <a:pt x="15175" y="20049"/>
                  </a:cubicBezTo>
                  <a:lnTo>
                    <a:pt x="22125" y="19135"/>
                  </a:lnTo>
                  <a:close/>
                  <a:moveTo>
                    <a:pt x="30544" y="21599"/>
                  </a:moveTo>
                  <a:cubicBezTo>
                    <a:pt x="28411" y="22485"/>
                    <a:pt x="26279" y="23067"/>
                    <a:pt x="24091" y="23344"/>
                  </a:cubicBezTo>
                  <a:cubicBezTo>
                    <a:pt x="21904" y="23621"/>
                    <a:pt x="19716" y="23842"/>
                    <a:pt x="17556" y="24008"/>
                  </a:cubicBezTo>
                  <a:cubicBezTo>
                    <a:pt x="13707" y="24285"/>
                    <a:pt x="10689" y="25144"/>
                    <a:pt x="8529" y="26584"/>
                  </a:cubicBezTo>
                  <a:cubicBezTo>
                    <a:pt x="6369" y="28024"/>
                    <a:pt x="5289" y="30211"/>
                    <a:pt x="5289" y="33146"/>
                  </a:cubicBezTo>
                  <a:cubicBezTo>
                    <a:pt x="5289" y="34476"/>
                    <a:pt x="5566" y="35639"/>
                    <a:pt x="6092" y="36608"/>
                  </a:cubicBezTo>
                  <a:cubicBezTo>
                    <a:pt x="6618" y="37577"/>
                    <a:pt x="7311" y="38380"/>
                    <a:pt x="8197" y="39017"/>
                  </a:cubicBezTo>
                  <a:cubicBezTo>
                    <a:pt x="9083" y="39654"/>
                    <a:pt x="10080" y="40125"/>
                    <a:pt x="11215" y="40429"/>
                  </a:cubicBezTo>
                  <a:cubicBezTo>
                    <a:pt x="12350" y="40734"/>
                    <a:pt x="13513" y="40900"/>
                    <a:pt x="14704" y="40900"/>
                  </a:cubicBezTo>
                  <a:cubicBezTo>
                    <a:pt x="16726" y="40900"/>
                    <a:pt x="18664" y="40651"/>
                    <a:pt x="20575" y="40152"/>
                  </a:cubicBezTo>
                  <a:cubicBezTo>
                    <a:pt x="22485" y="39654"/>
                    <a:pt x="24175" y="38906"/>
                    <a:pt x="25642" y="37882"/>
                  </a:cubicBezTo>
                  <a:cubicBezTo>
                    <a:pt x="27110" y="36857"/>
                    <a:pt x="28301" y="35556"/>
                    <a:pt x="29214" y="33977"/>
                  </a:cubicBezTo>
                  <a:cubicBezTo>
                    <a:pt x="30101" y="32399"/>
                    <a:pt x="30544" y="30516"/>
                    <a:pt x="30544" y="28356"/>
                  </a:cubicBezTo>
                  <a:lnTo>
                    <a:pt x="30544" y="2162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2" name="Freeform 3481">
              <a:extLst>
                <a:ext uri="{FF2B5EF4-FFF2-40B4-BE49-F238E27FC236}">
                  <a16:creationId xmlns:a16="http://schemas.microsoft.com/office/drawing/2014/main" id="{30C2CAEA-E3B4-483B-D66C-BCE57FA0FC27}"/>
                </a:ext>
              </a:extLst>
            </p:cNvPr>
            <p:cNvSpPr/>
            <p:nvPr/>
          </p:nvSpPr>
          <p:spPr>
            <a:xfrm>
              <a:off x="2226764" y="3223933"/>
              <a:ext cx="5039" cy="59813"/>
            </a:xfrm>
            <a:custGeom>
              <a:avLst/>
              <a:gdLst>
                <a:gd name="connsiteX0" fmla="*/ 0 w 5039"/>
                <a:gd name="connsiteY0" fmla="*/ 59813 h 59813"/>
                <a:gd name="connsiteX1" fmla="*/ 0 w 5039"/>
                <a:gd name="connsiteY1" fmla="*/ 0 h 59813"/>
                <a:gd name="connsiteX2" fmla="*/ 5040 w 5039"/>
                <a:gd name="connsiteY2" fmla="*/ 0 h 59813"/>
                <a:gd name="connsiteX3" fmla="*/ 5040 w 5039"/>
                <a:gd name="connsiteY3" fmla="*/ 59813 h 59813"/>
                <a:gd name="connsiteX4" fmla="*/ 0 w 5039"/>
                <a:gd name="connsiteY4" fmla="*/ 59813 h 59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9" h="59813">
                  <a:moveTo>
                    <a:pt x="0" y="59813"/>
                  </a:moveTo>
                  <a:lnTo>
                    <a:pt x="0" y="0"/>
                  </a:lnTo>
                  <a:lnTo>
                    <a:pt x="5040" y="0"/>
                  </a:lnTo>
                  <a:lnTo>
                    <a:pt x="5040" y="59813"/>
                  </a:lnTo>
                  <a:lnTo>
                    <a:pt x="0" y="59813"/>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3" name="Freeform 3482">
              <a:extLst>
                <a:ext uri="{FF2B5EF4-FFF2-40B4-BE49-F238E27FC236}">
                  <a16:creationId xmlns:a16="http://schemas.microsoft.com/office/drawing/2014/main" id="{8C1E957B-AF45-7AA2-8159-AA5290CED31D}"/>
                </a:ext>
              </a:extLst>
            </p:cNvPr>
            <p:cNvSpPr/>
            <p:nvPr/>
          </p:nvSpPr>
          <p:spPr>
            <a:xfrm>
              <a:off x="2243296" y="3222354"/>
              <a:ext cx="18525" cy="77258"/>
            </a:xfrm>
            <a:custGeom>
              <a:avLst/>
              <a:gdLst>
                <a:gd name="connsiteX0" fmla="*/ 0 w 18525"/>
                <a:gd name="connsiteY0" fmla="*/ 77259 h 77258"/>
                <a:gd name="connsiteX1" fmla="*/ 9443 w 18525"/>
                <a:gd name="connsiteY1" fmla="*/ 58789 h 77258"/>
                <a:gd name="connsiteX2" fmla="*/ 12849 w 18525"/>
                <a:gd name="connsiteY2" fmla="*/ 38380 h 77258"/>
                <a:gd name="connsiteX3" fmla="*/ 9332 w 18525"/>
                <a:gd name="connsiteY3" fmla="*/ 18276 h 77258"/>
                <a:gd name="connsiteX4" fmla="*/ 28 w 18525"/>
                <a:gd name="connsiteY4" fmla="*/ 0 h 77258"/>
                <a:gd name="connsiteX5" fmla="*/ 4292 w 18525"/>
                <a:gd name="connsiteY5" fmla="*/ 0 h 77258"/>
                <a:gd name="connsiteX6" fmla="*/ 10412 w 18525"/>
                <a:gd name="connsiteY6" fmla="*/ 9166 h 77258"/>
                <a:gd name="connsiteX7" fmla="*/ 14870 w 18525"/>
                <a:gd name="connsiteY7" fmla="*/ 18221 h 77258"/>
                <a:gd name="connsiteX8" fmla="*/ 17584 w 18525"/>
                <a:gd name="connsiteY8" fmla="*/ 27857 h 77258"/>
                <a:gd name="connsiteX9" fmla="*/ 18526 w 18525"/>
                <a:gd name="connsiteY9" fmla="*/ 38796 h 77258"/>
                <a:gd name="connsiteX10" fmla="*/ 17584 w 18525"/>
                <a:gd name="connsiteY10" fmla="*/ 49540 h 77258"/>
                <a:gd name="connsiteX11" fmla="*/ 14815 w 18525"/>
                <a:gd name="connsiteY11" fmla="*/ 59232 h 77258"/>
                <a:gd name="connsiteX12" fmla="*/ 10301 w 18525"/>
                <a:gd name="connsiteY12" fmla="*/ 68342 h 77258"/>
                <a:gd name="connsiteX13" fmla="*/ 4264 w 18525"/>
                <a:gd name="connsiteY13" fmla="*/ 77259 h 77258"/>
                <a:gd name="connsiteX14" fmla="*/ 0 w 18525"/>
                <a:gd name="connsiteY14" fmla="*/ 77259 h 77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525" h="77258">
                  <a:moveTo>
                    <a:pt x="0" y="77259"/>
                  </a:moveTo>
                  <a:cubicBezTo>
                    <a:pt x="4015" y="71499"/>
                    <a:pt x="7172" y="65352"/>
                    <a:pt x="9443" y="58789"/>
                  </a:cubicBezTo>
                  <a:cubicBezTo>
                    <a:pt x="11713" y="52226"/>
                    <a:pt x="12849" y="45414"/>
                    <a:pt x="12849" y="38380"/>
                  </a:cubicBezTo>
                  <a:cubicBezTo>
                    <a:pt x="12849" y="31347"/>
                    <a:pt x="11686" y="24756"/>
                    <a:pt x="9332" y="18276"/>
                  </a:cubicBezTo>
                  <a:cubicBezTo>
                    <a:pt x="6978" y="11797"/>
                    <a:pt x="3877" y="5704"/>
                    <a:pt x="28" y="0"/>
                  </a:cubicBezTo>
                  <a:lnTo>
                    <a:pt x="4292" y="0"/>
                  </a:lnTo>
                  <a:cubicBezTo>
                    <a:pt x="6591" y="3157"/>
                    <a:pt x="8612" y="6231"/>
                    <a:pt x="10412" y="9166"/>
                  </a:cubicBezTo>
                  <a:cubicBezTo>
                    <a:pt x="12212" y="12129"/>
                    <a:pt x="13680" y="15147"/>
                    <a:pt x="14870" y="18221"/>
                  </a:cubicBezTo>
                  <a:cubicBezTo>
                    <a:pt x="16061" y="21295"/>
                    <a:pt x="16975" y="24507"/>
                    <a:pt x="17584" y="27857"/>
                  </a:cubicBezTo>
                  <a:cubicBezTo>
                    <a:pt x="18221" y="31208"/>
                    <a:pt x="18526" y="34863"/>
                    <a:pt x="18526" y="38796"/>
                  </a:cubicBezTo>
                  <a:cubicBezTo>
                    <a:pt x="18526" y="42728"/>
                    <a:pt x="18221" y="46189"/>
                    <a:pt x="17584" y="49540"/>
                  </a:cubicBezTo>
                  <a:cubicBezTo>
                    <a:pt x="16947" y="52891"/>
                    <a:pt x="16033" y="56130"/>
                    <a:pt x="14815" y="59232"/>
                  </a:cubicBezTo>
                  <a:cubicBezTo>
                    <a:pt x="13596" y="62333"/>
                    <a:pt x="12101" y="65352"/>
                    <a:pt x="10301" y="68342"/>
                  </a:cubicBezTo>
                  <a:cubicBezTo>
                    <a:pt x="8501" y="71305"/>
                    <a:pt x="6507" y="74268"/>
                    <a:pt x="4264" y="77259"/>
                  </a:cubicBezTo>
                  <a:lnTo>
                    <a:pt x="0" y="77259"/>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4" name="Freeform 3483">
              <a:extLst>
                <a:ext uri="{FF2B5EF4-FFF2-40B4-BE49-F238E27FC236}">
                  <a16:creationId xmlns:a16="http://schemas.microsoft.com/office/drawing/2014/main" id="{D2097D87-CC1E-2564-8528-56F2056F7083}"/>
                </a:ext>
              </a:extLst>
            </p:cNvPr>
            <p:cNvSpPr/>
            <p:nvPr/>
          </p:nvSpPr>
          <p:spPr>
            <a:xfrm>
              <a:off x="2291534" y="3228751"/>
              <a:ext cx="19605" cy="56158"/>
            </a:xfrm>
            <a:custGeom>
              <a:avLst/>
              <a:gdLst>
                <a:gd name="connsiteX0" fmla="*/ 19606 w 19605"/>
                <a:gd name="connsiteY0" fmla="*/ 55161 h 56158"/>
                <a:gd name="connsiteX1" fmla="*/ 17169 w 19605"/>
                <a:gd name="connsiteY1" fmla="*/ 55743 h 56158"/>
                <a:gd name="connsiteX2" fmla="*/ 13818 w 19605"/>
                <a:gd name="connsiteY2" fmla="*/ 56158 h 56158"/>
                <a:gd name="connsiteX3" fmla="*/ 8086 w 19605"/>
                <a:gd name="connsiteY3" fmla="*/ 54303 h 56158"/>
                <a:gd name="connsiteX4" fmla="*/ 6120 w 19605"/>
                <a:gd name="connsiteY4" fmla="*/ 47601 h 56158"/>
                <a:gd name="connsiteX5" fmla="*/ 6120 w 19605"/>
                <a:gd name="connsiteY5" fmla="*/ 16116 h 56158"/>
                <a:gd name="connsiteX6" fmla="*/ 0 w 19605"/>
                <a:gd name="connsiteY6" fmla="*/ 16116 h 56158"/>
                <a:gd name="connsiteX7" fmla="*/ 0 w 19605"/>
                <a:gd name="connsiteY7" fmla="*/ 11963 h 56158"/>
                <a:gd name="connsiteX8" fmla="*/ 6120 w 19605"/>
                <a:gd name="connsiteY8" fmla="*/ 11963 h 56158"/>
                <a:gd name="connsiteX9" fmla="*/ 6120 w 19605"/>
                <a:gd name="connsiteY9" fmla="*/ 0 h 56158"/>
                <a:gd name="connsiteX10" fmla="*/ 11160 w 19605"/>
                <a:gd name="connsiteY10" fmla="*/ 0 h 56158"/>
                <a:gd name="connsiteX11" fmla="*/ 11160 w 19605"/>
                <a:gd name="connsiteY11" fmla="*/ 11963 h 56158"/>
                <a:gd name="connsiteX12" fmla="*/ 19301 w 19605"/>
                <a:gd name="connsiteY12" fmla="*/ 11963 h 56158"/>
                <a:gd name="connsiteX13" fmla="*/ 19301 w 19605"/>
                <a:gd name="connsiteY13" fmla="*/ 16116 h 56158"/>
                <a:gd name="connsiteX14" fmla="*/ 11160 w 19605"/>
                <a:gd name="connsiteY14" fmla="*/ 16116 h 56158"/>
                <a:gd name="connsiteX15" fmla="*/ 11160 w 19605"/>
                <a:gd name="connsiteY15" fmla="*/ 45608 h 56158"/>
                <a:gd name="connsiteX16" fmla="*/ 11243 w 19605"/>
                <a:gd name="connsiteY16" fmla="*/ 48349 h 56158"/>
                <a:gd name="connsiteX17" fmla="*/ 11741 w 19605"/>
                <a:gd name="connsiteY17" fmla="*/ 50260 h 56158"/>
                <a:gd name="connsiteX18" fmla="*/ 13043 w 19605"/>
                <a:gd name="connsiteY18" fmla="*/ 51340 h 56158"/>
                <a:gd name="connsiteX19" fmla="*/ 15507 w 19605"/>
                <a:gd name="connsiteY19" fmla="*/ 51672 h 56158"/>
                <a:gd name="connsiteX20" fmla="*/ 17556 w 19605"/>
                <a:gd name="connsiteY20" fmla="*/ 51506 h 56158"/>
                <a:gd name="connsiteX21" fmla="*/ 19606 w 19605"/>
                <a:gd name="connsiteY21" fmla="*/ 51091 h 56158"/>
                <a:gd name="connsiteX22" fmla="*/ 19606 w 19605"/>
                <a:gd name="connsiteY22" fmla="*/ 55161 h 5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605" h="56158">
                  <a:moveTo>
                    <a:pt x="19606" y="55161"/>
                  </a:moveTo>
                  <a:cubicBezTo>
                    <a:pt x="18996" y="55272"/>
                    <a:pt x="18193" y="55466"/>
                    <a:pt x="17169" y="55743"/>
                  </a:cubicBezTo>
                  <a:cubicBezTo>
                    <a:pt x="16172" y="56020"/>
                    <a:pt x="15036" y="56158"/>
                    <a:pt x="13818" y="56158"/>
                  </a:cubicBezTo>
                  <a:cubicBezTo>
                    <a:pt x="11298" y="56158"/>
                    <a:pt x="9387" y="55521"/>
                    <a:pt x="8086" y="54303"/>
                  </a:cubicBezTo>
                  <a:cubicBezTo>
                    <a:pt x="6784" y="53057"/>
                    <a:pt x="6120" y="50841"/>
                    <a:pt x="6120" y="47601"/>
                  </a:cubicBezTo>
                  <a:lnTo>
                    <a:pt x="6120" y="16116"/>
                  </a:lnTo>
                  <a:lnTo>
                    <a:pt x="0" y="16116"/>
                  </a:lnTo>
                  <a:lnTo>
                    <a:pt x="0" y="11963"/>
                  </a:lnTo>
                  <a:lnTo>
                    <a:pt x="6120" y="11963"/>
                  </a:lnTo>
                  <a:lnTo>
                    <a:pt x="6120" y="0"/>
                  </a:lnTo>
                  <a:lnTo>
                    <a:pt x="11160" y="0"/>
                  </a:lnTo>
                  <a:lnTo>
                    <a:pt x="11160" y="11963"/>
                  </a:lnTo>
                  <a:lnTo>
                    <a:pt x="19301" y="11963"/>
                  </a:lnTo>
                  <a:lnTo>
                    <a:pt x="19301" y="16116"/>
                  </a:lnTo>
                  <a:lnTo>
                    <a:pt x="11160" y="16116"/>
                  </a:lnTo>
                  <a:lnTo>
                    <a:pt x="11160" y="45608"/>
                  </a:lnTo>
                  <a:cubicBezTo>
                    <a:pt x="11160" y="46660"/>
                    <a:pt x="11187" y="47574"/>
                    <a:pt x="11243" y="48349"/>
                  </a:cubicBezTo>
                  <a:cubicBezTo>
                    <a:pt x="11298" y="49124"/>
                    <a:pt x="11464" y="49761"/>
                    <a:pt x="11741" y="50260"/>
                  </a:cubicBezTo>
                  <a:cubicBezTo>
                    <a:pt x="12018" y="50758"/>
                    <a:pt x="12461" y="51118"/>
                    <a:pt x="13043" y="51340"/>
                  </a:cubicBezTo>
                  <a:cubicBezTo>
                    <a:pt x="13624" y="51561"/>
                    <a:pt x="14455" y="51672"/>
                    <a:pt x="15507" y="51672"/>
                  </a:cubicBezTo>
                  <a:cubicBezTo>
                    <a:pt x="16172" y="51672"/>
                    <a:pt x="16864" y="51617"/>
                    <a:pt x="17556" y="51506"/>
                  </a:cubicBezTo>
                  <a:cubicBezTo>
                    <a:pt x="18249" y="51395"/>
                    <a:pt x="18941" y="51257"/>
                    <a:pt x="19606" y="51091"/>
                  </a:cubicBezTo>
                  <a:lnTo>
                    <a:pt x="19606" y="5516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5" name="Freeform 3484">
              <a:extLst>
                <a:ext uri="{FF2B5EF4-FFF2-40B4-BE49-F238E27FC236}">
                  <a16:creationId xmlns:a16="http://schemas.microsoft.com/office/drawing/2014/main" id="{EA825D44-B330-1EF5-1F9C-CFA061692AAE}"/>
                </a:ext>
              </a:extLst>
            </p:cNvPr>
            <p:cNvSpPr/>
            <p:nvPr/>
          </p:nvSpPr>
          <p:spPr>
            <a:xfrm>
              <a:off x="2317094" y="3239551"/>
              <a:ext cx="40927" cy="45358"/>
            </a:xfrm>
            <a:custGeom>
              <a:avLst/>
              <a:gdLst>
                <a:gd name="connsiteX0" fmla="*/ 22070 w 40927"/>
                <a:gd name="connsiteY0" fmla="*/ 19107 h 45358"/>
                <a:gd name="connsiteX1" fmla="*/ 25476 w 40927"/>
                <a:gd name="connsiteY1" fmla="*/ 18608 h 45358"/>
                <a:gd name="connsiteX2" fmla="*/ 28716 w 40927"/>
                <a:gd name="connsiteY2" fmla="*/ 17695 h 45358"/>
                <a:gd name="connsiteX3" fmla="*/ 30267 w 40927"/>
                <a:gd name="connsiteY3" fmla="*/ 15729 h 45358"/>
                <a:gd name="connsiteX4" fmla="*/ 30571 w 40927"/>
                <a:gd name="connsiteY4" fmla="*/ 13181 h 45358"/>
                <a:gd name="connsiteX5" fmla="*/ 28107 w 40927"/>
                <a:gd name="connsiteY5" fmla="*/ 6923 h 45358"/>
                <a:gd name="connsiteX6" fmla="*/ 19772 w 40927"/>
                <a:gd name="connsiteY6" fmla="*/ 4486 h 45358"/>
                <a:gd name="connsiteX7" fmla="*/ 14981 w 40927"/>
                <a:gd name="connsiteY7" fmla="*/ 4957 h 45358"/>
                <a:gd name="connsiteX8" fmla="*/ 11160 w 40927"/>
                <a:gd name="connsiteY8" fmla="*/ 6535 h 45358"/>
                <a:gd name="connsiteX9" fmla="*/ 8474 w 40927"/>
                <a:gd name="connsiteY9" fmla="*/ 9526 h 45358"/>
                <a:gd name="connsiteX10" fmla="*/ 7089 w 40927"/>
                <a:gd name="connsiteY10" fmla="*/ 14233 h 45358"/>
                <a:gd name="connsiteX11" fmla="*/ 1966 w 40927"/>
                <a:gd name="connsiteY11" fmla="*/ 14233 h 45358"/>
                <a:gd name="connsiteX12" fmla="*/ 3738 w 40927"/>
                <a:gd name="connsiteY12" fmla="*/ 7698 h 45358"/>
                <a:gd name="connsiteX13" fmla="*/ 7643 w 40927"/>
                <a:gd name="connsiteY13" fmla="*/ 3295 h 45358"/>
                <a:gd name="connsiteX14" fmla="*/ 13181 w 40927"/>
                <a:gd name="connsiteY14" fmla="*/ 803 h 45358"/>
                <a:gd name="connsiteX15" fmla="*/ 19855 w 40927"/>
                <a:gd name="connsiteY15" fmla="*/ 0 h 45358"/>
                <a:gd name="connsiteX16" fmla="*/ 26030 w 40927"/>
                <a:gd name="connsiteY16" fmla="*/ 692 h 45358"/>
                <a:gd name="connsiteX17" fmla="*/ 31070 w 40927"/>
                <a:gd name="connsiteY17" fmla="*/ 2935 h 45358"/>
                <a:gd name="connsiteX18" fmla="*/ 34420 w 40927"/>
                <a:gd name="connsiteY18" fmla="*/ 7061 h 45358"/>
                <a:gd name="connsiteX19" fmla="*/ 35639 w 40927"/>
                <a:gd name="connsiteY19" fmla="*/ 13375 h 45358"/>
                <a:gd name="connsiteX20" fmla="*/ 35639 w 40927"/>
                <a:gd name="connsiteY20" fmla="*/ 36802 h 45358"/>
                <a:gd name="connsiteX21" fmla="*/ 36691 w 40927"/>
                <a:gd name="connsiteY21" fmla="*/ 40485 h 45358"/>
                <a:gd name="connsiteX22" fmla="*/ 40928 w 40927"/>
                <a:gd name="connsiteY22" fmla="*/ 40097 h 45358"/>
                <a:gd name="connsiteX23" fmla="*/ 40928 w 40927"/>
                <a:gd name="connsiteY23" fmla="*/ 44002 h 45358"/>
                <a:gd name="connsiteX24" fmla="*/ 39211 w 40927"/>
                <a:gd name="connsiteY24" fmla="*/ 44500 h 45358"/>
                <a:gd name="connsiteX25" fmla="*/ 36996 w 40927"/>
                <a:gd name="connsiteY25" fmla="*/ 44832 h 45358"/>
                <a:gd name="connsiteX26" fmla="*/ 34725 w 40927"/>
                <a:gd name="connsiteY26" fmla="*/ 44583 h 45358"/>
                <a:gd name="connsiteX27" fmla="*/ 32703 w 40927"/>
                <a:gd name="connsiteY27" fmla="*/ 43808 h 45358"/>
                <a:gd name="connsiteX28" fmla="*/ 31485 w 40927"/>
                <a:gd name="connsiteY28" fmla="*/ 42312 h 45358"/>
                <a:gd name="connsiteX29" fmla="*/ 30848 w 40927"/>
                <a:gd name="connsiteY29" fmla="*/ 40402 h 45358"/>
                <a:gd name="connsiteX30" fmla="*/ 30682 w 40927"/>
                <a:gd name="connsiteY30" fmla="*/ 38214 h 45358"/>
                <a:gd name="connsiteX31" fmla="*/ 23372 w 40927"/>
                <a:gd name="connsiteY31" fmla="*/ 43531 h 45358"/>
                <a:gd name="connsiteX32" fmla="*/ 14483 w 40927"/>
                <a:gd name="connsiteY32" fmla="*/ 45358 h 45358"/>
                <a:gd name="connsiteX33" fmla="*/ 9000 w 40927"/>
                <a:gd name="connsiteY33" fmla="*/ 44611 h 45358"/>
                <a:gd name="connsiteX34" fmla="*/ 4348 w 40927"/>
                <a:gd name="connsiteY34" fmla="*/ 42285 h 45358"/>
                <a:gd name="connsiteX35" fmla="*/ 1163 w 40927"/>
                <a:gd name="connsiteY35" fmla="*/ 38436 h 45358"/>
                <a:gd name="connsiteX36" fmla="*/ 0 w 40927"/>
                <a:gd name="connsiteY36" fmla="*/ 33008 h 45358"/>
                <a:gd name="connsiteX37" fmla="*/ 15175 w 40927"/>
                <a:gd name="connsiteY37" fmla="*/ 20049 h 45358"/>
                <a:gd name="connsiteX38" fmla="*/ 22125 w 40927"/>
                <a:gd name="connsiteY38" fmla="*/ 19135 h 45358"/>
                <a:gd name="connsiteX39" fmla="*/ 30544 w 40927"/>
                <a:gd name="connsiteY39" fmla="*/ 21599 h 45358"/>
                <a:gd name="connsiteX40" fmla="*/ 24091 w 40927"/>
                <a:gd name="connsiteY40" fmla="*/ 23344 h 45358"/>
                <a:gd name="connsiteX41" fmla="*/ 17556 w 40927"/>
                <a:gd name="connsiteY41" fmla="*/ 24008 h 45358"/>
                <a:gd name="connsiteX42" fmla="*/ 8529 w 40927"/>
                <a:gd name="connsiteY42" fmla="*/ 26584 h 45358"/>
                <a:gd name="connsiteX43" fmla="*/ 5289 w 40927"/>
                <a:gd name="connsiteY43" fmla="*/ 33146 h 45358"/>
                <a:gd name="connsiteX44" fmla="*/ 6092 w 40927"/>
                <a:gd name="connsiteY44" fmla="*/ 36608 h 45358"/>
                <a:gd name="connsiteX45" fmla="*/ 8197 w 40927"/>
                <a:gd name="connsiteY45" fmla="*/ 39017 h 45358"/>
                <a:gd name="connsiteX46" fmla="*/ 11215 w 40927"/>
                <a:gd name="connsiteY46" fmla="*/ 40429 h 45358"/>
                <a:gd name="connsiteX47" fmla="*/ 14704 w 40927"/>
                <a:gd name="connsiteY47" fmla="*/ 40900 h 45358"/>
                <a:gd name="connsiteX48" fmla="*/ 20575 w 40927"/>
                <a:gd name="connsiteY48" fmla="*/ 40152 h 45358"/>
                <a:gd name="connsiteX49" fmla="*/ 25642 w 40927"/>
                <a:gd name="connsiteY49" fmla="*/ 37882 h 45358"/>
                <a:gd name="connsiteX50" fmla="*/ 29214 w 40927"/>
                <a:gd name="connsiteY50" fmla="*/ 33977 h 45358"/>
                <a:gd name="connsiteX51" fmla="*/ 30544 w 40927"/>
                <a:gd name="connsiteY51" fmla="*/ 28356 h 45358"/>
                <a:gd name="connsiteX52" fmla="*/ 30544 w 40927"/>
                <a:gd name="connsiteY52" fmla="*/ 21627 h 45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0927" h="45358">
                  <a:moveTo>
                    <a:pt x="22070" y="19107"/>
                  </a:moveTo>
                  <a:cubicBezTo>
                    <a:pt x="23011" y="18996"/>
                    <a:pt x="24147" y="18830"/>
                    <a:pt x="25476" y="18608"/>
                  </a:cubicBezTo>
                  <a:cubicBezTo>
                    <a:pt x="26777" y="18387"/>
                    <a:pt x="27857" y="18082"/>
                    <a:pt x="28716" y="17695"/>
                  </a:cubicBezTo>
                  <a:cubicBezTo>
                    <a:pt x="29547" y="17307"/>
                    <a:pt x="30073" y="16643"/>
                    <a:pt x="30267" y="15729"/>
                  </a:cubicBezTo>
                  <a:cubicBezTo>
                    <a:pt x="30460" y="14815"/>
                    <a:pt x="30571" y="13984"/>
                    <a:pt x="30571" y="13181"/>
                  </a:cubicBezTo>
                  <a:cubicBezTo>
                    <a:pt x="30571" y="10633"/>
                    <a:pt x="29740" y="8557"/>
                    <a:pt x="28107" y="6923"/>
                  </a:cubicBezTo>
                  <a:cubicBezTo>
                    <a:pt x="26445" y="5289"/>
                    <a:pt x="23676" y="4486"/>
                    <a:pt x="19772" y="4486"/>
                  </a:cubicBezTo>
                  <a:cubicBezTo>
                    <a:pt x="18027" y="4486"/>
                    <a:pt x="16449" y="4624"/>
                    <a:pt x="14981" y="4957"/>
                  </a:cubicBezTo>
                  <a:cubicBezTo>
                    <a:pt x="13513" y="5261"/>
                    <a:pt x="12267" y="5787"/>
                    <a:pt x="11160" y="6535"/>
                  </a:cubicBezTo>
                  <a:cubicBezTo>
                    <a:pt x="10080" y="7283"/>
                    <a:pt x="9166" y="8280"/>
                    <a:pt x="8474" y="9526"/>
                  </a:cubicBezTo>
                  <a:cubicBezTo>
                    <a:pt x="7781" y="10772"/>
                    <a:pt x="7310" y="12350"/>
                    <a:pt x="7089" y="14233"/>
                  </a:cubicBezTo>
                  <a:lnTo>
                    <a:pt x="1966" y="14233"/>
                  </a:lnTo>
                  <a:cubicBezTo>
                    <a:pt x="2132" y="11686"/>
                    <a:pt x="2714" y="9498"/>
                    <a:pt x="3738" y="7698"/>
                  </a:cubicBezTo>
                  <a:cubicBezTo>
                    <a:pt x="4735" y="5898"/>
                    <a:pt x="6037" y="4431"/>
                    <a:pt x="7643" y="3295"/>
                  </a:cubicBezTo>
                  <a:cubicBezTo>
                    <a:pt x="9249" y="2160"/>
                    <a:pt x="11077" y="1329"/>
                    <a:pt x="13181" y="803"/>
                  </a:cubicBezTo>
                  <a:cubicBezTo>
                    <a:pt x="15286" y="277"/>
                    <a:pt x="17501" y="0"/>
                    <a:pt x="19855" y="0"/>
                  </a:cubicBezTo>
                  <a:cubicBezTo>
                    <a:pt x="22042" y="0"/>
                    <a:pt x="24091" y="221"/>
                    <a:pt x="26030" y="692"/>
                  </a:cubicBezTo>
                  <a:cubicBezTo>
                    <a:pt x="27968" y="1163"/>
                    <a:pt x="29630" y="1911"/>
                    <a:pt x="31070" y="2935"/>
                  </a:cubicBezTo>
                  <a:cubicBezTo>
                    <a:pt x="32510" y="3960"/>
                    <a:pt x="33617" y="5344"/>
                    <a:pt x="34420" y="7061"/>
                  </a:cubicBezTo>
                  <a:cubicBezTo>
                    <a:pt x="35223" y="8778"/>
                    <a:pt x="35639" y="10883"/>
                    <a:pt x="35639" y="13375"/>
                  </a:cubicBezTo>
                  <a:lnTo>
                    <a:pt x="35639" y="36802"/>
                  </a:lnTo>
                  <a:cubicBezTo>
                    <a:pt x="35639" y="38740"/>
                    <a:pt x="35999" y="39959"/>
                    <a:pt x="36691" y="40485"/>
                  </a:cubicBezTo>
                  <a:cubicBezTo>
                    <a:pt x="37383" y="41011"/>
                    <a:pt x="38796" y="40900"/>
                    <a:pt x="40928" y="40097"/>
                  </a:cubicBezTo>
                  <a:lnTo>
                    <a:pt x="40928" y="44002"/>
                  </a:lnTo>
                  <a:cubicBezTo>
                    <a:pt x="40540" y="44112"/>
                    <a:pt x="39959" y="44278"/>
                    <a:pt x="39211" y="44500"/>
                  </a:cubicBezTo>
                  <a:cubicBezTo>
                    <a:pt x="38463" y="44721"/>
                    <a:pt x="37716" y="44832"/>
                    <a:pt x="36996" y="44832"/>
                  </a:cubicBezTo>
                  <a:cubicBezTo>
                    <a:pt x="36220" y="44832"/>
                    <a:pt x="35445" y="44749"/>
                    <a:pt x="34725" y="44583"/>
                  </a:cubicBezTo>
                  <a:cubicBezTo>
                    <a:pt x="33894" y="44472"/>
                    <a:pt x="33230" y="44223"/>
                    <a:pt x="32703" y="43808"/>
                  </a:cubicBezTo>
                  <a:cubicBezTo>
                    <a:pt x="32205" y="43392"/>
                    <a:pt x="31790" y="42894"/>
                    <a:pt x="31485" y="42312"/>
                  </a:cubicBezTo>
                  <a:cubicBezTo>
                    <a:pt x="31180" y="41731"/>
                    <a:pt x="30959" y="41094"/>
                    <a:pt x="30848" y="40402"/>
                  </a:cubicBezTo>
                  <a:cubicBezTo>
                    <a:pt x="30737" y="39709"/>
                    <a:pt x="30682" y="38989"/>
                    <a:pt x="30682" y="38214"/>
                  </a:cubicBezTo>
                  <a:cubicBezTo>
                    <a:pt x="28550" y="40540"/>
                    <a:pt x="26113" y="42312"/>
                    <a:pt x="23372" y="43531"/>
                  </a:cubicBezTo>
                  <a:cubicBezTo>
                    <a:pt x="20630" y="44749"/>
                    <a:pt x="17667" y="45358"/>
                    <a:pt x="14483" y="45358"/>
                  </a:cubicBezTo>
                  <a:cubicBezTo>
                    <a:pt x="12572" y="45358"/>
                    <a:pt x="10744" y="45109"/>
                    <a:pt x="9000" y="44611"/>
                  </a:cubicBezTo>
                  <a:cubicBezTo>
                    <a:pt x="7227" y="44112"/>
                    <a:pt x="5677" y="43337"/>
                    <a:pt x="4348" y="42285"/>
                  </a:cubicBezTo>
                  <a:cubicBezTo>
                    <a:pt x="3018" y="41232"/>
                    <a:pt x="1938" y="39959"/>
                    <a:pt x="1163" y="38436"/>
                  </a:cubicBezTo>
                  <a:cubicBezTo>
                    <a:pt x="388" y="36912"/>
                    <a:pt x="0" y="35085"/>
                    <a:pt x="0" y="33008"/>
                  </a:cubicBezTo>
                  <a:cubicBezTo>
                    <a:pt x="0" y="25697"/>
                    <a:pt x="5067" y="21378"/>
                    <a:pt x="15175" y="20049"/>
                  </a:cubicBezTo>
                  <a:lnTo>
                    <a:pt x="22125" y="19135"/>
                  </a:lnTo>
                  <a:close/>
                  <a:moveTo>
                    <a:pt x="30544" y="21599"/>
                  </a:moveTo>
                  <a:cubicBezTo>
                    <a:pt x="28411" y="22485"/>
                    <a:pt x="26279" y="23067"/>
                    <a:pt x="24091" y="23344"/>
                  </a:cubicBezTo>
                  <a:cubicBezTo>
                    <a:pt x="21904" y="23621"/>
                    <a:pt x="19716" y="23842"/>
                    <a:pt x="17556" y="24008"/>
                  </a:cubicBezTo>
                  <a:cubicBezTo>
                    <a:pt x="13707" y="24285"/>
                    <a:pt x="10689" y="25144"/>
                    <a:pt x="8529" y="26584"/>
                  </a:cubicBezTo>
                  <a:cubicBezTo>
                    <a:pt x="6369" y="28024"/>
                    <a:pt x="5289" y="30211"/>
                    <a:pt x="5289" y="33146"/>
                  </a:cubicBezTo>
                  <a:cubicBezTo>
                    <a:pt x="5289" y="34476"/>
                    <a:pt x="5566" y="35639"/>
                    <a:pt x="6092" y="36608"/>
                  </a:cubicBezTo>
                  <a:cubicBezTo>
                    <a:pt x="6618" y="37577"/>
                    <a:pt x="7310" y="38380"/>
                    <a:pt x="8197" y="39017"/>
                  </a:cubicBezTo>
                  <a:cubicBezTo>
                    <a:pt x="9083" y="39654"/>
                    <a:pt x="10080" y="40125"/>
                    <a:pt x="11215" y="40429"/>
                  </a:cubicBezTo>
                  <a:cubicBezTo>
                    <a:pt x="12350" y="40734"/>
                    <a:pt x="13513" y="40900"/>
                    <a:pt x="14704" y="40900"/>
                  </a:cubicBezTo>
                  <a:cubicBezTo>
                    <a:pt x="16726" y="40900"/>
                    <a:pt x="18664" y="40651"/>
                    <a:pt x="20575" y="40152"/>
                  </a:cubicBezTo>
                  <a:cubicBezTo>
                    <a:pt x="22485" y="39654"/>
                    <a:pt x="24175" y="38906"/>
                    <a:pt x="25642" y="37882"/>
                  </a:cubicBezTo>
                  <a:cubicBezTo>
                    <a:pt x="27110" y="36857"/>
                    <a:pt x="28301" y="35556"/>
                    <a:pt x="29214" y="33977"/>
                  </a:cubicBezTo>
                  <a:cubicBezTo>
                    <a:pt x="30100" y="32399"/>
                    <a:pt x="30544" y="30516"/>
                    <a:pt x="30544" y="28356"/>
                  </a:cubicBezTo>
                  <a:lnTo>
                    <a:pt x="30544" y="2162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6" name="Freeform 3485">
              <a:extLst>
                <a:ext uri="{FF2B5EF4-FFF2-40B4-BE49-F238E27FC236}">
                  <a16:creationId xmlns:a16="http://schemas.microsoft.com/office/drawing/2014/main" id="{0CE229E9-2745-181D-F891-3DB378BAEF20}"/>
                </a:ext>
              </a:extLst>
            </p:cNvPr>
            <p:cNvSpPr/>
            <p:nvPr/>
          </p:nvSpPr>
          <p:spPr>
            <a:xfrm>
              <a:off x="2363670" y="3239551"/>
              <a:ext cx="34171" cy="45302"/>
            </a:xfrm>
            <a:custGeom>
              <a:avLst/>
              <a:gdLst>
                <a:gd name="connsiteX0" fmla="*/ 5095 w 34171"/>
                <a:gd name="connsiteY0" fmla="*/ 30737 h 45302"/>
                <a:gd name="connsiteX1" fmla="*/ 9332 w 34171"/>
                <a:gd name="connsiteY1" fmla="*/ 38574 h 45302"/>
                <a:gd name="connsiteX2" fmla="*/ 18110 w 34171"/>
                <a:gd name="connsiteY2" fmla="*/ 40872 h 45302"/>
                <a:gd name="connsiteX3" fmla="*/ 22901 w 34171"/>
                <a:gd name="connsiteY3" fmla="*/ 40208 h 45302"/>
                <a:gd name="connsiteX4" fmla="*/ 26224 w 34171"/>
                <a:gd name="connsiteY4" fmla="*/ 38436 h 45302"/>
                <a:gd name="connsiteX5" fmla="*/ 28190 w 34171"/>
                <a:gd name="connsiteY5" fmla="*/ 35888 h 45302"/>
                <a:gd name="connsiteX6" fmla="*/ 28854 w 34171"/>
                <a:gd name="connsiteY6" fmla="*/ 32897 h 45302"/>
                <a:gd name="connsiteX7" fmla="*/ 26805 w 34171"/>
                <a:gd name="connsiteY7" fmla="*/ 28190 h 45302"/>
                <a:gd name="connsiteX8" fmla="*/ 21655 w 34171"/>
                <a:gd name="connsiteY8" fmla="*/ 25781 h 45302"/>
                <a:gd name="connsiteX9" fmla="*/ 14953 w 34171"/>
                <a:gd name="connsiteY9" fmla="*/ 24285 h 45302"/>
                <a:gd name="connsiteX10" fmla="*/ 8252 w 34171"/>
                <a:gd name="connsiteY10" fmla="*/ 22430 h 45302"/>
                <a:gd name="connsiteX11" fmla="*/ 3101 w 34171"/>
                <a:gd name="connsiteY11" fmla="*/ 18858 h 45302"/>
                <a:gd name="connsiteX12" fmla="*/ 1052 w 34171"/>
                <a:gd name="connsiteY12" fmla="*/ 12295 h 45302"/>
                <a:gd name="connsiteX13" fmla="*/ 5040 w 34171"/>
                <a:gd name="connsiteY13" fmla="*/ 3461 h 45302"/>
                <a:gd name="connsiteX14" fmla="*/ 16310 w 34171"/>
                <a:gd name="connsiteY14" fmla="*/ 0 h 45302"/>
                <a:gd name="connsiteX15" fmla="*/ 27747 w 34171"/>
                <a:gd name="connsiteY15" fmla="*/ 3101 h 45302"/>
                <a:gd name="connsiteX16" fmla="*/ 33063 w 34171"/>
                <a:gd name="connsiteY16" fmla="*/ 13513 h 45302"/>
                <a:gd name="connsiteX17" fmla="*/ 27941 w 34171"/>
                <a:gd name="connsiteY17" fmla="*/ 13513 h 45302"/>
                <a:gd name="connsiteX18" fmla="*/ 24119 w 34171"/>
                <a:gd name="connsiteY18" fmla="*/ 6480 h 45302"/>
                <a:gd name="connsiteX19" fmla="*/ 16199 w 34171"/>
                <a:gd name="connsiteY19" fmla="*/ 4458 h 45302"/>
                <a:gd name="connsiteX20" fmla="*/ 8889 w 34171"/>
                <a:gd name="connsiteY20" fmla="*/ 6480 h 45302"/>
                <a:gd name="connsiteX21" fmla="*/ 6369 w 34171"/>
                <a:gd name="connsiteY21" fmla="*/ 11852 h 45302"/>
                <a:gd name="connsiteX22" fmla="*/ 8418 w 34171"/>
                <a:gd name="connsiteY22" fmla="*/ 16283 h 45302"/>
                <a:gd name="connsiteX23" fmla="*/ 13569 w 34171"/>
                <a:gd name="connsiteY23" fmla="*/ 18775 h 45302"/>
                <a:gd name="connsiteX24" fmla="*/ 20270 w 34171"/>
                <a:gd name="connsiteY24" fmla="*/ 20491 h 45302"/>
                <a:gd name="connsiteX25" fmla="*/ 26971 w 34171"/>
                <a:gd name="connsiteY25" fmla="*/ 22596 h 45302"/>
                <a:gd name="connsiteX26" fmla="*/ 32122 w 34171"/>
                <a:gd name="connsiteY26" fmla="*/ 26279 h 45302"/>
                <a:gd name="connsiteX27" fmla="*/ 34171 w 34171"/>
                <a:gd name="connsiteY27" fmla="*/ 32759 h 45302"/>
                <a:gd name="connsiteX28" fmla="*/ 32842 w 34171"/>
                <a:gd name="connsiteY28" fmla="*/ 38186 h 45302"/>
                <a:gd name="connsiteX29" fmla="*/ 29159 w 34171"/>
                <a:gd name="connsiteY29" fmla="*/ 42118 h 45302"/>
                <a:gd name="connsiteX30" fmla="*/ 23593 w 34171"/>
                <a:gd name="connsiteY30" fmla="*/ 44500 h 45302"/>
                <a:gd name="connsiteX31" fmla="*/ 16504 w 34171"/>
                <a:gd name="connsiteY31" fmla="*/ 45303 h 45302"/>
                <a:gd name="connsiteX32" fmla="*/ 9664 w 34171"/>
                <a:gd name="connsiteY32" fmla="*/ 44168 h 45302"/>
                <a:gd name="connsiteX33" fmla="*/ 4597 w 34171"/>
                <a:gd name="connsiteY33" fmla="*/ 41066 h 45302"/>
                <a:gd name="connsiteX34" fmla="*/ 1329 w 34171"/>
                <a:gd name="connsiteY34" fmla="*/ 36414 h 45302"/>
                <a:gd name="connsiteX35" fmla="*/ 0 w 34171"/>
                <a:gd name="connsiteY35" fmla="*/ 30682 h 45302"/>
                <a:gd name="connsiteX36" fmla="*/ 5123 w 34171"/>
                <a:gd name="connsiteY36" fmla="*/ 3068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171" h="45302">
                  <a:moveTo>
                    <a:pt x="5095" y="30737"/>
                  </a:moveTo>
                  <a:cubicBezTo>
                    <a:pt x="5871" y="34448"/>
                    <a:pt x="7283" y="37079"/>
                    <a:pt x="9332" y="38574"/>
                  </a:cubicBezTo>
                  <a:cubicBezTo>
                    <a:pt x="11381" y="40097"/>
                    <a:pt x="14289" y="40872"/>
                    <a:pt x="18110" y="40872"/>
                  </a:cubicBezTo>
                  <a:cubicBezTo>
                    <a:pt x="19965" y="40872"/>
                    <a:pt x="21544" y="40651"/>
                    <a:pt x="22901" y="40208"/>
                  </a:cubicBezTo>
                  <a:cubicBezTo>
                    <a:pt x="24230" y="39765"/>
                    <a:pt x="25338" y="39156"/>
                    <a:pt x="26224" y="38436"/>
                  </a:cubicBezTo>
                  <a:cubicBezTo>
                    <a:pt x="27082" y="37688"/>
                    <a:pt x="27747" y="36829"/>
                    <a:pt x="28190" y="35888"/>
                  </a:cubicBezTo>
                  <a:cubicBezTo>
                    <a:pt x="28633" y="34946"/>
                    <a:pt x="28854" y="33950"/>
                    <a:pt x="28854" y="32897"/>
                  </a:cubicBezTo>
                  <a:cubicBezTo>
                    <a:pt x="28854" y="30793"/>
                    <a:pt x="28162" y="29214"/>
                    <a:pt x="26805" y="28190"/>
                  </a:cubicBezTo>
                  <a:cubicBezTo>
                    <a:pt x="25421" y="27165"/>
                    <a:pt x="23704" y="26362"/>
                    <a:pt x="21655" y="25781"/>
                  </a:cubicBezTo>
                  <a:cubicBezTo>
                    <a:pt x="19578" y="25199"/>
                    <a:pt x="17335" y="24701"/>
                    <a:pt x="14953" y="24285"/>
                  </a:cubicBezTo>
                  <a:cubicBezTo>
                    <a:pt x="12544" y="23870"/>
                    <a:pt x="10301" y="23233"/>
                    <a:pt x="8252" y="22430"/>
                  </a:cubicBezTo>
                  <a:cubicBezTo>
                    <a:pt x="6203" y="21627"/>
                    <a:pt x="4458" y="20409"/>
                    <a:pt x="3101" y="18858"/>
                  </a:cubicBezTo>
                  <a:cubicBezTo>
                    <a:pt x="1744" y="17307"/>
                    <a:pt x="1052" y="15119"/>
                    <a:pt x="1052" y="12295"/>
                  </a:cubicBezTo>
                  <a:cubicBezTo>
                    <a:pt x="1052" y="8695"/>
                    <a:pt x="2381" y="5760"/>
                    <a:pt x="5040" y="3461"/>
                  </a:cubicBezTo>
                  <a:cubicBezTo>
                    <a:pt x="7698" y="1163"/>
                    <a:pt x="11464" y="0"/>
                    <a:pt x="16310" y="0"/>
                  </a:cubicBezTo>
                  <a:cubicBezTo>
                    <a:pt x="21156" y="0"/>
                    <a:pt x="24811" y="1052"/>
                    <a:pt x="27747" y="3101"/>
                  </a:cubicBezTo>
                  <a:cubicBezTo>
                    <a:pt x="30682" y="5151"/>
                    <a:pt x="32454" y="8640"/>
                    <a:pt x="33063" y="13513"/>
                  </a:cubicBezTo>
                  <a:lnTo>
                    <a:pt x="27941" y="13513"/>
                  </a:lnTo>
                  <a:cubicBezTo>
                    <a:pt x="27497" y="10190"/>
                    <a:pt x="26224" y="7864"/>
                    <a:pt x="24119" y="6480"/>
                  </a:cubicBezTo>
                  <a:cubicBezTo>
                    <a:pt x="22015" y="5123"/>
                    <a:pt x="19384" y="4458"/>
                    <a:pt x="16199" y="4458"/>
                  </a:cubicBezTo>
                  <a:cubicBezTo>
                    <a:pt x="13015" y="4458"/>
                    <a:pt x="10578" y="5151"/>
                    <a:pt x="8889" y="6480"/>
                  </a:cubicBezTo>
                  <a:cubicBezTo>
                    <a:pt x="7200" y="7837"/>
                    <a:pt x="6369" y="9637"/>
                    <a:pt x="6369" y="11852"/>
                  </a:cubicBezTo>
                  <a:cubicBezTo>
                    <a:pt x="6369" y="13790"/>
                    <a:pt x="7061" y="15258"/>
                    <a:pt x="8418" y="16283"/>
                  </a:cubicBezTo>
                  <a:cubicBezTo>
                    <a:pt x="9775" y="17307"/>
                    <a:pt x="11520" y="18138"/>
                    <a:pt x="13569" y="18775"/>
                  </a:cubicBezTo>
                  <a:cubicBezTo>
                    <a:pt x="15646" y="19412"/>
                    <a:pt x="17861" y="19965"/>
                    <a:pt x="20270" y="20491"/>
                  </a:cubicBezTo>
                  <a:cubicBezTo>
                    <a:pt x="22679" y="20990"/>
                    <a:pt x="24922" y="21682"/>
                    <a:pt x="26971" y="22596"/>
                  </a:cubicBezTo>
                  <a:cubicBezTo>
                    <a:pt x="29048" y="23510"/>
                    <a:pt x="30765" y="24756"/>
                    <a:pt x="32122" y="26279"/>
                  </a:cubicBezTo>
                  <a:cubicBezTo>
                    <a:pt x="33479" y="27830"/>
                    <a:pt x="34171" y="29990"/>
                    <a:pt x="34171" y="32759"/>
                  </a:cubicBezTo>
                  <a:cubicBezTo>
                    <a:pt x="34171" y="34808"/>
                    <a:pt x="33728" y="36636"/>
                    <a:pt x="32842" y="38186"/>
                  </a:cubicBezTo>
                  <a:cubicBezTo>
                    <a:pt x="31956" y="39765"/>
                    <a:pt x="30710" y="41094"/>
                    <a:pt x="29159" y="42118"/>
                  </a:cubicBezTo>
                  <a:cubicBezTo>
                    <a:pt x="27581" y="43171"/>
                    <a:pt x="25725" y="43974"/>
                    <a:pt x="23593" y="44500"/>
                  </a:cubicBezTo>
                  <a:cubicBezTo>
                    <a:pt x="21433" y="45026"/>
                    <a:pt x="19079" y="45303"/>
                    <a:pt x="16504" y="45303"/>
                  </a:cubicBezTo>
                  <a:cubicBezTo>
                    <a:pt x="13929" y="45303"/>
                    <a:pt x="11658" y="44943"/>
                    <a:pt x="9664" y="44168"/>
                  </a:cubicBezTo>
                  <a:cubicBezTo>
                    <a:pt x="7670" y="43420"/>
                    <a:pt x="5981" y="42395"/>
                    <a:pt x="4597" y="41066"/>
                  </a:cubicBezTo>
                  <a:cubicBezTo>
                    <a:pt x="3212" y="39737"/>
                    <a:pt x="2104" y="38186"/>
                    <a:pt x="1329" y="36414"/>
                  </a:cubicBezTo>
                  <a:cubicBezTo>
                    <a:pt x="554" y="34642"/>
                    <a:pt x="111" y="32731"/>
                    <a:pt x="0" y="30682"/>
                  </a:cubicBezTo>
                  <a:lnTo>
                    <a:pt x="5123" y="3068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87" name="Freeform 3486">
              <a:extLst>
                <a:ext uri="{FF2B5EF4-FFF2-40B4-BE49-F238E27FC236}">
                  <a16:creationId xmlns:a16="http://schemas.microsoft.com/office/drawing/2014/main" id="{774D1598-9C05-518A-780F-3B147E8223B8}"/>
                </a:ext>
              </a:extLst>
            </p:cNvPr>
            <p:cNvSpPr/>
            <p:nvPr/>
          </p:nvSpPr>
          <p:spPr>
            <a:xfrm>
              <a:off x="2407367" y="3223933"/>
              <a:ext cx="35167" cy="59813"/>
            </a:xfrm>
            <a:custGeom>
              <a:avLst/>
              <a:gdLst>
                <a:gd name="connsiteX0" fmla="*/ 55 w 35167"/>
                <a:gd name="connsiteY0" fmla="*/ 59813 h 59813"/>
                <a:gd name="connsiteX1" fmla="*/ 55 w 35167"/>
                <a:gd name="connsiteY1" fmla="*/ 0 h 59813"/>
                <a:gd name="connsiteX2" fmla="*/ 5095 w 35167"/>
                <a:gd name="connsiteY2" fmla="*/ 0 h 59813"/>
                <a:gd name="connsiteX3" fmla="*/ 5095 w 35167"/>
                <a:gd name="connsiteY3" fmla="*/ 37217 h 59813"/>
                <a:gd name="connsiteX4" fmla="*/ 26390 w 35167"/>
                <a:gd name="connsiteY4" fmla="*/ 16781 h 59813"/>
                <a:gd name="connsiteX5" fmla="*/ 33257 w 35167"/>
                <a:gd name="connsiteY5" fmla="*/ 16781 h 59813"/>
                <a:gd name="connsiteX6" fmla="*/ 16975 w 35167"/>
                <a:gd name="connsiteY6" fmla="*/ 32316 h 59813"/>
                <a:gd name="connsiteX7" fmla="*/ 35168 w 35167"/>
                <a:gd name="connsiteY7" fmla="*/ 59813 h 59813"/>
                <a:gd name="connsiteX8" fmla="*/ 29547 w 35167"/>
                <a:gd name="connsiteY8" fmla="*/ 59813 h 59813"/>
                <a:gd name="connsiteX9" fmla="*/ 13264 w 35167"/>
                <a:gd name="connsiteY9" fmla="*/ 35805 h 59813"/>
                <a:gd name="connsiteX10" fmla="*/ 5040 w 35167"/>
                <a:gd name="connsiteY10" fmla="*/ 43531 h 59813"/>
                <a:gd name="connsiteX11" fmla="*/ 5040 w 35167"/>
                <a:gd name="connsiteY11" fmla="*/ 59813 h 59813"/>
                <a:gd name="connsiteX12" fmla="*/ 0 w 35167"/>
                <a:gd name="connsiteY12" fmla="*/ 59813 h 59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67" h="59813">
                  <a:moveTo>
                    <a:pt x="55" y="59813"/>
                  </a:moveTo>
                  <a:lnTo>
                    <a:pt x="55" y="0"/>
                  </a:lnTo>
                  <a:lnTo>
                    <a:pt x="5095" y="0"/>
                  </a:lnTo>
                  <a:lnTo>
                    <a:pt x="5095" y="37217"/>
                  </a:lnTo>
                  <a:lnTo>
                    <a:pt x="26390" y="16781"/>
                  </a:lnTo>
                  <a:lnTo>
                    <a:pt x="33257" y="16781"/>
                  </a:lnTo>
                  <a:lnTo>
                    <a:pt x="16975" y="32316"/>
                  </a:lnTo>
                  <a:lnTo>
                    <a:pt x="35168" y="59813"/>
                  </a:lnTo>
                  <a:lnTo>
                    <a:pt x="29547" y="59813"/>
                  </a:lnTo>
                  <a:lnTo>
                    <a:pt x="13264" y="35805"/>
                  </a:lnTo>
                  <a:lnTo>
                    <a:pt x="5040" y="43531"/>
                  </a:lnTo>
                  <a:lnTo>
                    <a:pt x="5040" y="59813"/>
                  </a:lnTo>
                  <a:lnTo>
                    <a:pt x="0" y="59813"/>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3974" name="Graphic 14">
            <a:extLst>
              <a:ext uri="{FF2B5EF4-FFF2-40B4-BE49-F238E27FC236}">
                <a16:creationId xmlns:a16="http://schemas.microsoft.com/office/drawing/2014/main" id="{D1CAB080-1B00-5396-49EF-691DAC5D9F00}"/>
              </a:ext>
            </a:extLst>
          </p:cNvPr>
          <p:cNvGrpSpPr/>
          <p:nvPr/>
        </p:nvGrpSpPr>
        <p:grpSpPr>
          <a:xfrm>
            <a:off x="2300356" y="5788463"/>
            <a:ext cx="9238662" cy="152948"/>
            <a:chOff x="1557991" y="2723689"/>
            <a:chExt cx="2719760" cy="45026"/>
          </a:xfrm>
          <a:solidFill>
            <a:srgbClr val="010101"/>
          </a:solidFill>
        </p:grpSpPr>
        <p:sp>
          <p:nvSpPr>
            <p:cNvPr id="3975" name="Freeform 3974">
              <a:extLst>
                <a:ext uri="{FF2B5EF4-FFF2-40B4-BE49-F238E27FC236}">
                  <a16:creationId xmlns:a16="http://schemas.microsoft.com/office/drawing/2014/main" id="{2507D056-B5EA-7220-18CE-9A9E342EDC87}"/>
                </a:ext>
              </a:extLst>
            </p:cNvPr>
            <p:cNvSpPr/>
            <p:nvPr/>
          </p:nvSpPr>
          <p:spPr>
            <a:xfrm>
              <a:off x="1557991" y="2744374"/>
              <a:ext cx="2680660" cy="1827"/>
            </a:xfrm>
            <a:custGeom>
              <a:avLst/>
              <a:gdLst>
                <a:gd name="connsiteX0" fmla="*/ 0 w 2680660"/>
                <a:gd name="connsiteY0" fmla="*/ 0 h 1827"/>
                <a:gd name="connsiteX1" fmla="*/ 2680661 w 2680660"/>
                <a:gd name="connsiteY1" fmla="*/ 1828 h 1827"/>
              </a:gdLst>
              <a:ahLst/>
              <a:cxnLst>
                <a:cxn ang="0">
                  <a:pos x="connsiteX0" y="connsiteY0"/>
                </a:cxn>
                <a:cxn ang="0">
                  <a:pos x="connsiteX1" y="connsiteY1"/>
                </a:cxn>
              </a:cxnLst>
              <a:rect l="l" t="t" r="r" b="b"/>
              <a:pathLst>
                <a:path w="2680660" h="1827">
                  <a:moveTo>
                    <a:pt x="0" y="0"/>
                  </a:moveTo>
                  <a:lnTo>
                    <a:pt x="2680661" y="1828"/>
                  </a:lnTo>
                </a:path>
              </a:pathLst>
            </a:custGeom>
            <a:ln w="5534" cap="flat">
              <a:solidFill>
                <a:srgbClr val="010101"/>
              </a:solidFill>
              <a:prstDash val="solid"/>
              <a:miter/>
            </a:ln>
          </p:spPr>
          <p:txBody>
            <a:bodyPr rtlCol="0" anchor="ctr"/>
            <a:lstStyle/>
            <a:p>
              <a:endParaRPr lang="en-US" sz="2000">
                <a:latin typeface="Helvetica Light" panose="020B0403020202020204" pitchFamily="34" charset="0"/>
              </a:endParaRPr>
            </a:p>
          </p:txBody>
        </p:sp>
        <p:sp>
          <p:nvSpPr>
            <p:cNvPr id="3976" name="Freeform 3975">
              <a:extLst>
                <a:ext uri="{FF2B5EF4-FFF2-40B4-BE49-F238E27FC236}">
                  <a16:creationId xmlns:a16="http://schemas.microsoft.com/office/drawing/2014/main" id="{891F3677-0492-3654-E250-EF00FA0D7024}"/>
                </a:ext>
              </a:extLst>
            </p:cNvPr>
            <p:cNvSpPr/>
            <p:nvPr/>
          </p:nvSpPr>
          <p:spPr>
            <a:xfrm>
              <a:off x="4222618" y="2723689"/>
              <a:ext cx="55133" cy="45026"/>
            </a:xfrm>
            <a:custGeom>
              <a:avLst/>
              <a:gdLst>
                <a:gd name="connsiteX0" fmla="*/ 55134 w 55133"/>
                <a:gd name="connsiteY0" fmla="*/ 22541 h 45026"/>
                <a:gd name="connsiteX1" fmla="*/ 0 w 55133"/>
                <a:gd name="connsiteY1" fmla="*/ 45026 h 45026"/>
                <a:gd name="connsiteX2" fmla="*/ 13098 w 55133"/>
                <a:gd name="connsiteY2" fmla="*/ 22513 h 45026"/>
                <a:gd name="connsiteX3" fmla="*/ 28 w 55133"/>
                <a:gd name="connsiteY3" fmla="*/ 0 h 45026"/>
                <a:gd name="connsiteX4" fmla="*/ 55134 w 55133"/>
                <a:gd name="connsiteY4" fmla="*/ 22541 h 45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33" h="45026">
                  <a:moveTo>
                    <a:pt x="55134" y="22541"/>
                  </a:moveTo>
                  <a:lnTo>
                    <a:pt x="0" y="45026"/>
                  </a:lnTo>
                  <a:lnTo>
                    <a:pt x="13098" y="22513"/>
                  </a:lnTo>
                  <a:lnTo>
                    <a:pt x="28" y="0"/>
                  </a:lnTo>
                  <a:lnTo>
                    <a:pt x="55134" y="2254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19" name="Group 18">
            <a:extLst>
              <a:ext uri="{FF2B5EF4-FFF2-40B4-BE49-F238E27FC236}">
                <a16:creationId xmlns:a16="http://schemas.microsoft.com/office/drawing/2014/main" id="{D22C893F-0435-E46A-5CDD-C0A07CB9D5E7}"/>
              </a:ext>
            </a:extLst>
          </p:cNvPr>
          <p:cNvGrpSpPr/>
          <p:nvPr/>
        </p:nvGrpSpPr>
        <p:grpSpPr>
          <a:xfrm>
            <a:off x="3754791" y="1567298"/>
            <a:ext cx="6351245" cy="4915866"/>
            <a:chOff x="1792014" y="1557250"/>
            <a:chExt cx="6351245" cy="4915866"/>
          </a:xfrm>
        </p:grpSpPr>
        <p:grpSp>
          <p:nvGrpSpPr>
            <p:cNvPr id="18" name="Group 17">
              <a:extLst>
                <a:ext uri="{FF2B5EF4-FFF2-40B4-BE49-F238E27FC236}">
                  <a16:creationId xmlns:a16="http://schemas.microsoft.com/office/drawing/2014/main" id="{F6BDABFA-F4F8-FE58-C4DD-FAB6351505C0}"/>
                </a:ext>
              </a:extLst>
            </p:cNvPr>
            <p:cNvGrpSpPr/>
            <p:nvPr/>
          </p:nvGrpSpPr>
          <p:grpSpPr>
            <a:xfrm>
              <a:off x="3630880" y="4559723"/>
              <a:ext cx="4512379" cy="1913393"/>
              <a:chOff x="3630880" y="4559723"/>
              <a:chExt cx="4512379" cy="1913393"/>
            </a:xfrm>
          </p:grpSpPr>
          <p:grpSp>
            <p:nvGrpSpPr>
              <p:cNvPr id="3742" name="Graphic 14">
                <a:extLst>
                  <a:ext uri="{FF2B5EF4-FFF2-40B4-BE49-F238E27FC236}">
                    <a16:creationId xmlns:a16="http://schemas.microsoft.com/office/drawing/2014/main" id="{3BBE5290-FDDD-33B2-3F24-1F38E5CFFE33}"/>
                  </a:ext>
                </a:extLst>
              </p:cNvPr>
              <p:cNvGrpSpPr/>
              <p:nvPr/>
            </p:nvGrpSpPr>
            <p:grpSpPr>
              <a:xfrm>
                <a:off x="7489421" y="5955412"/>
                <a:ext cx="635588" cy="165927"/>
                <a:chOff x="3663114" y="4076272"/>
                <a:chExt cx="187110" cy="48847"/>
              </a:xfrm>
              <a:solidFill>
                <a:srgbClr val="010101"/>
              </a:solidFill>
            </p:grpSpPr>
            <p:sp>
              <p:nvSpPr>
                <p:cNvPr id="3743" name="Freeform 3742">
                  <a:extLst>
                    <a:ext uri="{FF2B5EF4-FFF2-40B4-BE49-F238E27FC236}">
                      <a16:creationId xmlns:a16="http://schemas.microsoft.com/office/drawing/2014/main" id="{4CB44983-6644-2CC3-5728-16C5A03D240A}"/>
                    </a:ext>
                  </a:extLst>
                </p:cNvPr>
                <p:cNvSpPr/>
                <p:nvPr/>
              </p:nvSpPr>
              <p:spPr>
                <a:xfrm>
                  <a:off x="3663114" y="4088733"/>
                  <a:ext cx="27137" cy="36247"/>
                </a:xfrm>
                <a:custGeom>
                  <a:avLst/>
                  <a:gdLst>
                    <a:gd name="connsiteX0" fmla="*/ 4071 w 27137"/>
                    <a:gd name="connsiteY0" fmla="*/ 24617 h 36247"/>
                    <a:gd name="connsiteX1" fmla="*/ 7421 w 27137"/>
                    <a:gd name="connsiteY1" fmla="*/ 30903 h 36247"/>
                    <a:gd name="connsiteX2" fmla="*/ 14372 w 27137"/>
                    <a:gd name="connsiteY2" fmla="*/ 32731 h 36247"/>
                    <a:gd name="connsiteX3" fmla="*/ 18166 w 27137"/>
                    <a:gd name="connsiteY3" fmla="*/ 32205 h 36247"/>
                    <a:gd name="connsiteX4" fmla="*/ 20796 w 27137"/>
                    <a:gd name="connsiteY4" fmla="*/ 30765 h 36247"/>
                    <a:gd name="connsiteX5" fmla="*/ 22347 w 27137"/>
                    <a:gd name="connsiteY5" fmla="*/ 28744 h 36247"/>
                    <a:gd name="connsiteX6" fmla="*/ 22873 w 27137"/>
                    <a:gd name="connsiteY6" fmla="*/ 26362 h 36247"/>
                    <a:gd name="connsiteX7" fmla="*/ 21239 w 27137"/>
                    <a:gd name="connsiteY7" fmla="*/ 22596 h 36247"/>
                    <a:gd name="connsiteX8" fmla="*/ 17141 w 27137"/>
                    <a:gd name="connsiteY8" fmla="*/ 20658 h 36247"/>
                    <a:gd name="connsiteX9" fmla="*/ 11824 w 27137"/>
                    <a:gd name="connsiteY9" fmla="*/ 19467 h 36247"/>
                    <a:gd name="connsiteX10" fmla="*/ 6508 w 27137"/>
                    <a:gd name="connsiteY10" fmla="*/ 17972 h 36247"/>
                    <a:gd name="connsiteX11" fmla="*/ 2409 w 27137"/>
                    <a:gd name="connsiteY11" fmla="*/ 15119 h 36247"/>
                    <a:gd name="connsiteX12" fmla="*/ 775 w 27137"/>
                    <a:gd name="connsiteY12" fmla="*/ 9858 h 36247"/>
                    <a:gd name="connsiteX13" fmla="*/ 3932 w 27137"/>
                    <a:gd name="connsiteY13" fmla="*/ 2769 h 36247"/>
                    <a:gd name="connsiteX14" fmla="*/ 12877 w 27137"/>
                    <a:gd name="connsiteY14" fmla="*/ 0 h 36247"/>
                    <a:gd name="connsiteX15" fmla="*/ 21959 w 27137"/>
                    <a:gd name="connsiteY15" fmla="*/ 2492 h 36247"/>
                    <a:gd name="connsiteX16" fmla="*/ 26168 w 27137"/>
                    <a:gd name="connsiteY16" fmla="*/ 10827 h 36247"/>
                    <a:gd name="connsiteX17" fmla="*/ 22125 w 27137"/>
                    <a:gd name="connsiteY17" fmla="*/ 10827 h 36247"/>
                    <a:gd name="connsiteX18" fmla="*/ 19107 w 27137"/>
                    <a:gd name="connsiteY18" fmla="*/ 5206 h 36247"/>
                    <a:gd name="connsiteX19" fmla="*/ 12821 w 27137"/>
                    <a:gd name="connsiteY19" fmla="*/ 3572 h 36247"/>
                    <a:gd name="connsiteX20" fmla="*/ 7034 w 27137"/>
                    <a:gd name="connsiteY20" fmla="*/ 5206 h 36247"/>
                    <a:gd name="connsiteX21" fmla="*/ 5040 w 27137"/>
                    <a:gd name="connsiteY21" fmla="*/ 9498 h 36247"/>
                    <a:gd name="connsiteX22" fmla="*/ 6674 w 27137"/>
                    <a:gd name="connsiteY22" fmla="*/ 13043 h 36247"/>
                    <a:gd name="connsiteX23" fmla="*/ 10772 w 27137"/>
                    <a:gd name="connsiteY23" fmla="*/ 15036 h 36247"/>
                    <a:gd name="connsiteX24" fmla="*/ 16089 w 27137"/>
                    <a:gd name="connsiteY24" fmla="*/ 16393 h 36247"/>
                    <a:gd name="connsiteX25" fmla="*/ 21405 w 27137"/>
                    <a:gd name="connsiteY25" fmla="*/ 18082 h 36247"/>
                    <a:gd name="connsiteX26" fmla="*/ 25504 w 27137"/>
                    <a:gd name="connsiteY26" fmla="*/ 21045 h 36247"/>
                    <a:gd name="connsiteX27" fmla="*/ 27137 w 27137"/>
                    <a:gd name="connsiteY27" fmla="*/ 26224 h 36247"/>
                    <a:gd name="connsiteX28" fmla="*/ 26085 w 27137"/>
                    <a:gd name="connsiteY28" fmla="*/ 30571 h 36247"/>
                    <a:gd name="connsiteX29" fmla="*/ 23150 w 27137"/>
                    <a:gd name="connsiteY29" fmla="*/ 33728 h 36247"/>
                    <a:gd name="connsiteX30" fmla="*/ 18719 w 27137"/>
                    <a:gd name="connsiteY30" fmla="*/ 35611 h 36247"/>
                    <a:gd name="connsiteX31" fmla="*/ 13098 w 27137"/>
                    <a:gd name="connsiteY31" fmla="*/ 36248 h 36247"/>
                    <a:gd name="connsiteX32" fmla="*/ 7671 w 27137"/>
                    <a:gd name="connsiteY32" fmla="*/ 35362 h 36247"/>
                    <a:gd name="connsiteX33" fmla="*/ 3655 w 27137"/>
                    <a:gd name="connsiteY33" fmla="*/ 32870 h 36247"/>
                    <a:gd name="connsiteX34" fmla="*/ 1052 w 27137"/>
                    <a:gd name="connsiteY34" fmla="*/ 29159 h 36247"/>
                    <a:gd name="connsiteX35" fmla="*/ 0 w 27137"/>
                    <a:gd name="connsiteY35" fmla="*/ 24562 h 36247"/>
                    <a:gd name="connsiteX36" fmla="*/ 4043 w 27137"/>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137" h="36247">
                      <a:moveTo>
                        <a:pt x="4071" y="24617"/>
                      </a:moveTo>
                      <a:cubicBezTo>
                        <a:pt x="4680" y="27580"/>
                        <a:pt x="5815" y="29685"/>
                        <a:pt x="7421" y="30903"/>
                      </a:cubicBezTo>
                      <a:cubicBezTo>
                        <a:pt x="9027" y="32122"/>
                        <a:pt x="11354" y="32731"/>
                        <a:pt x="14372" y="32731"/>
                      </a:cubicBezTo>
                      <a:cubicBezTo>
                        <a:pt x="15840" y="32731"/>
                        <a:pt x="17086" y="32565"/>
                        <a:pt x="18166" y="32205"/>
                      </a:cubicBezTo>
                      <a:cubicBezTo>
                        <a:pt x="19218" y="31845"/>
                        <a:pt x="20104" y="31374"/>
                        <a:pt x="20796" y="30765"/>
                      </a:cubicBezTo>
                      <a:cubicBezTo>
                        <a:pt x="21489" y="30156"/>
                        <a:pt x="22015" y="29491"/>
                        <a:pt x="22347" y="28744"/>
                      </a:cubicBezTo>
                      <a:cubicBezTo>
                        <a:pt x="22707" y="27996"/>
                        <a:pt x="22873" y="27193"/>
                        <a:pt x="22873" y="26362"/>
                      </a:cubicBezTo>
                      <a:cubicBezTo>
                        <a:pt x="22873" y="24673"/>
                        <a:pt x="22319" y="23427"/>
                        <a:pt x="21239" y="22596"/>
                      </a:cubicBezTo>
                      <a:cubicBezTo>
                        <a:pt x="20159" y="21765"/>
                        <a:pt x="18803" y="21129"/>
                        <a:pt x="17141" y="20658"/>
                      </a:cubicBezTo>
                      <a:cubicBezTo>
                        <a:pt x="15480" y="20187"/>
                        <a:pt x="13735" y="19799"/>
                        <a:pt x="11824" y="19467"/>
                      </a:cubicBezTo>
                      <a:cubicBezTo>
                        <a:pt x="9914" y="19134"/>
                        <a:pt x="8141" y="18636"/>
                        <a:pt x="6508" y="17972"/>
                      </a:cubicBezTo>
                      <a:cubicBezTo>
                        <a:pt x="4874" y="17307"/>
                        <a:pt x="3517" y="16365"/>
                        <a:pt x="2409" y="15119"/>
                      </a:cubicBezTo>
                      <a:cubicBezTo>
                        <a:pt x="1329" y="13873"/>
                        <a:pt x="775" y="12129"/>
                        <a:pt x="775" y="9858"/>
                      </a:cubicBezTo>
                      <a:cubicBezTo>
                        <a:pt x="775" y="6978"/>
                        <a:pt x="1828" y="4624"/>
                        <a:pt x="3932" y="2769"/>
                      </a:cubicBezTo>
                      <a:cubicBezTo>
                        <a:pt x="6037" y="941"/>
                        <a:pt x="9027" y="0"/>
                        <a:pt x="12877" y="0"/>
                      </a:cubicBezTo>
                      <a:cubicBezTo>
                        <a:pt x="16726" y="0"/>
                        <a:pt x="19633" y="831"/>
                        <a:pt x="21959" y="2492"/>
                      </a:cubicBezTo>
                      <a:cubicBezTo>
                        <a:pt x="24285" y="4154"/>
                        <a:pt x="25698" y="6923"/>
                        <a:pt x="26168" y="10827"/>
                      </a:cubicBezTo>
                      <a:lnTo>
                        <a:pt x="22125" y="10827"/>
                      </a:lnTo>
                      <a:cubicBezTo>
                        <a:pt x="21765" y="8169"/>
                        <a:pt x="20769" y="6286"/>
                        <a:pt x="19107" y="5206"/>
                      </a:cubicBezTo>
                      <a:cubicBezTo>
                        <a:pt x="17446" y="4126"/>
                        <a:pt x="15341" y="3572"/>
                        <a:pt x="12821" y="3572"/>
                      </a:cubicBezTo>
                      <a:cubicBezTo>
                        <a:pt x="10301" y="3572"/>
                        <a:pt x="8363" y="4126"/>
                        <a:pt x="7034" y="5206"/>
                      </a:cubicBezTo>
                      <a:cubicBezTo>
                        <a:pt x="5704" y="6286"/>
                        <a:pt x="5040" y="7726"/>
                        <a:pt x="5040" y="9498"/>
                      </a:cubicBezTo>
                      <a:cubicBezTo>
                        <a:pt x="5040" y="11049"/>
                        <a:pt x="5594" y="12239"/>
                        <a:pt x="6674" y="13043"/>
                      </a:cubicBezTo>
                      <a:cubicBezTo>
                        <a:pt x="7754" y="13873"/>
                        <a:pt x="9111" y="14538"/>
                        <a:pt x="10772" y="15036"/>
                      </a:cubicBezTo>
                      <a:cubicBezTo>
                        <a:pt x="12406" y="15535"/>
                        <a:pt x="14178" y="16005"/>
                        <a:pt x="16089" y="16393"/>
                      </a:cubicBezTo>
                      <a:cubicBezTo>
                        <a:pt x="17999" y="16781"/>
                        <a:pt x="19772" y="17362"/>
                        <a:pt x="21405" y="18082"/>
                      </a:cubicBezTo>
                      <a:cubicBezTo>
                        <a:pt x="23039" y="18802"/>
                        <a:pt x="24396" y="19799"/>
                        <a:pt x="25504" y="21045"/>
                      </a:cubicBezTo>
                      <a:cubicBezTo>
                        <a:pt x="26584" y="22291"/>
                        <a:pt x="27137" y="24008"/>
                        <a:pt x="27137" y="26224"/>
                      </a:cubicBezTo>
                      <a:cubicBezTo>
                        <a:pt x="27137" y="27857"/>
                        <a:pt x="26777" y="29325"/>
                        <a:pt x="26085" y="30571"/>
                      </a:cubicBezTo>
                      <a:cubicBezTo>
                        <a:pt x="25365" y="31845"/>
                        <a:pt x="24396" y="32897"/>
                        <a:pt x="23150" y="33728"/>
                      </a:cubicBezTo>
                      <a:cubicBezTo>
                        <a:pt x="21904" y="34559"/>
                        <a:pt x="20436" y="35196"/>
                        <a:pt x="18719" y="35611"/>
                      </a:cubicBezTo>
                      <a:cubicBezTo>
                        <a:pt x="17003" y="36026"/>
                        <a:pt x="15147" y="36248"/>
                        <a:pt x="13098" y="36248"/>
                      </a:cubicBezTo>
                      <a:cubicBezTo>
                        <a:pt x="11049" y="36248"/>
                        <a:pt x="9249" y="35943"/>
                        <a:pt x="7671" y="35362"/>
                      </a:cubicBezTo>
                      <a:cubicBezTo>
                        <a:pt x="6092" y="34780"/>
                        <a:pt x="4763" y="33922"/>
                        <a:pt x="3655" y="32870"/>
                      </a:cubicBezTo>
                      <a:cubicBezTo>
                        <a:pt x="2548" y="31817"/>
                        <a:pt x="1689" y="30571"/>
                        <a:pt x="1052" y="29159"/>
                      </a:cubicBezTo>
                      <a:cubicBezTo>
                        <a:pt x="443" y="27746"/>
                        <a:pt x="83" y="26224"/>
                        <a:pt x="0" y="24562"/>
                      </a:cubicBezTo>
                      <a:lnTo>
                        <a:pt x="4043" y="2456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44" name="Freeform 3743">
                  <a:extLst>
                    <a:ext uri="{FF2B5EF4-FFF2-40B4-BE49-F238E27FC236}">
                      <a16:creationId xmlns:a16="http://schemas.microsoft.com/office/drawing/2014/main" id="{3B4F978B-D6E6-20A0-C5B9-BF2C29444C8F}"/>
                    </a:ext>
                  </a:extLst>
                </p:cNvPr>
                <p:cNvSpPr/>
                <p:nvPr/>
              </p:nvSpPr>
              <p:spPr>
                <a:xfrm>
                  <a:off x="3698476" y="4076272"/>
                  <a:ext cx="4375" cy="47850"/>
                </a:xfrm>
                <a:custGeom>
                  <a:avLst/>
                  <a:gdLst>
                    <a:gd name="connsiteX0" fmla="*/ 0 w 4375"/>
                    <a:gd name="connsiteY0" fmla="*/ 5926 h 47850"/>
                    <a:gd name="connsiteX1" fmla="*/ 0 w 4375"/>
                    <a:gd name="connsiteY1" fmla="*/ 0 h 47850"/>
                    <a:gd name="connsiteX2" fmla="*/ 4375 w 4375"/>
                    <a:gd name="connsiteY2" fmla="*/ 0 h 47850"/>
                    <a:gd name="connsiteX3" fmla="*/ 4375 w 4375"/>
                    <a:gd name="connsiteY3" fmla="*/ 5926 h 47850"/>
                    <a:gd name="connsiteX4" fmla="*/ 0 w 4375"/>
                    <a:gd name="connsiteY4" fmla="*/ 5926 h 47850"/>
                    <a:gd name="connsiteX5" fmla="*/ 194 w 4375"/>
                    <a:gd name="connsiteY5" fmla="*/ 47850 h 47850"/>
                    <a:gd name="connsiteX6" fmla="*/ 194 w 4375"/>
                    <a:gd name="connsiteY6" fmla="*/ 13430 h 47850"/>
                    <a:gd name="connsiteX7" fmla="*/ 4181 w 4375"/>
                    <a:gd name="connsiteY7" fmla="*/ 13430 h 47850"/>
                    <a:gd name="connsiteX8" fmla="*/ 4181 w 4375"/>
                    <a:gd name="connsiteY8" fmla="*/ 47850 h 47850"/>
                    <a:gd name="connsiteX9" fmla="*/ 194 w 4375"/>
                    <a:gd name="connsiteY9" fmla="*/ 47850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50">
                      <a:moveTo>
                        <a:pt x="0" y="5926"/>
                      </a:moveTo>
                      <a:lnTo>
                        <a:pt x="0" y="0"/>
                      </a:lnTo>
                      <a:lnTo>
                        <a:pt x="4375" y="0"/>
                      </a:lnTo>
                      <a:lnTo>
                        <a:pt x="4375" y="5926"/>
                      </a:lnTo>
                      <a:lnTo>
                        <a:pt x="0" y="5926"/>
                      </a:lnTo>
                      <a:close/>
                      <a:moveTo>
                        <a:pt x="194" y="47850"/>
                      </a:moveTo>
                      <a:lnTo>
                        <a:pt x="194" y="13430"/>
                      </a:lnTo>
                      <a:lnTo>
                        <a:pt x="4181" y="13430"/>
                      </a:lnTo>
                      <a:lnTo>
                        <a:pt x="4181" y="47850"/>
                      </a:lnTo>
                      <a:lnTo>
                        <a:pt x="194"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45" name="Freeform 3744">
                  <a:extLst>
                    <a:ext uri="{FF2B5EF4-FFF2-40B4-BE49-F238E27FC236}">
                      <a16:creationId xmlns:a16="http://schemas.microsoft.com/office/drawing/2014/main" id="{A0154B87-6980-5D76-D7E4-4748AB78D60B}"/>
                    </a:ext>
                  </a:extLst>
                </p:cNvPr>
                <p:cNvSpPr/>
                <p:nvPr/>
              </p:nvSpPr>
              <p:spPr>
                <a:xfrm>
                  <a:off x="3712294" y="4088789"/>
                  <a:ext cx="46798" cy="35417"/>
                </a:xfrm>
                <a:custGeom>
                  <a:avLst/>
                  <a:gdLst>
                    <a:gd name="connsiteX0" fmla="*/ 3988 w 46798"/>
                    <a:gd name="connsiteY0" fmla="*/ 35334 h 35417"/>
                    <a:gd name="connsiteX1" fmla="*/ 0 w 46798"/>
                    <a:gd name="connsiteY1" fmla="*/ 35334 h 35417"/>
                    <a:gd name="connsiteX2" fmla="*/ 0 w 46798"/>
                    <a:gd name="connsiteY2" fmla="*/ 914 h 35417"/>
                    <a:gd name="connsiteX3" fmla="*/ 3988 w 46798"/>
                    <a:gd name="connsiteY3" fmla="*/ 914 h 35417"/>
                    <a:gd name="connsiteX4" fmla="*/ 3988 w 46798"/>
                    <a:gd name="connsiteY4" fmla="*/ 6092 h 35417"/>
                    <a:gd name="connsiteX5" fmla="*/ 4126 w 46798"/>
                    <a:gd name="connsiteY5" fmla="*/ 6092 h 35417"/>
                    <a:gd name="connsiteX6" fmla="*/ 8501 w 46798"/>
                    <a:gd name="connsiteY6" fmla="*/ 1551 h 35417"/>
                    <a:gd name="connsiteX7" fmla="*/ 14760 w 46798"/>
                    <a:gd name="connsiteY7" fmla="*/ 0 h 35417"/>
                    <a:gd name="connsiteX8" fmla="*/ 18802 w 46798"/>
                    <a:gd name="connsiteY8" fmla="*/ 526 h 35417"/>
                    <a:gd name="connsiteX9" fmla="*/ 21627 w 46798"/>
                    <a:gd name="connsiteY9" fmla="*/ 1966 h 35417"/>
                    <a:gd name="connsiteX10" fmla="*/ 23565 w 46798"/>
                    <a:gd name="connsiteY10" fmla="*/ 4071 h 35417"/>
                    <a:gd name="connsiteX11" fmla="*/ 24867 w 46798"/>
                    <a:gd name="connsiteY11" fmla="*/ 6674 h 35417"/>
                    <a:gd name="connsiteX12" fmla="*/ 29491 w 46798"/>
                    <a:gd name="connsiteY12" fmla="*/ 1662 h 35417"/>
                    <a:gd name="connsiteX13" fmla="*/ 36109 w 46798"/>
                    <a:gd name="connsiteY13" fmla="*/ 28 h 35417"/>
                    <a:gd name="connsiteX14" fmla="*/ 41731 w 46798"/>
                    <a:gd name="connsiteY14" fmla="*/ 1191 h 35417"/>
                    <a:gd name="connsiteX15" fmla="*/ 44943 w 46798"/>
                    <a:gd name="connsiteY15" fmla="*/ 4237 h 35417"/>
                    <a:gd name="connsiteX16" fmla="*/ 46438 w 46798"/>
                    <a:gd name="connsiteY16" fmla="*/ 8585 h 35417"/>
                    <a:gd name="connsiteX17" fmla="*/ 46798 w 46798"/>
                    <a:gd name="connsiteY17" fmla="*/ 13624 h 35417"/>
                    <a:gd name="connsiteX18" fmla="*/ 46798 w 46798"/>
                    <a:gd name="connsiteY18" fmla="*/ 35362 h 35417"/>
                    <a:gd name="connsiteX19" fmla="*/ 42811 w 46798"/>
                    <a:gd name="connsiteY19" fmla="*/ 35362 h 35417"/>
                    <a:gd name="connsiteX20" fmla="*/ 42811 w 46798"/>
                    <a:gd name="connsiteY20" fmla="*/ 11575 h 35417"/>
                    <a:gd name="connsiteX21" fmla="*/ 41260 w 46798"/>
                    <a:gd name="connsiteY21" fmla="*/ 5732 h 35417"/>
                    <a:gd name="connsiteX22" fmla="*/ 35445 w 46798"/>
                    <a:gd name="connsiteY22" fmla="*/ 3600 h 35417"/>
                    <a:gd name="connsiteX23" fmla="*/ 31236 w 46798"/>
                    <a:gd name="connsiteY23" fmla="*/ 4569 h 35417"/>
                    <a:gd name="connsiteX24" fmla="*/ 27691 w 46798"/>
                    <a:gd name="connsiteY24" fmla="*/ 7532 h 35417"/>
                    <a:gd name="connsiteX25" fmla="*/ 26584 w 46798"/>
                    <a:gd name="connsiteY25" fmla="*/ 9554 h 35417"/>
                    <a:gd name="connsiteX26" fmla="*/ 25891 w 46798"/>
                    <a:gd name="connsiteY26" fmla="*/ 11991 h 35417"/>
                    <a:gd name="connsiteX27" fmla="*/ 25531 w 46798"/>
                    <a:gd name="connsiteY27" fmla="*/ 14511 h 35417"/>
                    <a:gd name="connsiteX28" fmla="*/ 25421 w 46798"/>
                    <a:gd name="connsiteY28" fmla="*/ 16837 h 35417"/>
                    <a:gd name="connsiteX29" fmla="*/ 25421 w 46798"/>
                    <a:gd name="connsiteY29" fmla="*/ 35390 h 35417"/>
                    <a:gd name="connsiteX30" fmla="*/ 21433 w 46798"/>
                    <a:gd name="connsiteY30" fmla="*/ 35390 h 35417"/>
                    <a:gd name="connsiteX31" fmla="*/ 21433 w 46798"/>
                    <a:gd name="connsiteY31" fmla="*/ 11603 h 35417"/>
                    <a:gd name="connsiteX32" fmla="*/ 19882 w 46798"/>
                    <a:gd name="connsiteY32" fmla="*/ 5760 h 35417"/>
                    <a:gd name="connsiteX33" fmla="*/ 14067 w 46798"/>
                    <a:gd name="connsiteY33" fmla="*/ 3628 h 35417"/>
                    <a:gd name="connsiteX34" fmla="*/ 9858 w 46798"/>
                    <a:gd name="connsiteY34" fmla="*/ 4597 h 35417"/>
                    <a:gd name="connsiteX35" fmla="*/ 6314 w 46798"/>
                    <a:gd name="connsiteY35" fmla="*/ 7560 h 35417"/>
                    <a:gd name="connsiteX36" fmla="*/ 5206 w 46798"/>
                    <a:gd name="connsiteY36" fmla="*/ 9581 h 35417"/>
                    <a:gd name="connsiteX37" fmla="*/ 4514 w 46798"/>
                    <a:gd name="connsiteY37" fmla="*/ 12018 h 35417"/>
                    <a:gd name="connsiteX38" fmla="*/ 4154 w 46798"/>
                    <a:gd name="connsiteY38" fmla="*/ 14538 h 35417"/>
                    <a:gd name="connsiteX39" fmla="*/ 4043 w 46798"/>
                    <a:gd name="connsiteY39" fmla="*/ 16864 h 35417"/>
                    <a:gd name="connsiteX40" fmla="*/ 4043 w 4679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798" h="35417">
                      <a:moveTo>
                        <a:pt x="3988" y="35334"/>
                      </a:moveTo>
                      <a:lnTo>
                        <a:pt x="0" y="35334"/>
                      </a:lnTo>
                      <a:lnTo>
                        <a:pt x="0" y="914"/>
                      </a:lnTo>
                      <a:lnTo>
                        <a:pt x="3988" y="914"/>
                      </a:lnTo>
                      <a:lnTo>
                        <a:pt x="3988" y="6092"/>
                      </a:lnTo>
                      <a:lnTo>
                        <a:pt x="4126" y="6092"/>
                      </a:lnTo>
                      <a:cubicBezTo>
                        <a:pt x="5151" y="4099"/>
                        <a:pt x="6618" y="2575"/>
                        <a:pt x="8501" y="1551"/>
                      </a:cubicBezTo>
                      <a:cubicBezTo>
                        <a:pt x="10384" y="526"/>
                        <a:pt x="12489" y="0"/>
                        <a:pt x="14760" y="0"/>
                      </a:cubicBezTo>
                      <a:cubicBezTo>
                        <a:pt x="16366" y="0"/>
                        <a:pt x="17695" y="166"/>
                        <a:pt x="18802" y="526"/>
                      </a:cubicBezTo>
                      <a:cubicBezTo>
                        <a:pt x="19910" y="886"/>
                        <a:pt x="20852" y="1357"/>
                        <a:pt x="21627" y="1966"/>
                      </a:cubicBezTo>
                      <a:cubicBezTo>
                        <a:pt x="22402" y="2575"/>
                        <a:pt x="23039" y="3268"/>
                        <a:pt x="23565" y="4071"/>
                      </a:cubicBezTo>
                      <a:cubicBezTo>
                        <a:pt x="24064" y="4874"/>
                        <a:pt x="24507" y="5732"/>
                        <a:pt x="24867" y="6674"/>
                      </a:cubicBezTo>
                      <a:cubicBezTo>
                        <a:pt x="26030" y="4403"/>
                        <a:pt x="27553" y="2742"/>
                        <a:pt x="29491" y="1662"/>
                      </a:cubicBezTo>
                      <a:cubicBezTo>
                        <a:pt x="31430" y="582"/>
                        <a:pt x="33617" y="28"/>
                        <a:pt x="36109" y="28"/>
                      </a:cubicBezTo>
                      <a:cubicBezTo>
                        <a:pt x="38463" y="28"/>
                        <a:pt x="40319" y="415"/>
                        <a:pt x="41731" y="1191"/>
                      </a:cubicBezTo>
                      <a:cubicBezTo>
                        <a:pt x="43115" y="1966"/>
                        <a:pt x="44195" y="2991"/>
                        <a:pt x="44943" y="4237"/>
                      </a:cubicBezTo>
                      <a:cubicBezTo>
                        <a:pt x="45691" y="5483"/>
                        <a:pt x="46189" y="6951"/>
                        <a:pt x="46438" y="8585"/>
                      </a:cubicBezTo>
                      <a:cubicBezTo>
                        <a:pt x="46688" y="10218"/>
                        <a:pt x="46798" y="11907"/>
                        <a:pt x="46798" y="13624"/>
                      </a:cubicBezTo>
                      <a:lnTo>
                        <a:pt x="46798" y="35362"/>
                      </a:lnTo>
                      <a:lnTo>
                        <a:pt x="42811" y="35362"/>
                      </a:lnTo>
                      <a:lnTo>
                        <a:pt x="42811" y="11575"/>
                      </a:lnTo>
                      <a:cubicBezTo>
                        <a:pt x="42811" y="9083"/>
                        <a:pt x="42285" y="7145"/>
                        <a:pt x="41260" y="5732"/>
                      </a:cubicBezTo>
                      <a:cubicBezTo>
                        <a:pt x="40208" y="4320"/>
                        <a:pt x="38269" y="3600"/>
                        <a:pt x="35445" y="3600"/>
                      </a:cubicBezTo>
                      <a:cubicBezTo>
                        <a:pt x="33977" y="3600"/>
                        <a:pt x="32565" y="3932"/>
                        <a:pt x="31236" y="4569"/>
                      </a:cubicBezTo>
                      <a:cubicBezTo>
                        <a:pt x="29879" y="5206"/>
                        <a:pt x="28688" y="6203"/>
                        <a:pt x="27691" y="7532"/>
                      </a:cubicBezTo>
                      <a:cubicBezTo>
                        <a:pt x="27248" y="8114"/>
                        <a:pt x="26888" y="8778"/>
                        <a:pt x="26584" y="9554"/>
                      </a:cubicBezTo>
                      <a:cubicBezTo>
                        <a:pt x="26307" y="10329"/>
                        <a:pt x="26057" y="11132"/>
                        <a:pt x="25891" y="11991"/>
                      </a:cubicBezTo>
                      <a:cubicBezTo>
                        <a:pt x="25725" y="12821"/>
                        <a:pt x="25587" y="13680"/>
                        <a:pt x="25531" y="14511"/>
                      </a:cubicBezTo>
                      <a:cubicBezTo>
                        <a:pt x="25476" y="15341"/>
                        <a:pt x="25421" y="16117"/>
                        <a:pt x="25421" y="16837"/>
                      </a:cubicBezTo>
                      <a:lnTo>
                        <a:pt x="25421" y="35390"/>
                      </a:lnTo>
                      <a:lnTo>
                        <a:pt x="21433" y="35390"/>
                      </a:lnTo>
                      <a:lnTo>
                        <a:pt x="21433" y="11603"/>
                      </a:lnTo>
                      <a:cubicBezTo>
                        <a:pt x="21433" y="9111"/>
                        <a:pt x="20907" y="7172"/>
                        <a:pt x="19882" y="5760"/>
                      </a:cubicBezTo>
                      <a:cubicBezTo>
                        <a:pt x="18830" y="4348"/>
                        <a:pt x="16892" y="3628"/>
                        <a:pt x="14067" y="3628"/>
                      </a:cubicBezTo>
                      <a:cubicBezTo>
                        <a:pt x="12600" y="3628"/>
                        <a:pt x="11187" y="3960"/>
                        <a:pt x="9858" y="4597"/>
                      </a:cubicBezTo>
                      <a:cubicBezTo>
                        <a:pt x="8501" y="5234"/>
                        <a:pt x="7311" y="6231"/>
                        <a:pt x="6314" y="7560"/>
                      </a:cubicBezTo>
                      <a:cubicBezTo>
                        <a:pt x="5871" y="8141"/>
                        <a:pt x="5511" y="8806"/>
                        <a:pt x="5206" y="9581"/>
                      </a:cubicBezTo>
                      <a:cubicBezTo>
                        <a:pt x="4929" y="10357"/>
                        <a:pt x="4680" y="11160"/>
                        <a:pt x="4514" y="12018"/>
                      </a:cubicBezTo>
                      <a:cubicBezTo>
                        <a:pt x="4348" y="12849"/>
                        <a:pt x="4209" y="13707"/>
                        <a:pt x="4154" y="14538"/>
                      </a:cubicBezTo>
                      <a:cubicBezTo>
                        <a:pt x="4098" y="15369"/>
                        <a:pt x="4043" y="16144"/>
                        <a:pt x="4043" y="16864"/>
                      </a:cubicBezTo>
                      <a:lnTo>
                        <a:pt x="4043" y="3541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46" name="Freeform 3745">
                  <a:extLst>
                    <a:ext uri="{FF2B5EF4-FFF2-40B4-BE49-F238E27FC236}">
                      <a16:creationId xmlns:a16="http://schemas.microsoft.com/office/drawing/2014/main" id="{0971FE76-CA8A-E5FD-73D3-CB9A42C5B1FA}"/>
                    </a:ext>
                  </a:extLst>
                </p:cNvPr>
                <p:cNvSpPr/>
                <p:nvPr/>
              </p:nvSpPr>
              <p:spPr>
                <a:xfrm>
                  <a:off x="3768591" y="4076272"/>
                  <a:ext cx="4375" cy="47850"/>
                </a:xfrm>
                <a:custGeom>
                  <a:avLst/>
                  <a:gdLst>
                    <a:gd name="connsiteX0" fmla="*/ 0 w 4375"/>
                    <a:gd name="connsiteY0" fmla="*/ 5926 h 47850"/>
                    <a:gd name="connsiteX1" fmla="*/ 0 w 4375"/>
                    <a:gd name="connsiteY1" fmla="*/ 0 h 47850"/>
                    <a:gd name="connsiteX2" fmla="*/ 4375 w 4375"/>
                    <a:gd name="connsiteY2" fmla="*/ 0 h 47850"/>
                    <a:gd name="connsiteX3" fmla="*/ 4375 w 4375"/>
                    <a:gd name="connsiteY3" fmla="*/ 5926 h 47850"/>
                    <a:gd name="connsiteX4" fmla="*/ 0 w 4375"/>
                    <a:gd name="connsiteY4" fmla="*/ 5926 h 47850"/>
                    <a:gd name="connsiteX5" fmla="*/ 194 w 4375"/>
                    <a:gd name="connsiteY5" fmla="*/ 47850 h 47850"/>
                    <a:gd name="connsiteX6" fmla="*/ 194 w 4375"/>
                    <a:gd name="connsiteY6" fmla="*/ 13430 h 47850"/>
                    <a:gd name="connsiteX7" fmla="*/ 4181 w 4375"/>
                    <a:gd name="connsiteY7" fmla="*/ 13430 h 47850"/>
                    <a:gd name="connsiteX8" fmla="*/ 4181 w 4375"/>
                    <a:gd name="connsiteY8" fmla="*/ 47850 h 47850"/>
                    <a:gd name="connsiteX9" fmla="*/ 194 w 4375"/>
                    <a:gd name="connsiteY9" fmla="*/ 47850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50">
                      <a:moveTo>
                        <a:pt x="0" y="5926"/>
                      </a:moveTo>
                      <a:lnTo>
                        <a:pt x="0" y="0"/>
                      </a:lnTo>
                      <a:lnTo>
                        <a:pt x="4375" y="0"/>
                      </a:lnTo>
                      <a:lnTo>
                        <a:pt x="4375" y="5926"/>
                      </a:lnTo>
                      <a:lnTo>
                        <a:pt x="0" y="5926"/>
                      </a:lnTo>
                      <a:close/>
                      <a:moveTo>
                        <a:pt x="194" y="47850"/>
                      </a:moveTo>
                      <a:lnTo>
                        <a:pt x="194" y="13430"/>
                      </a:lnTo>
                      <a:lnTo>
                        <a:pt x="4181" y="13430"/>
                      </a:lnTo>
                      <a:lnTo>
                        <a:pt x="4181" y="47850"/>
                      </a:lnTo>
                      <a:lnTo>
                        <a:pt x="194"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47" name="Freeform 3746">
                  <a:extLst>
                    <a:ext uri="{FF2B5EF4-FFF2-40B4-BE49-F238E27FC236}">
                      <a16:creationId xmlns:a16="http://schemas.microsoft.com/office/drawing/2014/main" id="{17928A5B-7DBB-4920-1486-4171C9782F61}"/>
                    </a:ext>
                  </a:extLst>
                </p:cNvPr>
                <p:cNvSpPr/>
                <p:nvPr/>
              </p:nvSpPr>
              <p:spPr>
                <a:xfrm>
                  <a:off x="3783544" y="4076272"/>
                  <a:ext cx="3987" cy="47850"/>
                </a:xfrm>
                <a:custGeom>
                  <a:avLst/>
                  <a:gdLst>
                    <a:gd name="connsiteX0" fmla="*/ 0 w 3987"/>
                    <a:gd name="connsiteY0" fmla="*/ 47850 h 47850"/>
                    <a:gd name="connsiteX1" fmla="*/ 0 w 3987"/>
                    <a:gd name="connsiteY1" fmla="*/ 0 h 47850"/>
                    <a:gd name="connsiteX2" fmla="*/ 3988 w 3987"/>
                    <a:gd name="connsiteY2" fmla="*/ 0 h 47850"/>
                    <a:gd name="connsiteX3" fmla="*/ 3988 w 3987"/>
                    <a:gd name="connsiteY3" fmla="*/ 47850 h 47850"/>
                    <a:gd name="connsiteX4" fmla="*/ 0 w 3987"/>
                    <a:gd name="connsiteY4" fmla="*/ 47850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7" h="47850">
                      <a:moveTo>
                        <a:pt x="0" y="47850"/>
                      </a:moveTo>
                      <a:lnTo>
                        <a:pt x="0" y="0"/>
                      </a:lnTo>
                      <a:lnTo>
                        <a:pt x="3988" y="0"/>
                      </a:lnTo>
                      <a:lnTo>
                        <a:pt x="3988" y="47850"/>
                      </a:lnTo>
                      <a:lnTo>
                        <a:pt x="0"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48" name="Freeform 3747">
                  <a:extLst>
                    <a:ext uri="{FF2B5EF4-FFF2-40B4-BE49-F238E27FC236}">
                      <a16:creationId xmlns:a16="http://schemas.microsoft.com/office/drawing/2014/main" id="{B8525FC6-7265-E31A-2357-2D640132F4F2}"/>
                    </a:ext>
                  </a:extLst>
                </p:cNvPr>
                <p:cNvSpPr/>
                <p:nvPr/>
              </p:nvSpPr>
              <p:spPr>
                <a:xfrm>
                  <a:off x="3795867" y="4088816"/>
                  <a:ext cx="32454" cy="36303"/>
                </a:xfrm>
                <a:custGeom>
                  <a:avLst/>
                  <a:gdLst>
                    <a:gd name="connsiteX0" fmla="*/ 17639 w 32454"/>
                    <a:gd name="connsiteY0" fmla="*/ 15230 h 36303"/>
                    <a:gd name="connsiteX1" fmla="*/ 20326 w 32454"/>
                    <a:gd name="connsiteY1" fmla="*/ 14843 h 36303"/>
                    <a:gd name="connsiteX2" fmla="*/ 22873 w 32454"/>
                    <a:gd name="connsiteY2" fmla="*/ 14123 h 36303"/>
                    <a:gd name="connsiteX3" fmla="*/ 24092 w 32454"/>
                    <a:gd name="connsiteY3" fmla="*/ 12572 h 36303"/>
                    <a:gd name="connsiteX4" fmla="*/ 24313 w 32454"/>
                    <a:gd name="connsiteY4" fmla="*/ 10551 h 36303"/>
                    <a:gd name="connsiteX5" fmla="*/ 22347 w 32454"/>
                    <a:gd name="connsiteY5" fmla="*/ 5538 h 36303"/>
                    <a:gd name="connsiteX6" fmla="*/ 15729 w 32454"/>
                    <a:gd name="connsiteY6" fmla="*/ 3572 h 36303"/>
                    <a:gd name="connsiteX7" fmla="*/ 11935 w 32454"/>
                    <a:gd name="connsiteY7" fmla="*/ 3932 h 36303"/>
                    <a:gd name="connsiteX8" fmla="*/ 8917 w 32454"/>
                    <a:gd name="connsiteY8" fmla="*/ 5206 h 36303"/>
                    <a:gd name="connsiteX9" fmla="*/ 6784 w 32454"/>
                    <a:gd name="connsiteY9" fmla="*/ 7587 h 36303"/>
                    <a:gd name="connsiteX10" fmla="*/ 5677 w 32454"/>
                    <a:gd name="connsiteY10" fmla="*/ 11354 h 36303"/>
                    <a:gd name="connsiteX11" fmla="*/ 1634 w 32454"/>
                    <a:gd name="connsiteY11" fmla="*/ 11354 h 36303"/>
                    <a:gd name="connsiteX12" fmla="*/ 3018 w 32454"/>
                    <a:gd name="connsiteY12" fmla="*/ 6148 h 36303"/>
                    <a:gd name="connsiteX13" fmla="*/ 6120 w 32454"/>
                    <a:gd name="connsiteY13" fmla="*/ 2631 h 36303"/>
                    <a:gd name="connsiteX14" fmla="*/ 10495 w 32454"/>
                    <a:gd name="connsiteY14" fmla="*/ 637 h 36303"/>
                    <a:gd name="connsiteX15" fmla="*/ 15784 w 32454"/>
                    <a:gd name="connsiteY15" fmla="*/ 0 h 36303"/>
                    <a:gd name="connsiteX16" fmla="*/ 20658 w 32454"/>
                    <a:gd name="connsiteY16" fmla="*/ 554 h 36303"/>
                    <a:gd name="connsiteX17" fmla="*/ 24645 w 32454"/>
                    <a:gd name="connsiteY17" fmla="*/ 2354 h 36303"/>
                    <a:gd name="connsiteX18" fmla="*/ 27304 w 32454"/>
                    <a:gd name="connsiteY18" fmla="*/ 5649 h 36303"/>
                    <a:gd name="connsiteX19" fmla="*/ 28273 w 32454"/>
                    <a:gd name="connsiteY19" fmla="*/ 10689 h 36303"/>
                    <a:gd name="connsiteX20" fmla="*/ 28273 w 32454"/>
                    <a:gd name="connsiteY20" fmla="*/ 29436 h 36303"/>
                    <a:gd name="connsiteX21" fmla="*/ 29104 w 32454"/>
                    <a:gd name="connsiteY21" fmla="*/ 32399 h 36303"/>
                    <a:gd name="connsiteX22" fmla="*/ 32454 w 32454"/>
                    <a:gd name="connsiteY22" fmla="*/ 32095 h 36303"/>
                    <a:gd name="connsiteX23" fmla="*/ 32454 w 32454"/>
                    <a:gd name="connsiteY23" fmla="*/ 35224 h 36303"/>
                    <a:gd name="connsiteX24" fmla="*/ 31097 w 32454"/>
                    <a:gd name="connsiteY24" fmla="*/ 35611 h 36303"/>
                    <a:gd name="connsiteX25" fmla="*/ 29325 w 32454"/>
                    <a:gd name="connsiteY25" fmla="*/ 35888 h 36303"/>
                    <a:gd name="connsiteX26" fmla="*/ 27525 w 32454"/>
                    <a:gd name="connsiteY26" fmla="*/ 35694 h 36303"/>
                    <a:gd name="connsiteX27" fmla="*/ 25919 w 32454"/>
                    <a:gd name="connsiteY27" fmla="*/ 35057 h 36303"/>
                    <a:gd name="connsiteX28" fmla="*/ 24950 w 32454"/>
                    <a:gd name="connsiteY28" fmla="*/ 33867 h 36303"/>
                    <a:gd name="connsiteX29" fmla="*/ 24452 w 32454"/>
                    <a:gd name="connsiteY29" fmla="*/ 32344 h 36303"/>
                    <a:gd name="connsiteX30" fmla="*/ 24313 w 32454"/>
                    <a:gd name="connsiteY30" fmla="*/ 30571 h 36303"/>
                    <a:gd name="connsiteX31" fmla="*/ 18526 w 32454"/>
                    <a:gd name="connsiteY31" fmla="*/ 34836 h 36303"/>
                    <a:gd name="connsiteX32" fmla="*/ 11492 w 32454"/>
                    <a:gd name="connsiteY32" fmla="*/ 36303 h 36303"/>
                    <a:gd name="connsiteX33" fmla="*/ 7144 w 32454"/>
                    <a:gd name="connsiteY33" fmla="*/ 35694 h 36303"/>
                    <a:gd name="connsiteX34" fmla="*/ 3461 w 32454"/>
                    <a:gd name="connsiteY34" fmla="*/ 33839 h 36303"/>
                    <a:gd name="connsiteX35" fmla="*/ 942 w 32454"/>
                    <a:gd name="connsiteY35" fmla="*/ 30738 h 36303"/>
                    <a:gd name="connsiteX36" fmla="*/ 0 w 32454"/>
                    <a:gd name="connsiteY36" fmla="*/ 26390 h 36303"/>
                    <a:gd name="connsiteX37" fmla="*/ 12018 w 32454"/>
                    <a:gd name="connsiteY37" fmla="*/ 16033 h 36303"/>
                    <a:gd name="connsiteX38" fmla="*/ 17529 w 32454"/>
                    <a:gd name="connsiteY38" fmla="*/ 15313 h 36303"/>
                    <a:gd name="connsiteX39" fmla="*/ 24368 w 32454"/>
                    <a:gd name="connsiteY39" fmla="*/ 17224 h 36303"/>
                    <a:gd name="connsiteX40" fmla="*/ 19246 w 32454"/>
                    <a:gd name="connsiteY40" fmla="*/ 18609 h 36303"/>
                    <a:gd name="connsiteX41" fmla="*/ 14067 w 32454"/>
                    <a:gd name="connsiteY41" fmla="*/ 19135 h 36303"/>
                    <a:gd name="connsiteX42" fmla="*/ 6923 w 32454"/>
                    <a:gd name="connsiteY42" fmla="*/ 21184 h 36303"/>
                    <a:gd name="connsiteX43" fmla="*/ 4375 w 32454"/>
                    <a:gd name="connsiteY43" fmla="*/ 26445 h 36303"/>
                    <a:gd name="connsiteX44" fmla="*/ 5012 w 32454"/>
                    <a:gd name="connsiteY44" fmla="*/ 29214 h 36303"/>
                    <a:gd name="connsiteX45" fmla="*/ 6674 w 32454"/>
                    <a:gd name="connsiteY45" fmla="*/ 31153 h 36303"/>
                    <a:gd name="connsiteX46" fmla="*/ 9055 w 32454"/>
                    <a:gd name="connsiteY46" fmla="*/ 32288 h 36303"/>
                    <a:gd name="connsiteX47" fmla="*/ 11824 w 32454"/>
                    <a:gd name="connsiteY47" fmla="*/ 32648 h 36303"/>
                    <a:gd name="connsiteX48" fmla="*/ 16476 w 32454"/>
                    <a:gd name="connsiteY48" fmla="*/ 32039 h 36303"/>
                    <a:gd name="connsiteX49" fmla="*/ 20492 w 32454"/>
                    <a:gd name="connsiteY49" fmla="*/ 30211 h 36303"/>
                    <a:gd name="connsiteX50" fmla="*/ 23316 w 32454"/>
                    <a:gd name="connsiteY50" fmla="*/ 27082 h 36303"/>
                    <a:gd name="connsiteX51" fmla="*/ 24368 w 32454"/>
                    <a:gd name="connsiteY51" fmla="*/ 22596 h 36303"/>
                    <a:gd name="connsiteX52" fmla="*/ 24368 w 32454"/>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2454" h="36303">
                      <a:moveTo>
                        <a:pt x="17639" y="15230"/>
                      </a:moveTo>
                      <a:cubicBezTo>
                        <a:pt x="18387" y="15147"/>
                        <a:pt x="19301" y="15009"/>
                        <a:pt x="20326" y="14843"/>
                      </a:cubicBezTo>
                      <a:cubicBezTo>
                        <a:pt x="21378" y="14677"/>
                        <a:pt x="22209" y="14427"/>
                        <a:pt x="22873" y="14123"/>
                      </a:cubicBezTo>
                      <a:cubicBezTo>
                        <a:pt x="23538" y="13818"/>
                        <a:pt x="23953" y="13292"/>
                        <a:pt x="24092" y="12572"/>
                      </a:cubicBezTo>
                      <a:cubicBezTo>
                        <a:pt x="24258" y="11852"/>
                        <a:pt x="24313" y="11160"/>
                        <a:pt x="24313" y="10551"/>
                      </a:cubicBezTo>
                      <a:cubicBezTo>
                        <a:pt x="24313" y="8501"/>
                        <a:pt x="23648" y="6840"/>
                        <a:pt x="22347" y="5538"/>
                      </a:cubicBezTo>
                      <a:cubicBezTo>
                        <a:pt x="21046" y="4237"/>
                        <a:pt x="18830" y="3572"/>
                        <a:pt x="15729" y="3572"/>
                      </a:cubicBezTo>
                      <a:cubicBezTo>
                        <a:pt x="14344" y="3572"/>
                        <a:pt x="13098" y="3683"/>
                        <a:pt x="11935" y="3932"/>
                      </a:cubicBezTo>
                      <a:cubicBezTo>
                        <a:pt x="10772" y="4181"/>
                        <a:pt x="9775" y="4597"/>
                        <a:pt x="8917" y="5206"/>
                      </a:cubicBezTo>
                      <a:cubicBezTo>
                        <a:pt x="8058" y="5815"/>
                        <a:pt x="7338" y="6591"/>
                        <a:pt x="6784" y="7587"/>
                      </a:cubicBezTo>
                      <a:cubicBezTo>
                        <a:pt x="6231" y="8585"/>
                        <a:pt x="5871" y="9831"/>
                        <a:pt x="5677" y="11354"/>
                      </a:cubicBezTo>
                      <a:lnTo>
                        <a:pt x="1634" y="11354"/>
                      </a:lnTo>
                      <a:cubicBezTo>
                        <a:pt x="1772" y="9304"/>
                        <a:pt x="2243" y="7587"/>
                        <a:pt x="3018" y="6148"/>
                      </a:cubicBezTo>
                      <a:cubicBezTo>
                        <a:pt x="3794" y="4708"/>
                        <a:pt x="4846" y="3545"/>
                        <a:pt x="6120" y="2631"/>
                      </a:cubicBezTo>
                      <a:cubicBezTo>
                        <a:pt x="7394" y="1717"/>
                        <a:pt x="8834" y="1052"/>
                        <a:pt x="10495" y="637"/>
                      </a:cubicBezTo>
                      <a:cubicBezTo>
                        <a:pt x="12157" y="222"/>
                        <a:pt x="13929" y="0"/>
                        <a:pt x="15784" y="0"/>
                      </a:cubicBezTo>
                      <a:cubicBezTo>
                        <a:pt x="17501" y="0"/>
                        <a:pt x="19135" y="194"/>
                        <a:pt x="20658" y="554"/>
                      </a:cubicBezTo>
                      <a:cubicBezTo>
                        <a:pt x="22181" y="942"/>
                        <a:pt x="23510" y="1523"/>
                        <a:pt x="24645" y="2354"/>
                      </a:cubicBezTo>
                      <a:cubicBezTo>
                        <a:pt x="25781" y="3185"/>
                        <a:pt x="26667" y="4265"/>
                        <a:pt x="27304" y="5649"/>
                      </a:cubicBezTo>
                      <a:cubicBezTo>
                        <a:pt x="27941" y="7034"/>
                        <a:pt x="28273" y="8695"/>
                        <a:pt x="28273" y="10689"/>
                      </a:cubicBezTo>
                      <a:lnTo>
                        <a:pt x="28273" y="29436"/>
                      </a:lnTo>
                      <a:cubicBezTo>
                        <a:pt x="28273" y="30987"/>
                        <a:pt x="28550" y="31984"/>
                        <a:pt x="29104" y="32399"/>
                      </a:cubicBezTo>
                      <a:cubicBezTo>
                        <a:pt x="29657" y="32815"/>
                        <a:pt x="30765" y="32731"/>
                        <a:pt x="32454" y="32095"/>
                      </a:cubicBezTo>
                      <a:lnTo>
                        <a:pt x="32454" y="35224"/>
                      </a:lnTo>
                      <a:cubicBezTo>
                        <a:pt x="32150" y="35306"/>
                        <a:pt x="31679" y="35445"/>
                        <a:pt x="31097" y="35611"/>
                      </a:cubicBezTo>
                      <a:cubicBezTo>
                        <a:pt x="30488" y="35777"/>
                        <a:pt x="29907" y="35888"/>
                        <a:pt x="29325" y="35888"/>
                      </a:cubicBezTo>
                      <a:cubicBezTo>
                        <a:pt x="28716" y="35888"/>
                        <a:pt x="28107" y="35833"/>
                        <a:pt x="27525" y="35694"/>
                      </a:cubicBezTo>
                      <a:cubicBezTo>
                        <a:pt x="26861" y="35611"/>
                        <a:pt x="26334" y="35390"/>
                        <a:pt x="25919" y="35057"/>
                      </a:cubicBezTo>
                      <a:cubicBezTo>
                        <a:pt x="25532" y="34725"/>
                        <a:pt x="25199" y="34337"/>
                        <a:pt x="24950" y="33867"/>
                      </a:cubicBezTo>
                      <a:cubicBezTo>
                        <a:pt x="24701" y="33396"/>
                        <a:pt x="24534" y="32897"/>
                        <a:pt x="24452" y="32344"/>
                      </a:cubicBezTo>
                      <a:cubicBezTo>
                        <a:pt x="24368" y="31790"/>
                        <a:pt x="24313" y="31208"/>
                        <a:pt x="24313" y="30571"/>
                      </a:cubicBezTo>
                      <a:cubicBezTo>
                        <a:pt x="22624" y="32427"/>
                        <a:pt x="20713" y="33839"/>
                        <a:pt x="18526" y="34836"/>
                      </a:cubicBezTo>
                      <a:cubicBezTo>
                        <a:pt x="16366" y="35805"/>
                        <a:pt x="14012" y="36303"/>
                        <a:pt x="11492" y="36303"/>
                      </a:cubicBezTo>
                      <a:cubicBezTo>
                        <a:pt x="9997" y="36303"/>
                        <a:pt x="8529" y="36110"/>
                        <a:pt x="7144" y="35694"/>
                      </a:cubicBezTo>
                      <a:cubicBezTo>
                        <a:pt x="5760" y="35306"/>
                        <a:pt x="4514" y="34670"/>
                        <a:pt x="3461" y="33839"/>
                      </a:cubicBezTo>
                      <a:cubicBezTo>
                        <a:pt x="2409" y="33008"/>
                        <a:pt x="1551" y="31956"/>
                        <a:pt x="942" y="30738"/>
                      </a:cubicBezTo>
                      <a:cubicBezTo>
                        <a:pt x="332" y="29519"/>
                        <a:pt x="0" y="28079"/>
                        <a:pt x="0" y="26390"/>
                      </a:cubicBezTo>
                      <a:cubicBezTo>
                        <a:pt x="0" y="20547"/>
                        <a:pt x="4015" y="17086"/>
                        <a:pt x="12018" y="16033"/>
                      </a:cubicBezTo>
                      <a:lnTo>
                        <a:pt x="17529" y="15313"/>
                      </a:lnTo>
                      <a:close/>
                      <a:moveTo>
                        <a:pt x="24368" y="17224"/>
                      </a:moveTo>
                      <a:cubicBezTo>
                        <a:pt x="22679" y="17944"/>
                        <a:pt x="20990" y="18387"/>
                        <a:pt x="19246" y="18609"/>
                      </a:cubicBezTo>
                      <a:cubicBezTo>
                        <a:pt x="17529" y="18830"/>
                        <a:pt x="15784" y="18996"/>
                        <a:pt x="14067" y="19135"/>
                      </a:cubicBezTo>
                      <a:cubicBezTo>
                        <a:pt x="11021" y="19356"/>
                        <a:pt x="8640" y="20049"/>
                        <a:pt x="6923" y="21184"/>
                      </a:cubicBezTo>
                      <a:cubicBezTo>
                        <a:pt x="5206" y="22347"/>
                        <a:pt x="4375" y="24092"/>
                        <a:pt x="4375" y="26445"/>
                      </a:cubicBezTo>
                      <a:cubicBezTo>
                        <a:pt x="4375" y="27498"/>
                        <a:pt x="4597" y="28439"/>
                        <a:pt x="5012" y="29214"/>
                      </a:cubicBezTo>
                      <a:cubicBezTo>
                        <a:pt x="5428" y="29990"/>
                        <a:pt x="5981" y="30627"/>
                        <a:pt x="6674" y="31153"/>
                      </a:cubicBezTo>
                      <a:cubicBezTo>
                        <a:pt x="7366" y="31651"/>
                        <a:pt x="8169" y="32039"/>
                        <a:pt x="9055" y="32288"/>
                      </a:cubicBezTo>
                      <a:cubicBezTo>
                        <a:pt x="9969" y="32537"/>
                        <a:pt x="10883" y="32648"/>
                        <a:pt x="11824" y="32648"/>
                      </a:cubicBezTo>
                      <a:cubicBezTo>
                        <a:pt x="13430" y="32648"/>
                        <a:pt x="14981" y="32455"/>
                        <a:pt x="16476" y="32039"/>
                      </a:cubicBezTo>
                      <a:cubicBezTo>
                        <a:pt x="17972" y="31651"/>
                        <a:pt x="19329" y="31042"/>
                        <a:pt x="20492" y="30211"/>
                      </a:cubicBezTo>
                      <a:cubicBezTo>
                        <a:pt x="21655" y="29380"/>
                        <a:pt x="22596" y="28356"/>
                        <a:pt x="23316" y="27082"/>
                      </a:cubicBezTo>
                      <a:cubicBezTo>
                        <a:pt x="24036" y="25809"/>
                        <a:pt x="24368" y="24313"/>
                        <a:pt x="24368" y="22596"/>
                      </a:cubicBezTo>
                      <a:lnTo>
                        <a:pt x="24368" y="1722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49" name="Freeform 3748">
                  <a:extLst>
                    <a:ext uri="{FF2B5EF4-FFF2-40B4-BE49-F238E27FC236}">
                      <a16:creationId xmlns:a16="http://schemas.microsoft.com/office/drawing/2014/main" id="{953AEE46-4012-F782-1966-BD856FC928E3}"/>
                    </a:ext>
                  </a:extLst>
                </p:cNvPr>
                <p:cNvSpPr/>
                <p:nvPr/>
              </p:nvSpPr>
              <p:spPr>
                <a:xfrm>
                  <a:off x="3834856" y="4088761"/>
                  <a:ext cx="15368" cy="35361"/>
                </a:xfrm>
                <a:custGeom>
                  <a:avLst/>
                  <a:gdLst>
                    <a:gd name="connsiteX0" fmla="*/ 3988 w 15368"/>
                    <a:gd name="connsiteY0" fmla="*/ 35362 h 35361"/>
                    <a:gd name="connsiteX1" fmla="*/ 0 w 15368"/>
                    <a:gd name="connsiteY1" fmla="*/ 35362 h 35361"/>
                    <a:gd name="connsiteX2" fmla="*/ 0 w 15368"/>
                    <a:gd name="connsiteY2" fmla="*/ 941 h 35361"/>
                    <a:gd name="connsiteX3" fmla="*/ 3988 w 15368"/>
                    <a:gd name="connsiteY3" fmla="*/ 941 h 35361"/>
                    <a:gd name="connsiteX4" fmla="*/ 3988 w 15368"/>
                    <a:gd name="connsiteY4" fmla="*/ 7393 h 35361"/>
                    <a:gd name="connsiteX5" fmla="*/ 4126 w 15368"/>
                    <a:gd name="connsiteY5" fmla="*/ 7393 h 35361"/>
                    <a:gd name="connsiteX6" fmla="*/ 8418 w 15368"/>
                    <a:gd name="connsiteY6" fmla="*/ 1634 h 35361"/>
                    <a:gd name="connsiteX7" fmla="*/ 15369 w 15368"/>
                    <a:gd name="connsiteY7" fmla="*/ 0 h 35361"/>
                    <a:gd name="connsiteX8" fmla="*/ 15369 w 15368"/>
                    <a:gd name="connsiteY8" fmla="*/ 4320 h 35361"/>
                    <a:gd name="connsiteX9" fmla="*/ 9775 w 15368"/>
                    <a:gd name="connsiteY9" fmla="*/ 5372 h 35361"/>
                    <a:gd name="connsiteX10" fmla="*/ 6286 w 15368"/>
                    <a:gd name="connsiteY10" fmla="*/ 8418 h 35361"/>
                    <a:gd name="connsiteX11" fmla="*/ 4486 w 15368"/>
                    <a:gd name="connsiteY11" fmla="*/ 12959 h 35361"/>
                    <a:gd name="connsiteX12" fmla="*/ 3988 w 15368"/>
                    <a:gd name="connsiteY12" fmla="*/ 18442 h 35361"/>
                    <a:gd name="connsiteX13" fmla="*/ 3988 w 15368"/>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68" h="35361">
                      <a:moveTo>
                        <a:pt x="3988" y="35362"/>
                      </a:moveTo>
                      <a:lnTo>
                        <a:pt x="0" y="35362"/>
                      </a:lnTo>
                      <a:lnTo>
                        <a:pt x="0" y="941"/>
                      </a:lnTo>
                      <a:lnTo>
                        <a:pt x="3988" y="941"/>
                      </a:lnTo>
                      <a:lnTo>
                        <a:pt x="3988" y="7393"/>
                      </a:lnTo>
                      <a:lnTo>
                        <a:pt x="4126" y="7393"/>
                      </a:lnTo>
                      <a:cubicBezTo>
                        <a:pt x="5234" y="4652"/>
                        <a:pt x="6674" y="2741"/>
                        <a:pt x="8418" y="1634"/>
                      </a:cubicBezTo>
                      <a:cubicBezTo>
                        <a:pt x="10163" y="554"/>
                        <a:pt x="12489" y="0"/>
                        <a:pt x="15369" y="0"/>
                      </a:cubicBezTo>
                      <a:lnTo>
                        <a:pt x="15369" y="4320"/>
                      </a:lnTo>
                      <a:cubicBezTo>
                        <a:pt x="13098" y="4264"/>
                        <a:pt x="11243" y="4624"/>
                        <a:pt x="9775" y="5372"/>
                      </a:cubicBezTo>
                      <a:cubicBezTo>
                        <a:pt x="8307" y="6120"/>
                        <a:pt x="7144" y="7144"/>
                        <a:pt x="6286" y="8418"/>
                      </a:cubicBezTo>
                      <a:cubicBezTo>
                        <a:pt x="5427" y="9692"/>
                        <a:pt x="4818" y="11215"/>
                        <a:pt x="4486" y="12959"/>
                      </a:cubicBezTo>
                      <a:cubicBezTo>
                        <a:pt x="4154" y="14704"/>
                        <a:pt x="3988" y="16532"/>
                        <a:pt x="3988" y="18442"/>
                      </a:cubicBezTo>
                      <a:lnTo>
                        <a:pt x="3988" y="3533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16" name="Group 15">
                <a:extLst>
                  <a:ext uri="{FF2B5EF4-FFF2-40B4-BE49-F238E27FC236}">
                    <a16:creationId xmlns:a16="http://schemas.microsoft.com/office/drawing/2014/main" id="{11111AF1-44F5-AE27-CF11-024C93AF14FF}"/>
                  </a:ext>
                </a:extLst>
              </p:cNvPr>
              <p:cNvGrpSpPr/>
              <p:nvPr/>
            </p:nvGrpSpPr>
            <p:grpSpPr>
              <a:xfrm>
                <a:off x="3630880" y="4559723"/>
                <a:ext cx="4512379" cy="1913393"/>
                <a:chOff x="3630880" y="4559723"/>
                <a:chExt cx="4512379" cy="1913393"/>
              </a:xfrm>
            </p:grpSpPr>
            <p:grpSp>
              <p:nvGrpSpPr>
                <p:cNvPr id="3750" name="Graphic 14">
                  <a:extLst>
                    <a:ext uri="{FF2B5EF4-FFF2-40B4-BE49-F238E27FC236}">
                      <a16:creationId xmlns:a16="http://schemas.microsoft.com/office/drawing/2014/main" id="{2C17DC17-E8C8-719B-E609-0EDB08A10919}"/>
                    </a:ext>
                  </a:extLst>
                </p:cNvPr>
                <p:cNvGrpSpPr/>
                <p:nvPr/>
              </p:nvGrpSpPr>
              <p:grpSpPr>
                <a:xfrm>
                  <a:off x="5111302" y="4559723"/>
                  <a:ext cx="793522" cy="222458"/>
                  <a:chOff x="2963022" y="3712934"/>
                  <a:chExt cx="233604" cy="65489"/>
                </a:xfrm>
                <a:solidFill>
                  <a:srgbClr val="8371B3"/>
                </a:solidFill>
              </p:grpSpPr>
              <p:grpSp>
                <p:nvGrpSpPr>
                  <p:cNvPr id="3751" name="Graphic 14">
                    <a:extLst>
                      <a:ext uri="{FF2B5EF4-FFF2-40B4-BE49-F238E27FC236}">
                        <a16:creationId xmlns:a16="http://schemas.microsoft.com/office/drawing/2014/main" id="{20169DC9-1106-6D6D-47BF-84427B92AF67}"/>
                      </a:ext>
                    </a:extLst>
                  </p:cNvPr>
                  <p:cNvGrpSpPr/>
                  <p:nvPr/>
                </p:nvGrpSpPr>
                <p:grpSpPr>
                  <a:xfrm>
                    <a:off x="3052742" y="3712934"/>
                    <a:ext cx="77535" cy="47878"/>
                    <a:chOff x="3052742" y="3712934"/>
                    <a:chExt cx="77535" cy="47878"/>
                  </a:xfrm>
                  <a:solidFill>
                    <a:srgbClr val="8371B3"/>
                  </a:solidFill>
                </p:grpSpPr>
                <p:sp>
                  <p:nvSpPr>
                    <p:cNvPr id="3753" name="Freeform 3752">
                      <a:extLst>
                        <a:ext uri="{FF2B5EF4-FFF2-40B4-BE49-F238E27FC236}">
                          <a16:creationId xmlns:a16="http://schemas.microsoft.com/office/drawing/2014/main" id="{45F0A124-62CE-4B20-204F-7A92AD403060}"/>
                        </a:ext>
                      </a:extLst>
                    </p:cNvPr>
                    <p:cNvSpPr/>
                    <p:nvPr/>
                  </p:nvSpPr>
                  <p:spPr>
                    <a:xfrm>
                      <a:off x="3052742" y="3712934"/>
                      <a:ext cx="42257" cy="47850"/>
                    </a:xfrm>
                    <a:custGeom>
                      <a:avLst/>
                      <a:gdLst>
                        <a:gd name="connsiteX0" fmla="*/ 0 w 42257"/>
                        <a:gd name="connsiteY0" fmla="*/ 47851 h 47850"/>
                        <a:gd name="connsiteX1" fmla="*/ 18802 w 42257"/>
                        <a:gd name="connsiteY1" fmla="*/ 0 h 47850"/>
                        <a:gd name="connsiteX2" fmla="*/ 23925 w 42257"/>
                        <a:gd name="connsiteY2" fmla="*/ 0 h 47850"/>
                        <a:gd name="connsiteX3" fmla="*/ 42257 w 42257"/>
                        <a:gd name="connsiteY3" fmla="*/ 47851 h 47850"/>
                        <a:gd name="connsiteX4" fmla="*/ 37605 w 42257"/>
                        <a:gd name="connsiteY4" fmla="*/ 47851 h 47850"/>
                        <a:gd name="connsiteX5" fmla="*/ 32094 w 42257"/>
                        <a:gd name="connsiteY5" fmla="*/ 32842 h 47850"/>
                        <a:gd name="connsiteX6" fmla="*/ 10301 w 42257"/>
                        <a:gd name="connsiteY6" fmla="*/ 32842 h 47850"/>
                        <a:gd name="connsiteX7" fmla="*/ 4652 w 42257"/>
                        <a:gd name="connsiteY7" fmla="*/ 47851 h 47850"/>
                        <a:gd name="connsiteX8" fmla="*/ 0 w 42257"/>
                        <a:gd name="connsiteY8" fmla="*/ 47851 h 47850"/>
                        <a:gd name="connsiteX9" fmla="*/ 11824 w 42257"/>
                        <a:gd name="connsiteY9" fmla="*/ 28993 h 47850"/>
                        <a:gd name="connsiteX10" fmla="*/ 30571 w 42257"/>
                        <a:gd name="connsiteY10" fmla="*/ 28993 h 47850"/>
                        <a:gd name="connsiteX11" fmla="*/ 21211 w 42257"/>
                        <a:gd name="connsiteY11" fmla="*/ 3877 h 47850"/>
                        <a:gd name="connsiteX12" fmla="*/ 11852 w 42257"/>
                        <a:gd name="connsiteY12" fmla="*/ 28993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7"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24" y="28993"/>
                          </a:moveTo>
                          <a:lnTo>
                            <a:pt x="30571" y="28993"/>
                          </a:lnTo>
                          <a:lnTo>
                            <a:pt x="21211" y="3877"/>
                          </a:lnTo>
                          <a:lnTo>
                            <a:pt x="11852" y="28993"/>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54" name="Freeform 3753">
                      <a:extLst>
                        <a:ext uri="{FF2B5EF4-FFF2-40B4-BE49-F238E27FC236}">
                          <a16:creationId xmlns:a16="http://schemas.microsoft.com/office/drawing/2014/main" id="{F72C1381-896A-6354-E9AC-D0CC718DFCCB}"/>
                        </a:ext>
                      </a:extLst>
                    </p:cNvPr>
                    <p:cNvSpPr/>
                    <p:nvPr/>
                  </p:nvSpPr>
                  <p:spPr>
                    <a:xfrm>
                      <a:off x="3099236" y="3713931"/>
                      <a:ext cx="31042" cy="46881"/>
                    </a:xfrm>
                    <a:custGeom>
                      <a:avLst/>
                      <a:gdLst>
                        <a:gd name="connsiteX0" fmla="*/ 1412 w 31042"/>
                        <a:gd name="connsiteY0" fmla="*/ 15369 h 46881"/>
                        <a:gd name="connsiteX1" fmla="*/ 2465 w 31042"/>
                        <a:gd name="connsiteY1" fmla="*/ 9083 h 46881"/>
                        <a:gd name="connsiteX2" fmla="*/ 5511 w 31042"/>
                        <a:gd name="connsiteY2" fmla="*/ 4237 h 46881"/>
                        <a:gd name="connsiteX3" fmla="*/ 10329 w 31042"/>
                        <a:gd name="connsiteY3" fmla="*/ 1108 h 46881"/>
                        <a:gd name="connsiteX4" fmla="*/ 16615 w 31042"/>
                        <a:gd name="connsiteY4" fmla="*/ 0 h 46881"/>
                        <a:gd name="connsiteX5" fmla="*/ 22818 w 31042"/>
                        <a:gd name="connsiteY5" fmla="*/ 1025 h 46881"/>
                        <a:gd name="connsiteX6" fmla="*/ 27331 w 31042"/>
                        <a:gd name="connsiteY6" fmla="*/ 3794 h 46881"/>
                        <a:gd name="connsiteX7" fmla="*/ 30100 w 31042"/>
                        <a:gd name="connsiteY7" fmla="*/ 7920 h 46881"/>
                        <a:gd name="connsiteX8" fmla="*/ 31042 w 31042"/>
                        <a:gd name="connsiteY8" fmla="*/ 12960 h 46881"/>
                        <a:gd name="connsiteX9" fmla="*/ 30017 w 31042"/>
                        <a:gd name="connsiteY9" fmla="*/ 18470 h 46881"/>
                        <a:gd name="connsiteX10" fmla="*/ 27304 w 31042"/>
                        <a:gd name="connsiteY10" fmla="*/ 22734 h 46881"/>
                        <a:gd name="connsiteX11" fmla="*/ 23455 w 31042"/>
                        <a:gd name="connsiteY11" fmla="*/ 26057 h 46881"/>
                        <a:gd name="connsiteX12" fmla="*/ 19024 w 31042"/>
                        <a:gd name="connsiteY12" fmla="*/ 28827 h 46881"/>
                        <a:gd name="connsiteX13" fmla="*/ 14566 w 31042"/>
                        <a:gd name="connsiteY13" fmla="*/ 31319 h 46881"/>
                        <a:gd name="connsiteX14" fmla="*/ 10634 w 31042"/>
                        <a:gd name="connsiteY14" fmla="*/ 33839 h 46881"/>
                        <a:gd name="connsiteX15" fmla="*/ 8446 w 31042"/>
                        <a:gd name="connsiteY15" fmla="*/ 35666 h 46881"/>
                        <a:gd name="connsiteX16" fmla="*/ 6508 w 31042"/>
                        <a:gd name="connsiteY16" fmla="*/ 37771 h 46881"/>
                        <a:gd name="connsiteX17" fmla="*/ 5123 w 31042"/>
                        <a:gd name="connsiteY17" fmla="*/ 40263 h 46881"/>
                        <a:gd name="connsiteX18" fmla="*/ 4514 w 31042"/>
                        <a:gd name="connsiteY18" fmla="*/ 43282 h 46881"/>
                        <a:gd name="connsiteX19" fmla="*/ 30627 w 31042"/>
                        <a:gd name="connsiteY19" fmla="*/ 43282 h 46881"/>
                        <a:gd name="connsiteX20" fmla="*/ 30627 w 31042"/>
                        <a:gd name="connsiteY20" fmla="*/ 46881 h 46881"/>
                        <a:gd name="connsiteX21" fmla="*/ 0 w 31042"/>
                        <a:gd name="connsiteY21" fmla="*/ 46881 h 46881"/>
                        <a:gd name="connsiteX22" fmla="*/ 720 w 31042"/>
                        <a:gd name="connsiteY22" fmla="*/ 40762 h 46881"/>
                        <a:gd name="connsiteX23" fmla="*/ 3655 w 31042"/>
                        <a:gd name="connsiteY23" fmla="*/ 35445 h 46881"/>
                        <a:gd name="connsiteX24" fmla="*/ 8751 w 31042"/>
                        <a:gd name="connsiteY24" fmla="*/ 30654 h 46881"/>
                        <a:gd name="connsiteX25" fmla="*/ 13901 w 31042"/>
                        <a:gd name="connsiteY25" fmla="*/ 27110 h 46881"/>
                        <a:gd name="connsiteX26" fmla="*/ 18692 w 31042"/>
                        <a:gd name="connsiteY26" fmla="*/ 24258 h 46881"/>
                        <a:gd name="connsiteX27" fmla="*/ 22679 w 31042"/>
                        <a:gd name="connsiteY27" fmla="*/ 21433 h 46881"/>
                        <a:gd name="connsiteX28" fmla="*/ 25393 w 31042"/>
                        <a:gd name="connsiteY28" fmla="*/ 17972 h 46881"/>
                        <a:gd name="connsiteX29" fmla="*/ 26390 w 31042"/>
                        <a:gd name="connsiteY29" fmla="*/ 13264 h 46881"/>
                        <a:gd name="connsiteX30" fmla="*/ 25587 w 31042"/>
                        <a:gd name="connsiteY30" fmla="*/ 9221 h 46881"/>
                        <a:gd name="connsiteX31" fmla="*/ 23399 w 31042"/>
                        <a:gd name="connsiteY31" fmla="*/ 6175 h 46881"/>
                        <a:gd name="connsiteX32" fmla="*/ 20132 w 31042"/>
                        <a:gd name="connsiteY32" fmla="*/ 4292 h 46881"/>
                        <a:gd name="connsiteX33" fmla="*/ 16089 w 31042"/>
                        <a:gd name="connsiteY33" fmla="*/ 3655 h 46881"/>
                        <a:gd name="connsiteX34" fmla="*/ 11880 w 31042"/>
                        <a:gd name="connsiteY34" fmla="*/ 4624 h 46881"/>
                        <a:gd name="connsiteX35" fmla="*/ 8612 w 31042"/>
                        <a:gd name="connsiteY35" fmla="*/ 7172 h 46881"/>
                        <a:gd name="connsiteX36" fmla="*/ 6508 w 31042"/>
                        <a:gd name="connsiteY36" fmla="*/ 10883 h 46881"/>
                        <a:gd name="connsiteX37" fmla="*/ 5898 w 31042"/>
                        <a:gd name="connsiteY37" fmla="*/ 15396 h 46881"/>
                        <a:gd name="connsiteX38" fmla="*/ 1385 w 31042"/>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2" h="46881">
                          <a:moveTo>
                            <a:pt x="1412" y="15369"/>
                          </a:moveTo>
                          <a:cubicBezTo>
                            <a:pt x="1412" y="13070"/>
                            <a:pt x="1772" y="10966"/>
                            <a:pt x="2465" y="9083"/>
                          </a:cubicBezTo>
                          <a:cubicBezTo>
                            <a:pt x="3185" y="7200"/>
                            <a:pt x="4181" y="5594"/>
                            <a:pt x="5511" y="4237"/>
                          </a:cubicBezTo>
                          <a:cubicBezTo>
                            <a:pt x="6840" y="2880"/>
                            <a:pt x="8446" y="1855"/>
                            <a:pt x="10329" y="1108"/>
                          </a:cubicBezTo>
                          <a:cubicBezTo>
                            <a:pt x="12212" y="388"/>
                            <a:pt x="14317" y="0"/>
                            <a:pt x="16615" y="0"/>
                          </a:cubicBezTo>
                          <a:cubicBezTo>
                            <a:pt x="18913" y="0"/>
                            <a:pt x="21046" y="332"/>
                            <a:pt x="22818" y="1025"/>
                          </a:cubicBezTo>
                          <a:cubicBezTo>
                            <a:pt x="24590" y="1717"/>
                            <a:pt x="26113" y="2631"/>
                            <a:pt x="27331" y="3794"/>
                          </a:cubicBezTo>
                          <a:cubicBezTo>
                            <a:pt x="28550" y="4957"/>
                            <a:pt x="29464" y="6314"/>
                            <a:pt x="30100"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4" y="25088"/>
                            <a:pt x="23455" y="26057"/>
                          </a:cubicBezTo>
                          <a:cubicBezTo>
                            <a:pt x="22015" y="27027"/>
                            <a:pt x="20547" y="27940"/>
                            <a:pt x="19024" y="28827"/>
                          </a:cubicBezTo>
                          <a:cubicBezTo>
                            <a:pt x="17529" y="29685"/>
                            <a:pt x="16033" y="30516"/>
                            <a:pt x="14566" y="31319"/>
                          </a:cubicBezTo>
                          <a:cubicBezTo>
                            <a:pt x="13098" y="32122"/>
                            <a:pt x="11797" y="32953"/>
                            <a:pt x="10634" y="33839"/>
                          </a:cubicBezTo>
                          <a:cubicBezTo>
                            <a:pt x="9886" y="34420"/>
                            <a:pt x="9138" y="35029"/>
                            <a:pt x="8446" y="35666"/>
                          </a:cubicBezTo>
                          <a:cubicBezTo>
                            <a:pt x="7726" y="36303"/>
                            <a:pt x="7089" y="36996"/>
                            <a:pt x="6508" y="37771"/>
                          </a:cubicBezTo>
                          <a:cubicBezTo>
                            <a:pt x="5926" y="38546"/>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1"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8" y="19273"/>
                            <a:pt x="25393" y="17972"/>
                          </a:cubicBezTo>
                          <a:cubicBezTo>
                            <a:pt x="26058" y="16698"/>
                            <a:pt x="26390" y="15119"/>
                            <a:pt x="26390" y="13264"/>
                          </a:cubicBezTo>
                          <a:cubicBezTo>
                            <a:pt x="26390" y="11769"/>
                            <a:pt x="26113" y="10412"/>
                            <a:pt x="25587" y="9221"/>
                          </a:cubicBezTo>
                          <a:cubicBezTo>
                            <a:pt x="25061" y="8030"/>
                            <a:pt x="24313" y="7006"/>
                            <a:pt x="23399" y="6175"/>
                          </a:cubicBezTo>
                          <a:cubicBezTo>
                            <a:pt x="22485" y="5344"/>
                            <a:pt x="21378" y="4708"/>
                            <a:pt x="20132" y="4292"/>
                          </a:cubicBezTo>
                          <a:cubicBezTo>
                            <a:pt x="18886" y="3877"/>
                            <a:pt x="17529" y="3655"/>
                            <a:pt x="16089" y="3655"/>
                          </a:cubicBezTo>
                          <a:cubicBezTo>
                            <a:pt x="14538" y="3655"/>
                            <a:pt x="13126" y="3988"/>
                            <a:pt x="11880" y="4624"/>
                          </a:cubicBezTo>
                          <a:cubicBezTo>
                            <a:pt x="10606" y="5261"/>
                            <a:pt x="9526" y="6120"/>
                            <a:pt x="8612" y="7172"/>
                          </a:cubicBezTo>
                          <a:cubicBezTo>
                            <a:pt x="7698" y="8224"/>
                            <a:pt x="7006" y="9470"/>
                            <a:pt x="6508" y="10883"/>
                          </a:cubicBezTo>
                          <a:cubicBezTo>
                            <a:pt x="6009" y="12295"/>
                            <a:pt x="5815" y="13818"/>
                            <a:pt x="5898" y="15396"/>
                          </a:cubicBezTo>
                          <a:lnTo>
                            <a:pt x="1385" y="15396"/>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752" name="Freeform 3751">
                    <a:extLst>
                      <a:ext uri="{FF2B5EF4-FFF2-40B4-BE49-F238E27FC236}">
                        <a16:creationId xmlns:a16="http://schemas.microsoft.com/office/drawing/2014/main" id="{260F2A77-FDD7-9991-879A-7358B0E7C6CA}"/>
                      </a:ext>
                    </a:extLst>
                  </p:cNvPr>
                  <p:cNvSpPr/>
                  <p:nvPr/>
                </p:nvSpPr>
                <p:spPr>
                  <a:xfrm>
                    <a:off x="2963022" y="377842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nvGrpSpPr>
                <p:cNvPr id="3760" name="Graphic 14">
                  <a:extLst>
                    <a:ext uri="{FF2B5EF4-FFF2-40B4-BE49-F238E27FC236}">
                      <a16:creationId xmlns:a16="http://schemas.microsoft.com/office/drawing/2014/main" id="{9188B129-48EB-DF29-FE81-46BAA1051FD2}"/>
                    </a:ext>
                  </a:extLst>
                </p:cNvPr>
                <p:cNvGrpSpPr/>
                <p:nvPr/>
              </p:nvGrpSpPr>
              <p:grpSpPr>
                <a:xfrm>
                  <a:off x="7349737" y="4559723"/>
                  <a:ext cx="793522" cy="222458"/>
                  <a:chOff x="3621993" y="3712934"/>
                  <a:chExt cx="233604" cy="65489"/>
                </a:xfrm>
                <a:solidFill>
                  <a:srgbClr val="8371B3"/>
                </a:solidFill>
              </p:grpSpPr>
              <p:grpSp>
                <p:nvGrpSpPr>
                  <p:cNvPr id="3761" name="Graphic 14">
                    <a:extLst>
                      <a:ext uri="{FF2B5EF4-FFF2-40B4-BE49-F238E27FC236}">
                        <a16:creationId xmlns:a16="http://schemas.microsoft.com/office/drawing/2014/main" id="{D06C9D5D-97EB-525F-1BCC-F8781D5E1487}"/>
                      </a:ext>
                    </a:extLst>
                  </p:cNvPr>
                  <p:cNvGrpSpPr/>
                  <p:nvPr/>
                </p:nvGrpSpPr>
                <p:grpSpPr>
                  <a:xfrm>
                    <a:off x="3716116" y="3712934"/>
                    <a:ext cx="73132" cy="47878"/>
                    <a:chOff x="3716116" y="3712934"/>
                    <a:chExt cx="73132" cy="47878"/>
                  </a:xfrm>
                  <a:solidFill>
                    <a:srgbClr val="8371B3"/>
                  </a:solidFill>
                </p:grpSpPr>
                <p:sp>
                  <p:nvSpPr>
                    <p:cNvPr id="3763" name="Freeform 3762">
                      <a:extLst>
                        <a:ext uri="{FF2B5EF4-FFF2-40B4-BE49-F238E27FC236}">
                          <a16:creationId xmlns:a16="http://schemas.microsoft.com/office/drawing/2014/main" id="{443C86B7-BF6A-6429-80BC-601FCCEFEB6B}"/>
                        </a:ext>
                      </a:extLst>
                    </p:cNvPr>
                    <p:cNvSpPr/>
                    <p:nvPr/>
                  </p:nvSpPr>
                  <p:spPr>
                    <a:xfrm>
                      <a:off x="3716116" y="3712934"/>
                      <a:ext cx="35168" cy="47850"/>
                    </a:xfrm>
                    <a:custGeom>
                      <a:avLst/>
                      <a:gdLst>
                        <a:gd name="connsiteX0" fmla="*/ 0 w 35168"/>
                        <a:gd name="connsiteY0" fmla="*/ 47851 h 47850"/>
                        <a:gd name="connsiteX1" fmla="*/ 0 w 35168"/>
                        <a:gd name="connsiteY1" fmla="*/ 0 h 47850"/>
                        <a:gd name="connsiteX2" fmla="*/ 17279 w 35168"/>
                        <a:gd name="connsiteY2" fmla="*/ 0 h 47850"/>
                        <a:gd name="connsiteX3" fmla="*/ 24452 w 35168"/>
                        <a:gd name="connsiteY3" fmla="*/ 858 h 47850"/>
                        <a:gd name="connsiteX4" fmla="*/ 29325 w 35168"/>
                        <a:gd name="connsiteY4" fmla="*/ 3323 h 47850"/>
                        <a:gd name="connsiteX5" fmla="*/ 32094 w 35168"/>
                        <a:gd name="connsiteY5" fmla="*/ 7144 h 47850"/>
                        <a:gd name="connsiteX6" fmla="*/ 32953 w 35168"/>
                        <a:gd name="connsiteY6" fmla="*/ 12018 h 47850"/>
                        <a:gd name="connsiteX7" fmla="*/ 32288 w 35168"/>
                        <a:gd name="connsiteY7" fmla="*/ 16366 h 47850"/>
                        <a:gd name="connsiteX8" fmla="*/ 30571 w 35168"/>
                        <a:gd name="connsiteY8" fmla="*/ 19411 h 47850"/>
                        <a:gd name="connsiteX9" fmla="*/ 28134 w 35168"/>
                        <a:gd name="connsiteY9" fmla="*/ 21350 h 47850"/>
                        <a:gd name="connsiteX10" fmla="*/ 25310 w 35168"/>
                        <a:gd name="connsiteY10" fmla="*/ 22319 h 47850"/>
                        <a:gd name="connsiteX11" fmla="*/ 25310 w 35168"/>
                        <a:gd name="connsiteY11" fmla="*/ 22458 h 47850"/>
                        <a:gd name="connsiteX12" fmla="*/ 32731 w 35168"/>
                        <a:gd name="connsiteY12" fmla="*/ 26390 h 47850"/>
                        <a:gd name="connsiteX13" fmla="*/ 35168 w 35168"/>
                        <a:gd name="connsiteY13" fmla="*/ 34365 h 47850"/>
                        <a:gd name="connsiteX14" fmla="*/ 34005 w 35168"/>
                        <a:gd name="connsiteY14" fmla="*/ 40679 h 47850"/>
                        <a:gd name="connsiteX15" fmla="*/ 30793 w 35168"/>
                        <a:gd name="connsiteY15" fmla="*/ 44860 h 47850"/>
                        <a:gd name="connsiteX16" fmla="*/ 25836 w 35168"/>
                        <a:gd name="connsiteY16" fmla="*/ 47158 h 47850"/>
                        <a:gd name="connsiteX17" fmla="*/ 19550 w 35168"/>
                        <a:gd name="connsiteY17" fmla="*/ 47851 h 47850"/>
                        <a:gd name="connsiteX18" fmla="*/ 0 w 35168"/>
                        <a:gd name="connsiteY18" fmla="*/ 47851 h 47850"/>
                        <a:gd name="connsiteX19" fmla="*/ 4514 w 35168"/>
                        <a:gd name="connsiteY19" fmla="*/ 21156 h 47850"/>
                        <a:gd name="connsiteX20" fmla="*/ 15950 w 35168"/>
                        <a:gd name="connsiteY20" fmla="*/ 21156 h 47850"/>
                        <a:gd name="connsiteX21" fmla="*/ 21876 w 35168"/>
                        <a:gd name="connsiteY21" fmla="*/ 20547 h 47850"/>
                        <a:gd name="connsiteX22" fmla="*/ 25725 w 35168"/>
                        <a:gd name="connsiteY22" fmla="*/ 18775 h 47850"/>
                        <a:gd name="connsiteX23" fmla="*/ 27830 w 35168"/>
                        <a:gd name="connsiteY23" fmla="*/ 15923 h 47850"/>
                        <a:gd name="connsiteX24" fmla="*/ 28467 w 35168"/>
                        <a:gd name="connsiteY24" fmla="*/ 12046 h 47850"/>
                        <a:gd name="connsiteX25" fmla="*/ 27747 w 35168"/>
                        <a:gd name="connsiteY25" fmla="*/ 8224 h 47850"/>
                        <a:gd name="connsiteX26" fmla="*/ 25421 w 35168"/>
                        <a:gd name="connsiteY26" fmla="*/ 5704 h 47850"/>
                        <a:gd name="connsiteX27" fmla="*/ 21267 w 35168"/>
                        <a:gd name="connsiteY27" fmla="*/ 4320 h 47850"/>
                        <a:gd name="connsiteX28" fmla="*/ 14981 w 35168"/>
                        <a:gd name="connsiteY28" fmla="*/ 3877 h 47850"/>
                        <a:gd name="connsiteX29" fmla="*/ 4541 w 35168"/>
                        <a:gd name="connsiteY29" fmla="*/ 3877 h 47850"/>
                        <a:gd name="connsiteX30" fmla="*/ 4541 w 35168"/>
                        <a:gd name="connsiteY30" fmla="*/ 21156 h 47850"/>
                        <a:gd name="connsiteX31" fmla="*/ 4514 w 35168"/>
                        <a:gd name="connsiteY31" fmla="*/ 44001 h 47850"/>
                        <a:gd name="connsiteX32" fmla="*/ 16006 w 35168"/>
                        <a:gd name="connsiteY32" fmla="*/ 44001 h 47850"/>
                        <a:gd name="connsiteX33" fmla="*/ 22485 w 35168"/>
                        <a:gd name="connsiteY33" fmla="*/ 43669 h 47850"/>
                        <a:gd name="connsiteX34" fmla="*/ 27027 w 35168"/>
                        <a:gd name="connsiteY34" fmla="*/ 42312 h 47850"/>
                        <a:gd name="connsiteX35" fmla="*/ 29713 w 35168"/>
                        <a:gd name="connsiteY35" fmla="*/ 39377 h 47850"/>
                        <a:gd name="connsiteX36" fmla="*/ 30599 w 35168"/>
                        <a:gd name="connsiteY36" fmla="*/ 34365 h 47850"/>
                        <a:gd name="connsiteX37" fmla="*/ 29602 w 35168"/>
                        <a:gd name="connsiteY37" fmla="*/ 29547 h 47850"/>
                        <a:gd name="connsiteX38" fmla="*/ 26750 w 35168"/>
                        <a:gd name="connsiteY38" fmla="*/ 26722 h 47850"/>
                        <a:gd name="connsiteX39" fmla="*/ 22291 w 35168"/>
                        <a:gd name="connsiteY39" fmla="*/ 25365 h 47850"/>
                        <a:gd name="connsiteX40" fmla="*/ 16504 w 35168"/>
                        <a:gd name="connsiteY40" fmla="*/ 25005 h 47850"/>
                        <a:gd name="connsiteX41" fmla="*/ 4486 w 35168"/>
                        <a:gd name="connsiteY41" fmla="*/ 25005 h 47850"/>
                        <a:gd name="connsiteX42" fmla="*/ 4486 w 35168"/>
                        <a:gd name="connsiteY42" fmla="*/ 4400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168" h="47850">
                          <a:moveTo>
                            <a:pt x="0" y="47851"/>
                          </a:moveTo>
                          <a:lnTo>
                            <a:pt x="0" y="0"/>
                          </a:lnTo>
                          <a:lnTo>
                            <a:pt x="17279" y="0"/>
                          </a:lnTo>
                          <a:cubicBezTo>
                            <a:pt x="20076" y="0"/>
                            <a:pt x="22458" y="277"/>
                            <a:pt x="24452" y="858"/>
                          </a:cubicBezTo>
                          <a:cubicBezTo>
                            <a:pt x="26445" y="1440"/>
                            <a:pt x="28079" y="2243"/>
                            <a:pt x="29325" y="3323"/>
                          </a:cubicBezTo>
                          <a:cubicBezTo>
                            <a:pt x="30599" y="4375"/>
                            <a:pt x="31513" y="5649"/>
                            <a:pt x="32094" y="7144"/>
                          </a:cubicBezTo>
                          <a:cubicBezTo>
                            <a:pt x="32676" y="8640"/>
                            <a:pt x="32953" y="10246"/>
                            <a:pt x="32953" y="12018"/>
                          </a:cubicBezTo>
                          <a:cubicBezTo>
                            <a:pt x="32953" y="13790"/>
                            <a:pt x="32731" y="15147"/>
                            <a:pt x="32288" y="16366"/>
                          </a:cubicBezTo>
                          <a:cubicBezTo>
                            <a:pt x="31845" y="17584"/>
                            <a:pt x="31263" y="18608"/>
                            <a:pt x="30571" y="19411"/>
                          </a:cubicBezTo>
                          <a:cubicBezTo>
                            <a:pt x="29879" y="20215"/>
                            <a:pt x="29048" y="20879"/>
                            <a:pt x="28134" y="21350"/>
                          </a:cubicBezTo>
                          <a:cubicBezTo>
                            <a:pt x="27221" y="21821"/>
                            <a:pt x="26279" y="22125"/>
                            <a:pt x="25310" y="22319"/>
                          </a:cubicBezTo>
                          <a:lnTo>
                            <a:pt x="25310" y="22458"/>
                          </a:lnTo>
                          <a:cubicBezTo>
                            <a:pt x="28633" y="22956"/>
                            <a:pt x="31097" y="24257"/>
                            <a:pt x="32731" y="26390"/>
                          </a:cubicBezTo>
                          <a:cubicBezTo>
                            <a:pt x="34337" y="28522"/>
                            <a:pt x="35168" y="31180"/>
                            <a:pt x="35168" y="34365"/>
                          </a:cubicBezTo>
                          <a:cubicBezTo>
                            <a:pt x="35168" y="36857"/>
                            <a:pt x="34780" y="38962"/>
                            <a:pt x="34005" y="40679"/>
                          </a:cubicBezTo>
                          <a:cubicBezTo>
                            <a:pt x="33230" y="42395"/>
                            <a:pt x="32150" y="43808"/>
                            <a:pt x="30793" y="44860"/>
                          </a:cubicBezTo>
                          <a:cubicBezTo>
                            <a:pt x="29408" y="45912"/>
                            <a:pt x="27774" y="46688"/>
                            <a:pt x="25836" y="47158"/>
                          </a:cubicBezTo>
                          <a:cubicBezTo>
                            <a:pt x="23898" y="47629"/>
                            <a:pt x="21821" y="47851"/>
                            <a:pt x="19550" y="47851"/>
                          </a:cubicBezTo>
                          <a:lnTo>
                            <a:pt x="0" y="47851"/>
                          </a:lnTo>
                          <a:close/>
                          <a:moveTo>
                            <a:pt x="4514" y="21156"/>
                          </a:moveTo>
                          <a:lnTo>
                            <a:pt x="15950" y="21156"/>
                          </a:lnTo>
                          <a:cubicBezTo>
                            <a:pt x="18304" y="21156"/>
                            <a:pt x="20270" y="20962"/>
                            <a:pt x="21876" y="20547"/>
                          </a:cubicBezTo>
                          <a:cubicBezTo>
                            <a:pt x="23482" y="20159"/>
                            <a:pt x="24756" y="19550"/>
                            <a:pt x="25725" y="18775"/>
                          </a:cubicBezTo>
                          <a:cubicBezTo>
                            <a:pt x="26694" y="17999"/>
                            <a:pt x="27387" y="17058"/>
                            <a:pt x="27830" y="15923"/>
                          </a:cubicBezTo>
                          <a:cubicBezTo>
                            <a:pt x="28245" y="14787"/>
                            <a:pt x="28467" y="13486"/>
                            <a:pt x="28467" y="12046"/>
                          </a:cubicBezTo>
                          <a:cubicBezTo>
                            <a:pt x="28467" y="10606"/>
                            <a:pt x="28217" y="9277"/>
                            <a:pt x="27747" y="8224"/>
                          </a:cubicBezTo>
                          <a:cubicBezTo>
                            <a:pt x="27248" y="7172"/>
                            <a:pt x="26473" y="6341"/>
                            <a:pt x="25421" y="5704"/>
                          </a:cubicBezTo>
                          <a:cubicBezTo>
                            <a:pt x="24368" y="5067"/>
                            <a:pt x="22984" y="4597"/>
                            <a:pt x="21267" y="4320"/>
                          </a:cubicBezTo>
                          <a:cubicBezTo>
                            <a:pt x="19550" y="4043"/>
                            <a:pt x="17473" y="3877"/>
                            <a:pt x="14981" y="3877"/>
                          </a:cubicBezTo>
                          <a:lnTo>
                            <a:pt x="4541" y="3877"/>
                          </a:lnTo>
                          <a:lnTo>
                            <a:pt x="4541" y="21156"/>
                          </a:lnTo>
                          <a:close/>
                          <a:moveTo>
                            <a:pt x="4514" y="44001"/>
                          </a:moveTo>
                          <a:lnTo>
                            <a:pt x="16006" y="44001"/>
                          </a:lnTo>
                          <a:cubicBezTo>
                            <a:pt x="18498" y="44001"/>
                            <a:pt x="20658" y="43891"/>
                            <a:pt x="22485" y="43669"/>
                          </a:cubicBezTo>
                          <a:cubicBezTo>
                            <a:pt x="24313" y="43448"/>
                            <a:pt x="25836" y="43005"/>
                            <a:pt x="27027" y="42312"/>
                          </a:cubicBezTo>
                          <a:cubicBezTo>
                            <a:pt x="28217" y="41620"/>
                            <a:pt x="29131" y="40651"/>
                            <a:pt x="29713" y="39377"/>
                          </a:cubicBezTo>
                          <a:cubicBezTo>
                            <a:pt x="30322" y="38103"/>
                            <a:pt x="30599" y="36442"/>
                            <a:pt x="30599" y="34365"/>
                          </a:cubicBezTo>
                          <a:cubicBezTo>
                            <a:pt x="30599" y="32288"/>
                            <a:pt x="30267" y="30765"/>
                            <a:pt x="29602" y="29547"/>
                          </a:cubicBezTo>
                          <a:cubicBezTo>
                            <a:pt x="28937" y="28328"/>
                            <a:pt x="27996" y="27387"/>
                            <a:pt x="26750" y="26722"/>
                          </a:cubicBezTo>
                          <a:cubicBezTo>
                            <a:pt x="25504" y="26057"/>
                            <a:pt x="24036" y="25614"/>
                            <a:pt x="22291" y="25365"/>
                          </a:cubicBezTo>
                          <a:cubicBezTo>
                            <a:pt x="20575" y="25116"/>
                            <a:pt x="18636" y="25005"/>
                            <a:pt x="16504" y="25005"/>
                          </a:cubicBezTo>
                          <a:lnTo>
                            <a:pt x="4486" y="25005"/>
                          </a:lnTo>
                          <a:lnTo>
                            <a:pt x="4486" y="44001"/>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64" name="Freeform 3763">
                      <a:extLst>
                        <a:ext uri="{FF2B5EF4-FFF2-40B4-BE49-F238E27FC236}">
                          <a16:creationId xmlns:a16="http://schemas.microsoft.com/office/drawing/2014/main" id="{A0A40BB8-BCA5-85C4-A8B2-0FE9E7B44582}"/>
                        </a:ext>
                      </a:extLst>
                    </p:cNvPr>
                    <p:cNvSpPr/>
                    <p:nvPr/>
                  </p:nvSpPr>
                  <p:spPr>
                    <a:xfrm>
                      <a:off x="3758206" y="3713931"/>
                      <a:ext cx="31041" cy="46881"/>
                    </a:xfrm>
                    <a:custGeom>
                      <a:avLst/>
                      <a:gdLst>
                        <a:gd name="connsiteX0" fmla="*/ 1412 w 31041"/>
                        <a:gd name="connsiteY0" fmla="*/ 15369 h 46881"/>
                        <a:gd name="connsiteX1" fmla="*/ 2464 w 31041"/>
                        <a:gd name="connsiteY1" fmla="*/ 9083 h 46881"/>
                        <a:gd name="connsiteX2" fmla="*/ 5511 w 31041"/>
                        <a:gd name="connsiteY2" fmla="*/ 4237 h 46881"/>
                        <a:gd name="connsiteX3" fmla="*/ 10329 w 31041"/>
                        <a:gd name="connsiteY3" fmla="*/ 1108 h 46881"/>
                        <a:gd name="connsiteX4" fmla="*/ 16615 w 31041"/>
                        <a:gd name="connsiteY4" fmla="*/ 0 h 46881"/>
                        <a:gd name="connsiteX5" fmla="*/ 22818 w 31041"/>
                        <a:gd name="connsiteY5" fmla="*/ 1025 h 46881"/>
                        <a:gd name="connsiteX6" fmla="*/ 27331 w 31041"/>
                        <a:gd name="connsiteY6" fmla="*/ 3794 h 46881"/>
                        <a:gd name="connsiteX7" fmla="*/ 30100 w 31041"/>
                        <a:gd name="connsiteY7" fmla="*/ 7920 h 46881"/>
                        <a:gd name="connsiteX8" fmla="*/ 31042 w 31041"/>
                        <a:gd name="connsiteY8" fmla="*/ 12960 h 46881"/>
                        <a:gd name="connsiteX9" fmla="*/ 30017 w 31041"/>
                        <a:gd name="connsiteY9" fmla="*/ 18470 h 46881"/>
                        <a:gd name="connsiteX10" fmla="*/ 27304 w 31041"/>
                        <a:gd name="connsiteY10" fmla="*/ 22734 h 46881"/>
                        <a:gd name="connsiteX11" fmla="*/ 23454 w 31041"/>
                        <a:gd name="connsiteY11" fmla="*/ 26057 h 46881"/>
                        <a:gd name="connsiteX12" fmla="*/ 19024 w 31041"/>
                        <a:gd name="connsiteY12" fmla="*/ 28827 h 46881"/>
                        <a:gd name="connsiteX13" fmla="*/ 14566 w 31041"/>
                        <a:gd name="connsiteY13" fmla="*/ 31319 h 46881"/>
                        <a:gd name="connsiteX14" fmla="*/ 10633 w 31041"/>
                        <a:gd name="connsiteY14" fmla="*/ 33839 h 46881"/>
                        <a:gd name="connsiteX15" fmla="*/ 8446 w 31041"/>
                        <a:gd name="connsiteY15" fmla="*/ 35666 h 46881"/>
                        <a:gd name="connsiteX16" fmla="*/ 6507 w 31041"/>
                        <a:gd name="connsiteY16" fmla="*/ 37771 h 46881"/>
                        <a:gd name="connsiteX17" fmla="*/ 5123 w 31041"/>
                        <a:gd name="connsiteY17" fmla="*/ 40263 h 46881"/>
                        <a:gd name="connsiteX18" fmla="*/ 4514 w 31041"/>
                        <a:gd name="connsiteY18" fmla="*/ 43282 h 46881"/>
                        <a:gd name="connsiteX19" fmla="*/ 30627 w 31041"/>
                        <a:gd name="connsiteY19" fmla="*/ 43282 h 46881"/>
                        <a:gd name="connsiteX20" fmla="*/ 30627 w 31041"/>
                        <a:gd name="connsiteY20" fmla="*/ 46881 h 46881"/>
                        <a:gd name="connsiteX21" fmla="*/ 0 w 31041"/>
                        <a:gd name="connsiteY21" fmla="*/ 46881 h 46881"/>
                        <a:gd name="connsiteX22" fmla="*/ 720 w 31041"/>
                        <a:gd name="connsiteY22" fmla="*/ 40762 h 46881"/>
                        <a:gd name="connsiteX23" fmla="*/ 3655 w 31041"/>
                        <a:gd name="connsiteY23" fmla="*/ 35445 h 46881"/>
                        <a:gd name="connsiteX24" fmla="*/ 8750 w 31041"/>
                        <a:gd name="connsiteY24" fmla="*/ 30654 h 46881"/>
                        <a:gd name="connsiteX25" fmla="*/ 13901 w 31041"/>
                        <a:gd name="connsiteY25" fmla="*/ 27110 h 46881"/>
                        <a:gd name="connsiteX26" fmla="*/ 18692 w 31041"/>
                        <a:gd name="connsiteY26" fmla="*/ 24258 h 46881"/>
                        <a:gd name="connsiteX27" fmla="*/ 22679 w 31041"/>
                        <a:gd name="connsiteY27" fmla="*/ 21433 h 46881"/>
                        <a:gd name="connsiteX28" fmla="*/ 25393 w 31041"/>
                        <a:gd name="connsiteY28" fmla="*/ 17972 h 46881"/>
                        <a:gd name="connsiteX29" fmla="*/ 26390 w 31041"/>
                        <a:gd name="connsiteY29" fmla="*/ 13264 h 46881"/>
                        <a:gd name="connsiteX30" fmla="*/ 25587 w 31041"/>
                        <a:gd name="connsiteY30" fmla="*/ 9221 h 46881"/>
                        <a:gd name="connsiteX31" fmla="*/ 23399 w 31041"/>
                        <a:gd name="connsiteY31" fmla="*/ 6175 h 46881"/>
                        <a:gd name="connsiteX32" fmla="*/ 20131 w 31041"/>
                        <a:gd name="connsiteY32" fmla="*/ 4292 h 46881"/>
                        <a:gd name="connsiteX33" fmla="*/ 16089 w 31041"/>
                        <a:gd name="connsiteY33" fmla="*/ 3655 h 46881"/>
                        <a:gd name="connsiteX34" fmla="*/ 11880 w 31041"/>
                        <a:gd name="connsiteY34" fmla="*/ 4624 h 46881"/>
                        <a:gd name="connsiteX35" fmla="*/ 8612 w 31041"/>
                        <a:gd name="connsiteY35" fmla="*/ 7172 h 46881"/>
                        <a:gd name="connsiteX36" fmla="*/ 6507 w 31041"/>
                        <a:gd name="connsiteY36" fmla="*/ 10883 h 46881"/>
                        <a:gd name="connsiteX37" fmla="*/ 5898 w 31041"/>
                        <a:gd name="connsiteY37" fmla="*/ 15396 h 46881"/>
                        <a:gd name="connsiteX38" fmla="*/ 1385 w 31041"/>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1" h="46881">
                          <a:moveTo>
                            <a:pt x="1412" y="15369"/>
                          </a:moveTo>
                          <a:cubicBezTo>
                            <a:pt x="1412" y="13070"/>
                            <a:pt x="1772" y="10966"/>
                            <a:pt x="2464" y="9083"/>
                          </a:cubicBezTo>
                          <a:cubicBezTo>
                            <a:pt x="3184" y="7200"/>
                            <a:pt x="4181" y="5594"/>
                            <a:pt x="5511" y="4237"/>
                          </a:cubicBezTo>
                          <a:cubicBezTo>
                            <a:pt x="6840" y="2880"/>
                            <a:pt x="8446" y="1855"/>
                            <a:pt x="10329" y="1108"/>
                          </a:cubicBezTo>
                          <a:cubicBezTo>
                            <a:pt x="12212" y="388"/>
                            <a:pt x="14316" y="0"/>
                            <a:pt x="16615" y="0"/>
                          </a:cubicBezTo>
                          <a:cubicBezTo>
                            <a:pt x="18913" y="0"/>
                            <a:pt x="21045" y="332"/>
                            <a:pt x="22818" y="1025"/>
                          </a:cubicBezTo>
                          <a:cubicBezTo>
                            <a:pt x="24590" y="1717"/>
                            <a:pt x="26113" y="2631"/>
                            <a:pt x="27331" y="3794"/>
                          </a:cubicBezTo>
                          <a:cubicBezTo>
                            <a:pt x="28550" y="4957"/>
                            <a:pt x="29463" y="6314"/>
                            <a:pt x="30100"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4" y="25088"/>
                            <a:pt x="23454" y="26057"/>
                          </a:cubicBezTo>
                          <a:cubicBezTo>
                            <a:pt x="22015" y="27027"/>
                            <a:pt x="20547" y="27940"/>
                            <a:pt x="19024" y="28827"/>
                          </a:cubicBezTo>
                          <a:cubicBezTo>
                            <a:pt x="17528" y="29685"/>
                            <a:pt x="16033" y="30516"/>
                            <a:pt x="14566" y="31319"/>
                          </a:cubicBezTo>
                          <a:cubicBezTo>
                            <a:pt x="13098" y="32122"/>
                            <a:pt x="11797" y="32953"/>
                            <a:pt x="10633" y="33839"/>
                          </a:cubicBezTo>
                          <a:cubicBezTo>
                            <a:pt x="9886" y="34420"/>
                            <a:pt x="9138" y="35029"/>
                            <a:pt x="8446" y="35666"/>
                          </a:cubicBezTo>
                          <a:cubicBezTo>
                            <a:pt x="7726" y="36303"/>
                            <a:pt x="7089" y="36996"/>
                            <a:pt x="6507" y="37771"/>
                          </a:cubicBezTo>
                          <a:cubicBezTo>
                            <a:pt x="5926" y="38519"/>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0"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8" y="19273"/>
                            <a:pt x="25393" y="17972"/>
                          </a:cubicBezTo>
                          <a:cubicBezTo>
                            <a:pt x="26057" y="16698"/>
                            <a:pt x="26390" y="15119"/>
                            <a:pt x="26390" y="13264"/>
                          </a:cubicBezTo>
                          <a:cubicBezTo>
                            <a:pt x="26390" y="11769"/>
                            <a:pt x="26113" y="10412"/>
                            <a:pt x="25587" y="9221"/>
                          </a:cubicBezTo>
                          <a:cubicBezTo>
                            <a:pt x="25061" y="8030"/>
                            <a:pt x="24313" y="7006"/>
                            <a:pt x="23399" y="6175"/>
                          </a:cubicBezTo>
                          <a:cubicBezTo>
                            <a:pt x="22458" y="5344"/>
                            <a:pt x="21378" y="4708"/>
                            <a:pt x="20131" y="4292"/>
                          </a:cubicBezTo>
                          <a:cubicBezTo>
                            <a:pt x="18886" y="3877"/>
                            <a:pt x="17528" y="3655"/>
                            <a:pt x="16089" y="3655"/>
                          </a:cubicBezTo>
                          <a:cubicBezTo>
                            <a:pt x="14538" y="3655"/>
                            <a:pt x="13126" y="3988"/>
                            <a:pt x="11880" y="4624"/>
                          </a:cubicBezTo>
                          <a:cubicBezTo>
                            <a:pt x="10606" y="5261"/>
                            <a:pt x="9526" y="6120"/>
                            <a:pt x="8612" y="7172"/>
                          </a:cubicBezTo>
                          <a:cubicBezTo>
                            <a:pt x="7698" y="8224"/>
                            <a:pt x="7006" y="9470"/>
                            <a:pt x="6507" y="10883"/>
                          </a:cubicBezTo>
                          <a:cubicBezTo>
                            <a:pt x="6009" y="12295"/>
                            <a:pt x="5815" y="13818"/>
                            <a:pt x="5898" y="15396"/>
                          </a:cubicBezTo>
                          <a:lnTo>
                            <a:pt x="1385" y="15396"/>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762" name="Freeform 3761">
                    <a:extLst>
                      <a:ext uri="{FF2B5EF4-FFF2-40B4-BE49-F238E27FC236}">
                        <a16:creationId xmlns:a16="http://schemas.microsoft.com/office/drawing/2014/main" id="{91C50702-DA82-F9C2-63DD-71FE6A75027D}"/>
                      </a:ext>
                    </a:extLst>
                  </p:cNvPr>
                  <p:cNvSpPr/>
                  <p:nvPr/>
                </p:nvSpPr>
                <p:spPr>
                  <a:xfrm>
                    <a:off x="3621993" y="377842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nvGrpSpPr>
                <p:cNvPr id="15" name="Group 14">
                  <a:extLst>
                    <a:ext uri="{FF2B5EF4-FFF2-40B4-BE49-F238E27FC236}">
                      <a16:creationId xmlns:a16="http://schemas.microsoft.com/office/drawing/2014/main" id="{5DA27EEB-A5FD-48EC-8BAC-18BC20C1B52C}"/>
                    </a:ext>
                  </a:extLst>
                </p:cNvPr>
                <p:cNvGrpSpPr/>
                <p:nvPr/>
              </p:nvGrpSpPr>
              <p:grpSpPr>
                <a:xfrm>
                  <a:off x="3630880" y="6264296"/>
                  <a:ext cx="2490716" cy="208820"/>
                  <a:chOff x="3630880" y="6264296"/>
                  <a:chExt cx="2490716" cy="208820"/>
                </a:xfrm>
              </p:grpSpPr>
              <p:grpSp>
                <p:nvGrpSpPr>
                  <p:cNvPr id="3770" name="Graphic 14">
                    <a:extLst>
                      <a:ext uri="{FF2B5EF4-FFF2-40B4-BE49-F238E27FC236}">
                        <a16:creationId xmlns:a16="http://schemas.microsoft.com/office/drawing/2014/main" id="{81935706-FF18-C855-9B4C-D4BEE6280E7D}"/>
                      </a:ext>
                    </a:extLst>
                  </p:cNvPr>
                  <p:cNvGrpSpPr/>
                  <p:nvPr/>
                </p:nvGrpSpPr>
                <p:grpSpPr>
                  <a:xfrm>
                    <a:off x="4055109" y="6264296"/>
                    <a:ext cx="2066487" cy="208820"/>
                    <a:chOff x="2571300" y="4173995"/>
                    <a:chExt cx="608351" cy="61474"/>
                  </a:xfrm>
                  <a:solidFill>
                    <a:srgbClr val="8371B3"/>
                  </a:solidFill>
                </p:grpSpPr>
                <p:sp>
                  <p:nvSpPr>
                    <p:cNvPr id="3771" name="Freeform 3770">
                      <a:extLst>
                        <a:ext uri="{FF2B5EF4-FFF2-40B4-BE49-F238E27FC236}">
                          <a16:creationId xmlns:a16="http://schemas.microsoft.com/office/drawing/2014/main" id="{1F557EC0-E7E3-CEBD-A023-A463B52F52D3}"/>
                        </a:ext>
                      </a:extLst>
                    </p:cNvPr>
                    <p:cNvSpPr/>
                    <p:nvPr/>
                  </p:nvSpPr>
                  <p:spPr>
                    <a:xfrm>
                      <a:off x="2571300" y="4186484"/>
                      <a:ext cx="31152" cy="48930"/>
                    </a:xfrm>
                    <a:custGeom>
                      <a:avLst/>
                      <a:gdLst>
                        <a:gd name="connsiteX0" fmla="*/ 3932 w 31152"/>
                        <a:gd name="connsiteY0" fmla="*/ 48931 h 48930"/>
                        <a:gd name="connsiteX1" fmla="*/ 0 w 31152"/>
                        <a:gd name="connsiteY1" fmla="*/ 48931 h 48930"/>
                        <a:gd name="connsiteX2" fmla="*/ 0 w 31152"/>
                        <a:gd name="connsiteY2" fmla="*/ 941 h 48930"/>
                        <a:gd name="connsiteX3" fmla="*/ 3932 w 31152"/>
                        <a:gd name="connsiteY3" fmla="*/ 941 h 48930"/>
                        <a:gd name="connsiteX4" fmla="*/ 3932 w 31152"/>
                        <a:gd name="connsiteY4" fmla="*/ 6978 h 48930"/>
                        <a:gd name="connsiteX5" fmla="*/ 4071 w 31152"/>
                        <a:gd name="connsiteY5" fmla="*/ 6978 h 48930"/>
                        <a:gd name="connsiteX6" fmla="*/ 6258 w 31152"/>
                        <a:gd name="connsiteY6" fmla="*/ 3988 h 48930"/>
                        <a:gd name="connsiteX7" fmla="*/ 9194 w 31152"/>
                        <a:gd name="connsiteY7" fmla="*/ 1800 h 48930"/>
                        <a:gd name="connsiteX8" fmla="*/ 12489 w 31152"/>
                        <a:gd name="connsiteY8" fmla="*/ 471 h 48930"/>
                        <a:gd name="connsiteX9" fmla="*/ 15839 w 31152"/>
                        <a:gd name="connsiteY9" fmla="*/ 0 h 48930"/>
                        <a:gd name="connsiteX10" fmla="*/ 22845 w 31152"/>
                        <a:gd name="connsiteY10" fmla="*/ 1385 h 48930"/>
                        <a:gd name="connsiteX11" fmla="*/ 27581 w 31152"/>
                        <a:gd name="connsiteY11" fmla="*/ 5206 h 48930"/>
                        <a:gd name="connsiteX12" fmla="*/ 30294 w 31152"/>
                        <a:gd name="connsiteY12" fmla="*/ 10966 h 48930"/>
                        <a:gd name="connsiteX13" fmla="*/ 31153 w 31152"/>
                        <a:gd name="connsiteY13" fmla="*/ 18083 h 48930"/>
                        <a:gd name="connsiteX14" fmla="*/ 30239 w 31152"/>
                        <a:gd name="connsiteY14" fmla="*/ 25005 h 48930"/>
                        <a:gd name="connsiteX15" fmla="*/ 27442 w 31152"/>
                        <a:gd name="connsiteY15" fmla="*/ 30820 h 48930"/>
                        <a:gd name="connsiteX16" fmla="*/ 22735 w 31152"/>
                        <a:gd name="connsiteY16" fmla="*/ 34808 h 48930"/>
                        <a:gd name="connsiteX17" fmla="*/ 16033 w 31152"/>
                        <a:gd name="connsiteY17" fmla="*/ 36303 h 48930"/>
                        <a:gd name="connsiteX18" fmla="*/ 9110 w 31152"/>
                        <a:gd name="connsiteY18" fmla="*/ 34670 h 48930"/>
                        <a:gd name="connsiteX19" fmla="*/ 3904 w 31152"/>
                        <a:gd name="connsiteY19" fmla="*/ 29851 h 48930"/>
                        <a:gd name="connsiteX20" fmla="*/ 3904 w 31152"/>
                        <a:gd name="connsiteY20" fmla="*/ 48931 h 48930"/>
                        <a:gd name="connsiteX21" fmla="*/ 3932 w 31152"/>
                        <a:gd name="connsiteY21" fmla="*/ 18304 h 48930"/>
                        <a:gd name="connsiteX22" fmla="*/ 4708 w 31152"/>
                        <a:gd name="connsiteY22" fmla="*/ 23842 h 48930"/>
                        <a:gd name="connsiteX23" fmla="*/ 6978 w 31152"/>
                        <a:gd name="connsiteY23" fmla="*/ 28439 h 48930"/>
                        <a:gd name="connsiteX24" fmla="*/ 10578 w 31152"/>
                        <a:gd name="connsiteY24" fmla="*/ 31568 h 48930"/>
                        <a:gd name="connsiteX25" fmla="*/ 15396 w 31152"/>
                        <a:gd name="connsiteY25" fmla="*/ 32731 h 48930"/>
                        <a:gd name="connsiteX26" fmla="*/ 20658 w 31152"/>
                        <a:gd name="connsiteY26" fmla="*/ 31513 h 48930"/>
                        <a:gd name="connsiteX27" fmla="*/ 24368 w 31152"/>
                        <a:gd name="connsiteY27" fmla="*/ 28162 h 48930"/>
                        <a:gd name="connsiteX28" fmla="*/ 26473 w 31152"/>
                        <a:gd name="connsiteY28" fmla="*/ 23205 h 48930"/>
                        <a:gd name="connsiteX29" fmla="*/ 26999 w 31152"/>
                        <a:gd name="connsiteY29" fmla="*/ 17113 h 48930"/>
                        <a:gd name="connsiteX30" fmla="*/ 26113 w 31152"/>
                        <a:gd name="connsiteY30" fmla="*/ 11353 h 48930"/>
                        <a:gd name="connsiteX31" fmla="*/ 23648 w 31152"/>
                        <a:gd name="connsiteY31" fmla="*/ 7145 h 48930"/>
                        <a:gd name="connsiteX32" fmla="*/ 19993 w 31152"/>
                        <a:gd name="connsiteY32" fmla="*/ 4514 h 48930"/>
                        <a:gd name="connsiteX33" fmla="*/ 15396 w 31152"/>
                        <a:gd name="connsiteY33" fmla="*/ 3628 h 48930"/>
                        <a:gd name="connsiteX34" fmla="*/ 10495 w 31152"/>
                        <a:gd name="connsiteY34" fmla="*/ 4763 h 48930"/>
                        <a:gd name="connsiteX35" fmla="*/ 6895 w 31152"/>
                        <a:gd name="connsiteY35" fmla="*/ 7864 h 48930"/>
                        <a:gd name="connsiteX36" fmla="*/ 4708 w 31152"/>
                        <a:gd name="connsiteY36" fmla="*/ 12517 h 48930"/>
                        <a:gd name="connsiteX37" fmla="*/ 3960 w 31152"/>
                        <a:gd name="connsiteY37" fmla="*/ 18332 h 48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930">
                          <a:moveTo>
                            <a:pt x="3932" y="48931"/>
                          </a:moveTo>
                          <a:lnTo>
                            <a:pt x="0" y="48931"/>
                          </a:lnTo>
                          <a:lnTo>
                            <a:pt x="0" y="941"/>
                          </a:lnTo>
                          <a:lnTo>
                            <a:pt x="3932" y="941"/>
                          </a:lnTo>
                          <a:lnTo>
                            <a:pt x="3932" y="6978"/>
                          </a:lnTo>
                          <a:lnTo>
                            <a:pt x="4071" y="6978"/>
                          </a:lnTo>
                          <a:cubicBezTo>
                            <a:pt x="4624" y="5871"/>
                            <a:pt x="5372" y="4874"/>
                            <a:pt x="6258" y="3988"/>
                          </a:cubicBezTo>
                          <a:cubicBezTo>
                            <a:pt x="7144" y="3101"/>
                            <a:pt x="8141" y="2381"/>
                            <a:pt x="9194" y="1800"/>
                          </a:cubicBezTo>
                          <a:cubicBezTo>
                            <a:pt x="10274" y="1219"/>
                            <a:pt x="11353" y="775"/>
                            <a:pt x="12489" y="471"/>
                          </a:cubicBezTo>
                          <a:cubicBezTo>
                            <a:pt x="13624" y="166"/>
                            <a:pt x="14732" y="0"/>
                            <a:pt x="15839" y="0"/>
                          </a:cubicBezTo>
                          <a:cubicBezTo>
                            <a:pt x="18581" y="0"/>
                            <a:pt x="20935" y="471"/>
                            <a:pt x="22845" y="1385"/>
                          </a:cubicBezTo>
                          <a:cubicBezTo>
                            <a:pt x="24756" y="2299"/>
                            <a:pt x="26362" y="3600"/>
                            <a:pt x="27581" y="5206"/>
                          </a:cubicBezTo>
                          <a:cubicBezTo>
                            <a:pt x="28799" y="6812"/>
                            <a:pt x="29741" y="8751"/>
                            <a:pt x="30294" y="10966"/>
                          </a:cubicBezTo>
                          <a:cubicBezTo>
                            <a:pt x="30848" y="13181"/>
                            <a:pt x="31153" y="15563"/>
                            <a:pt x="31153" y="18083"/>
                          </a:cubicBezTo>
                          <a:cubicBezTo>
                            <a:pt x="31153" y="20464"/>
                            <a:pt x="30848" y="22790"/>
                            <a:pt x="30239" y="25005"/>
                          </a:cubicBezTo>
                          <a:cubicBezTo>
                            <a:pt x="29630" y="27221"/>
                            <a:pt x="28688" y="29159"/>
                            <a:pt x="27442" y="30820"/>
                          </a:cubicBezTo>
                          <a:cubicBezTo>
                            <a:pt x="26196" y="32482"/>
                            <a:pt x="24618" y="33811"/>
                            <a:pt x="22735" y="34808"/>
                          </a:cubicBezTo>
                          <a:cubicBezTo>
                            <a:pt x="20824" y="35805"/>
                            <a:pt x="18609" y="36303"/>
                            <a:pt x="16033" y="36303"/>
                          </a:cubicBezTo>
                          <a:cubicBezTo>
                            <a:pt x="13624" y="36303"/>
                            <a:pt x="11326" y="35750"/>
                            <a:pt x="9110" y="34670"/>
                          </a:cubicBezTo>
                          <a:cubicBezTo>
                            <a:pt x="6895" y="33590"/>
                            <a:pt x="5178" y="31984"/>
                            <a:pt x="3904" y="29851"/>
                          </a:cubicBezTo>
                          <a:lnTo>
                            <a:pt x="3904" y="48931"/>
                          </a:lnTo>
                          <a:close/>
                          <a:moveTo>
                            <a:pt x="3932" y="18304"/>
                          </a:moveTo>
                          <a:cubicBezTo>
                            <a:pt x="3932" y="20243"/>
                            <a:pt x="4181" y="22098"/>
                            <a:pt x="4708" y="23842"/>
                          </a:cubicBezTo>
                          <a:cubicBezTo>
                            <a:pt x="5234" y="25587"/>
                            <a:pt x="5981" y="27110"/>
                            <a:pt x="6978" y="28439"/>
                          </a:cubicBezTo>
                          <a:cubicBezTo>
                            <a:pt x="7947" y="29740"/>
                            <a:pt x="9166" y="30793"/>
                            <a:pt x="10578" y="31568"/>
                          </a:cubicBezTo>
                          <a:cubicBezTo>
                            <a:pt x="11990" y="32344"/>
                            <a:pt x="13596" y="32731"/>
                            <a:pt x="15396" y="32731"/>
                          </a:cubicBezTo>
                          <a:cubicBezTo>
                            <a:pt x="17418" y="32731"/>
                            <a:pt x="19162" y="32316"/>
                            <a:pt x="20658" y="31513"/>
                          </a:cubicBezTo>
                          <a:cubicBezTo>
                            <a:pt x="22153" y="30682"/>
                            <a:pt x="23399" y="29574"/>
                            <a:pt x="24368" y="28162"/>
                          </a:cubicBezTo>
                          <a:cubicBezTo>
                            <a:pt x="25338" y="26750"/>
                            <a:pt x="26030" y="25089"/>
                            <a:pt x="26473" y="23205"/>
                          </a:cubicBezTo>
                          <a:cubicBezTo>
                            <a:pt x="26916" y="21323"/>
                            <a:pt x="27082" y="19301"/>
                            <a:pt x="26999" y="17113"/>
                          </a:cubicBezTo>
                          <a:cubicBezTo>
                            <a:pt x="26999" y="14953"/>
                            <a:pt x="26694" y="13015"/>
                            <a:pt x="26113" y="11353"/>
                          </a:cubicBezTo>
                          <a:cubicBezTo>
                            <a:pt x="25531" y="9692"/>
                            <a:pt x="24701" y="8280"/>
                            <a:pt x="23648" y="7145"/>
                          </a:cubicBezTo>
                          <a:cubicBezTo>
                            <a:pt x="22596" y="5981"/>
                            <a:pt x="21378" y="5123"/>
                            <a:pt x="19993" y="4514"/>
                          </a:cubicBezTo>
                          <a:cubicBezTo>
                            <a:pt x="18609" y="3905"/>
                            <a:pt x="17058" y="3628"/>
                            <a:pt x="15396" y="3628"/>
                          </a:cubicBezTo>
                          <a:cubicBezTo>
                            <a:pt x="13569" y="3628"/>
                            <a:pt x="11935" y="4015"/>
                            <a:pt x="10495" y="4763"/>
                          </a:cubicBezTo>
                          <a:cubicBezTo>
                            <a:pt x="9055" y="5511"/>
                            <a:pt x="7864" y="6535"/>
                            <a:pt x="6895" y="7864"/>
                          </a:cubicBezTo>
                          <a:cubicBezTo>
                            <a:pt x="5926" y="9166"/>
                            <a:pt x="5206" y="10717"/>
                            <a:pt x="4708" y="12517"/>
                          </a:cubicBezTo>
                          <a:cubicBezTo>
                            <a:pt x="4209" y="14317"/>
                            <a:pt x="3960" y="16255"/>
                            <a:pt x="3960" y="18332"/>
                          </a:cubicBezTo>
                          <a:close/>
                        </a:path>
                      </a:pathLst>
                    </a:custGeom>
                    <a:solidFill>
                      <a:srgbClr val="8371B3"/>
                    </a:solidFill>
                    <a:ln w="2767" cap="flat">
                      <a:noFill/>
                      <a:prstDash val="solid"/>
                      <a:miter/>
                    </a:ln>
                  </p:spPr>
                  <p:txBody>
                    <a:bodyPr rtlCol="0" anchor="ctr"/>
                    <a:lstStyle/>
                    <a:p>
                      <a:endParaRPr lang="en-US"/>
                    </a:p>
                  </p:txBody>
                </p:sp>
                <p:sp>
                  <p:nvSpPr>
                    <p:cNvPr id="3772" name="Freeform 3771">
                      <a:extLst>
                        <a:ext uri="{FF2B5EF4-FFF2-40B4-BE49-F238E27FC236}">
                          <a16:creationId xmlns:a16="http://schemas.microsoft.com/office/drawing/2014/main" id="{346459F3-F911-8CCA-68F0-5ABDD8BD5231}"/>
                        </a:ext>
                      </a:extLst>
                    </p:cNvPr>
                    <p:cNvSpPr/>
                    <p:nvPr/>
                  </p:nvSpPr>
                  <p:spPr>
                    <a:xfrm>
                      <a:off x="2611065" y="4186511"/>
                      <a:ext cx="15147" cy="35361"/>
                    </a:xfrm>
                    <a:custGeom>
                      <a:avLst/>
                      <a:gdLst>
                        <a:gd name="connsiteX0" fmla="*/ 3932 w 15147"/>
                        <a:gd name="connsiteY0" fmla="*/ 35362 h 35361"/>
                        <a:gd name="connsiteX1" fmla="*/ 0 w 15147"/>
                        <a:gd name="connsiteY1" fmla="*/ 35362 h 35361"/>
                        <a:gd name="connsiteX2" fmla="*/ 0 w 15147"/>
                        <a:gd name="connsiteY2" fmla="*/ 941 h 35361"/>
                        <a:gd name="connsiteX3" fmla="*/ 3932 w 15147"/>
                        <a:gd name="connsiteY3" fmla="*/ 941 h 35361"/>
                        <a:gd name="connsiteX4" fmla="*/ 3932 w 15147"/>
                        <a:gd name="connsiteY4" fmla="*/ 7394 h 35361"/>
                        <a:gd name="connsiteX5" fmla="*/ 4071 w 15147"/>
                        <a:gd name="connsiteY5" fmla="*/ 7394 h 35361"/>
                        <a:gd name="connsiteX6" fmla="*/ 8307 w 15147"/>
                        <a:gd name="connsiteY6" fmla="*/ 1634 h 35361"/>
                        <a:gd name="connsiteX7" fmla="*/ 15147 w 15147"/>
                        <a:gd name="connsiteY7" fmla="*/ 0 h 35361"/>
                        <a:gd name="connsiteX8" fmla="*/ 15147 w 15147"/>
                        <a:gd name="connsiteY8" fmla="*/ 4320 h 35361"/>
                        <a:gd name="connsiteX9" fmla="*/ 9637 w 15147"/>
                        <a:gd name="connsiteY9" fmla="*/ 5372 h 35361"/>
                        <a:gd name="connsiteX10" fmla="*/ 6203 w 15147"/>
                        <a:gd name="connsiteY10" fmla="*/ 8418 h 35361"/>
                        <a:gd name="connsiteX11" fmla="*/ 4431 w 15147"/>
                        <a:gd name="connsiteY11" fmla="*/ 12960 h 35361"/>
                        <a:gd name="connsiteX12" fmla="*/ 3932 w 15147"/>
                        <a:gd name="connsiteY12" fmla="*/ 18443 h 35361"/>
                        <a:gd name="connsiteX13" fmla="*/ 3932 w 15147"/>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7" h="35361">
                          <a:moveTo>
                            <a:pt x="3932" y="35362"/>
                          </a:moveTo>
                          <a:lnTo>
                            <a:pt x="0" y="35362"/>
                          </a:lnTo>
                          <a:lnTo>
                            <a:pt x="0" y="941"/>
                          </a:lnTo>
                          <a:lnTo>
                            <a:pt x="3932" y="941"/>
                          </a:lnTo>
                          <a:lnTo>
                            <a:pt x="3932" y="7394"/>
                          </a:lnTo>
                          <a:lnTo>
                            <a:pt x="4071" y="7394"/>
                          </a:lnTo>
                          <a:cubicBezTo>
                            <a:pt x="5151" y="4652"/>
                            <a:pt x="6563" y="2741"/>
                            <a:pt x="8307" y="1634"/>
                          </a:cubicBezTo>
                          <a:cubicBezTo>
                            <a:pt x="10024" y="554"/>
                            <a:pt x="12323" y="0"/>
                            <a:pt x="15147" y="0"/>
                          </a:cubicBezTo>
                          <a:lnTo>
                            <a:pt x="15147" y="4320"/>
                          </a:lnTo>
                          <a:cubicBezTo>
                            <a:pt x="12932" y="4265"/>
                            <a:pt x="11077" y="4625"/>
                            <a:pt x="9637" y="5372"/>
                          </a:cubicBezTo>
                          <a:cubicBezTo>
                            <a:pt x="8197" y="6120"/>
                            <a:pt x="7061" y="7144"/>
                            <a:pt x="6203" y="8418"/>
                          </a:cubicBezTo>
                          <a:cubicBezTo>
                            <a:pt x="5344" y="9692"/>
                            <a:pt x="4763" y="11215"/>
                            <a:pt x="4431" y="12960"/>
                          </a:cubicBezTo>
                          <a:cubicBezTo>
                            <a:pt x="4098" y="14704"/>
                            <a:pt x="3932" y="16532"/>
                            <a:pt x="3932" y="18443"/>
                          </a:cubicBezTo>
                          <a:lnTo>
                            <a:pt x="3932" y="35334"/>
                          </a:lnTo>
                          <a:close/>
                        </a:path>
                      </a:pathLst>
                    </a:custGeom>
                    <a:solidFill>
                      <a:srgbClr val="8371B3"/>
                    </a:solidFill>
                    <a:ln w="2767" cap="flat">
                      <a:noFill/>
                      <a:prstDash val="solid"/>
                      <a:miter/>
                    </a:ln>
                  </p:spPr>
                  <p:txBody>
                    <a:bodyPr rtlCol="0" anchor="ctr"/>
                    <a:lstStyle/>
                    <a:p>
                      <a:endParaRPr lang="en-US"/>
                    </a:p>
                  </p:txBody>
                </p:sp>
                <p:sp>
                  <p:nvSpPr>
                    <p:cNvPr id="3773" name="Freeform 3772">
                      <a:extLst>
                        <a:ext uri="{FF2B5EF4-FFF2-40B4-BE49-F238E27FC236}">
                          <a16:creationId xmlns:a16="http://schemas.microsoft.com/office/drawing/2014/main" id="{0794CE0C-DE16-F440-1961-790D38351892}"/>
                        </a:ext>
                      </a:extLst>
                    </p:cNvPr>
                    <p:cNvSpPr/>
                    <p:nvPr/>
                  </p:nvSpPr>
                  <p:spPr>
                    <a:xfrm>
                      <a:off x="2630920" y="4186539"/>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4 h 36303"/>
                        <a:gd name="connsiteX5" fmla="*/ 22209 w 30517"/>
                        <a:gd name="connsiteY5" fmla="*/ 30654 h 36303"/>
                        <a:gd name="connsiteX6" fmla="*/ 25864 w 30517"/>
                        <a:gd name="connsiteY6" fmla="*/ 24811 h 36303"/>
                        <a:gd name="connsiteX7" fmla="*/ 30239 w 30517"/>
                        <a:gd name="connsiteY7" fmla="*/ 24811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34 w 30517"/>
                        <a:gd name="connsiteY23" fmla="*/ 15729 h 36303"/>
                        <a:gd name="connsiteX24" fmla="*/ 25642 w 30517"/>
                        <a:gd name="connsiteY24" fmla="*/ 10966 h 36303"/>
                        <a:gd name="connsiteX25" fmla="*/ 23621 w 30517"/>
                        <a:gd name="connsiteY25" fmla="*/ 7117 h 36303"/>
                        <a:gd name="connsiteX26" fmla="*/ 20242 w 30517"/>
                        <a:gd name="connsiteY26" fmla="*/ 4514 h 36303"/>
                        <a:gd name="connsiteX27" fmla="*/ 15590 w 30517"/>
                        <a:gd name="connsiteY27" fmla="*/ 3545 h 36303"/>
                        <a:gd name="connsiteX28" fmla="*/ 10966 w 30517"/>
                        <a:gd name="connsiteY28" fmla="*/ 4541 h 36303"/>
                        <a:gd name="connsiteX29" fmla="*/ 7560 w 30517"/>
                        <a:gd name="connsiteY29" fmla="*/ 7200 h 36303"/>
                        <a:gd name="connsiteX30" fmla="*/ 5289 w 30517"/>
                        <a:gd name="connsiteY30" fmla="*/ 11049 h 36303"/>
                        <a:gd name="connsiteX31" fmla="*/ 4181 w 30517"/>
                        <a:gd name="connsiteY31" fmla="*/ 15701 h 36303"/>
                        <a:gd name="connsiteX32" fmla="*/ 26307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16"/>
                            <a:pt x="13707" y="32704"/>
                            <a:pt x="15590" y="32704"/>
                          </a:cubicBezTo>
                          <a:cubicBezTo>
                            <a:pt x="18166" y="32704"/>
                            <a:pt x="20381" y="32011"/>
                            <a:pt x="22209" y="30654"/>
                          </a:cubicBezTo>
                          <a:cubicBezTo>
                            <a:pt x="24036" y="29297"/>
                            <a:pt x="25254" y="27331"/>
                            <a:pt x="25864" y="24811"/>
                          </a:cubicBezTo>
                          <a:lnTo>
                            <a:pt x="30239" y="24811"/>
                          </a:lnTo>
                          <a:cubicBezTo>
                            <a:pt x="29768" y="26445"/>
                            <a:pt x="29131" y="27968"/>
                            <a:pt x="28328" y="29353"/>
                          </a:cubicBezTo>
                          <a:cubicBezTo>
                            <a:pt x="27525" y="30737"/>
                            <a:pt x="26556" y="31956"/>
                            <a:pt x="25393" y="33008"/>
                          </a:cubicBezTo>
                          <a:cubicBezTo>
                            <a:pt x="24202" y="34060"/>
                            <a:pt x="22818" y="34863"/>
                            <a:pt x="21212" y="35445"/>
                          </a:cubicBezTo>
                          <a:cubicBezTo>
                            <a:pt x="19606" y="36026"/>
                            <a:pt x="17723" y="36303"/>
                            <a:pt x="15590" y="36303"/>
                          </a:cubicBezTo>
                          <a:cubicBezTo>
                            <a:pt x="12877" y="36303"/>
                            <a:pt x="10550" y="35833"/>
                            <a:pt x="8584" y="34919"/>
                          </a:cubicBezTo>
                          <a:cubicBezTo>
                            <a:pt x="6618" y="33977"/>
                            <a:pt x="5012" y="32704"/>
                            <a:pt x="3738" y="31097"/>
                          </a:cubicBezTo>
                          <a:cubicBezTo>
                            <a:pt x="2465" y="29491"/>
                            <a:pt x="1523" y="27580"/>
                            <a:pt x="914" y="25393"/>
                          </a:cubicBezTo>
                          <a:cubicBezTo>
                            <a:pt x="305" y="23205"/>
                            <a:pt x="0" y="20852"/>
                            <a:pt x="0" y="18304"/>
                          </a:cubicBezTo>
                          <a:cubicBezTo>
                            <a:pt x="0" y="15757"/>
                            <a:pt x="360" y="13403"/>
                            <a:pt x="1080" y="11187"/>
                          </a:cubicBezTo>
                          <a:cubicBezTo>
                            <a:pt x="1800" y="8972"/>
                            <a:pt x="2825" y="7034"/>
                            <a:pt x="4154" y="5372"/>
                          </a:cubicBezTo>
                          <a:cubicBezTo>
                            <a:pt x="5483" y="3711"/>
                            <a:pt x="7117" y="2409"/>
                            <a:pt x="9027" y="1440"/>
                          </a:cubicBezTo>
                          <a:cubicBezTo>
                            <a:pt x="10938" y="471"/>
                            <a:pt x="13126" y="0"/>
                            <a:pt x="15590" y="0"/>
                          </a:cubicBezTo>
                          <a:cubicBezTo>
                            <a:pt x="20270" y="0"/>
                            <a:pt x="23925" y="1634"/>
                            <a:pt x="26584" y="4874"/>
                          </a:cubicBezTo>
                          <a:cubicBezTo>
                            <a:pt x="29242" y="8114"/>
                            <a:pt x="30571" y="12849"/>
                            <a:pt x="30516" y="19052"/>
                          </a:cubicBezTo>
                          <a:lnTo>
                            <a:pt x="4181" y="19052"/>
                          </a:lnTo>
                          <a:close/>
                          <a:moveTo>
                            <a:pt x="26334" y="15729"/>
                          </a:moveTo>
                          <a:cubicBezTo>
                            <a:pt x="26334" y="14039"/>
                            <a:pt x="26113" y="12461"/>
                            <a:pt x="25642" y="10966"/>
                          </a:cubicBezTo>
                          <a:cubicBezTo>
                            <a:pt x="25171" y="9471"/>
                            <a:pt x="24507" y="8197"/>
                            <a:pt x="23621" y="7117"/>
                          </a:cubicBezTo>
                          <a:cubicBezTo>
                            <a:pt x="22735" y="6037"/>
                            <a:pt x="21599" y="5178"/>
                            <a:pt x="20242" y="4514"/>
                          </a:cubicBezTo>
                          <a:cubicBezTo>
                            <a:pt x="18886" y="3877"/>
                            <a:pt x="17335" y="3545"/>
                            <a:pt x="15590" y="3545"/>
                          </a:cubicBezTo>
                          <a:cubicBezTo>
                            <a:pt x="13846" y="3545"/>
                            <a:pt x="12295" y="3877"/>
                            <a:pt x="10966" y="4541"/>
                          </a:cubicBezTo>
                          <a:cubicBezTo>
                            <a:pt x="9637" y="5206"/>
                            <a:pt x="8501" y="6092"/>
                            <a:pt x="7560" y="7200"/>
                          </a:cubicBezTo>
                          <a:cubicBezTo>
                            <a:pt x="6618" y="8307"/>
                            <a:pt x="5871" y="9581"/>
                            <a:pt x="5289" y="11049"/>
                          </a:cubicBezTo>
                          <a:cubicBezTo>
                            <a:pt x="4708" y="12517"/>
                            <a:pt x="4348" y="14067"/>
                            <a:pt x="4181" y="15701"/>
                          </a:cubicBezTo>
                          <a:lnTo>
                            <a:pt x="26307" y="15701"/>
                          </a:lnTo>
                          <a:close/>
                        </a:path>
                      </a:pathLst>
                    </a:custGeom>
                    <a:solidFill>
                      <a:srgbClr val="8371B3"/>
                    </a:solidFill>
                    <a:ln w="2767" cap="flat">
                      <a:noFill/>
                      <a:prstDash val="solid"/>
                      <a:miter/>
                    </a:ln>
                  </p:spPr>
                  <p:txBody>
                    <a:bodyPr rtlCol="0" anchor="ctr"/>
                    <a:lstStyle/>
                    <a:p>
                      <a:endParaRPr lang="en-US"/>
                    </a:p>
                  </p:txBody>
                </p:sp>
                <p:sp>
                  <p:nvSpPr>
                    <p:cNvPr id="3774" name="Freeform 3773">
                      <a:extLst>
                        <a:ext uri="{FF2B5EF4-FFF2-40B4-BE49-F238E27FC236}">
                          <a16:creationId xmlns:a16="http://schemas.microsoft.com/office/drawing/2014/main" id="{BF474F72-55B8-E5E3-28EE-218862343B13}"/>
                        </a:ext>
                      </a:extLst>
                    </p:cNvPr>
                    <p:cNvSpPr/>
                    <p:nvPr/>
                  </p:nvSpPr>
                  <p:spPr>
                    <a:xfrm>
                      <a:off x="2665506" y="4187453"/>
                      <a:ext cx="30515" cy="34420"/>
                    </a:xfrm>
                    <a:custGeom>
                      <a:avLst/>
                      <a:gdLst>
                        <a:gd name="connsiteX0" fmla="*/ 0 w 30515"/>
                        <a:gd name="connsiteY0" fmla="*/ 0 h 34420"/>
                        <a:gd name="connsiteX1" fmla="*/ 4264 w 30515"/>
                        <a:gd name="connsiteY1" fmla="*/ 0 h 34420"/>
                        <a:gd name="connsiteX2" fmla="*/ 15258 w 30515"/>
                        <a:gd name="connsiteY2" fmla="*/ 29519 h 34420"/>
                        <a:gd name="connsiteX3" fmla="*/ 26251 w 30515"/>
                        <a:gd name="connsiteY3" fmla="*/ 0 h 34420"/>
                        <a:gd name="connsiteX4" fmla="*/ 30516 w 30515"/>
                        <a:gd name="connsiteY4" fmla="*/ 0 h 34420"/>
                        <a:gd name="connsiteX5" fmla="*/ 17362 w 30515"/>
                        <a:gd name="connsiteY5" fmla="*/ 34420 h 34420"/>
                        <a:gd name="connsiteX6" fmla="*/ 12987 w 30515"/>
                        <a:gd name="connsiteY6" fmla="*/ 34420 h 34420"/>
                        <a:gd name="connsiteX7" fmla="*/ 28 w 30515"/>
                        <a:gd name="connsiteY7" fmla="*/ 0 h 3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5" h="34420">
                          <a:moveTo>
                            <a:pt x="0" y="0"/>
                          </a:moveTo>
                          <a:lnTo>
                            <a:pt x="4264" y="0"/>
                          </a:lnTo>
                          <a:lnTo>
                            <a:pt x="15258" y="29519"/>
                          </a:lnTo>
                          <a:lnTo>
                            <a:pt x="26251" y="0"/>
                          </a:lnTo>
                          <a:lnTo>
                            <a:pt x="30516" y="0"/>
                          </a:lnTo>
                          <a:lnTo>
                            <a:pt x="17362" y="34420"/>
                          </a:lnTo>
                          <a:lnTo>
                            <a:pt x="12987" y="34420"/>
                          </a:lnTo>
                          <a:lnTo>
                            <a:pt x="28" y="0"/>
                          </a:lnTo>
                          <a:close/>
                        </a:path>
                      </a:pathLst>
                    </a:custGeom>
                    <a:solidFill>
                      <a:srgbClr val="8371B3"/>
                    </a:solidFill>
                    <a:ln w="2767" cap="flat">
                      <a:noFill/>
                      <a:prstDash val="solid"/>
                      <a:miter/>
                    </a:ln>
                  </p:spPr>
                  <p:txBody>
                    <a:bodyPr rtlCol="0" anchor="ctr"/>
                    <a:lstStyle/>
                    <a:p>
                      <a:endParaRPr lang="en-US"/>
                    </a:p>
                  </p:txBody>
                </p:sp>
                <p:sp>
                  <p:nvSpPr>
                    <p:cNvPr id="3775" name="Freeform 3774">
                      <a:extLst>
                        <a:ext uri="{FF2B5EF4-FFF2-40B4-BE49-F238E27FC236}">
                          <a16:creationId xmlns:a16="http://schemas.microsoft.com/office/drawing/2014/main" id="{8D093F02-6940-27D1-4C4D-B35453E2C97B}"/>
                        </a:ext>
                      </a:extLst>
                    </p:cNvPr>
                    <p:cNvSpPr/>
                    <p:nvPr/>
                  </p:nvSpPr>
                  <p:spPr>
                    <a:xfrm>
                      <a:off x="2702225" y="4173995"/>
                      <a:ext cx="4319" cy="47878"/>
                    </a:xfrm>
                    <a:custGeom>
                      <a:avLst/>
                      <a:gdLst>
                        <a:gd name="connsiteX0" fmla="*/ 0 w 4319"/>
                        <a:gd name="connsiteY0" fmla="*/ 5926 h 47878"/>
                        <a:gd name="connsiteX1" fmla="*/ 0 w 4319"/>
                        <a:gd name="connsiteY1" fmla="*/ 0 h 47878"/>
                        <a:gd name="connsiteX2" fmla="*/ 4320 w 4319"/>
                        <a:gd name="connsiteY2" fmla="*/ 0 h 47878"/>
                        <a:gd name="connsiteX3" fmla="*/ 4320 w 4319"/>
                        <a:gd name="connsiteY3" fmla="*/ 5926 h 47878"/>
                        <a:gd name="connsiteX4" fmla="*/ 0 w 4319"/>
                        <a:gd name="connsiteY4" fmla="*/ 5926 h 47878"/>
                        <a:gd name="connsiteX5" fmla="*/ 222 w 4319"/>
                        <a:gd name="connsiteY5" fmla="*/ 47878 h 47878"/>
                        <a:gd name="connsiteX6" fmla="*/ 222 w 4319"/>
                        <a:gd name="connsiteY6" fmla="*/ 13458 h 47878"/>
                        <a:gd name="connsiteX7" fmla="*/ 4154 w 4319"/>
                        <a:gd name="connsiteY7" fmla="*/ 13458 h 47878"/>
                        <a:gd name="connsiteX8" fmla="*/ 4154 w 4319"/>
                        <a:gd name="connsiteY8" fmla="*/ 47878 h 47878"/>
                        <a:gd name="connsiteX9" fmla="*/ 222 w 4319"/>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78">
                          <a:moveTo>
                            <a:pt x="0" y="5926"/>
                          </a:moveTo>
                          <a:lnTo>
                            <a:pt x="0" y="0"/>
                          </a:lnTo>
                          <a:lnTo>
                            <a:pt x="4320" y="0"/>
                          </a:lnTo>
                          <a:lnTo>
                            <a:pt x="4320" y="5926"/>
                          </a:lnTo>
                          <a:lnTo>
                            <a:pt x="0" y="5926"/>
                          </a:lnTo>
                          <a:close/>
                          <a:moveTo>
                            <a:pt x="222" y="47878"/>
                          </a:moveTo>
                          <a:lnTo>
                            <a:pt x="222" y="13458"/>
                          </a:lnTo>
                          <a:lnTo>
                            <a:pt x="4154" y="13458"/>
                          </a:lnTo>
                          <a:lnTo>
                            <a:pt x="4154" y="47878"/>
                          </a:lnTo>
                          <a:lnTo>
                            <a:pt x="222" y="47878"/>
                          </a:lnTo>
                          <a:close/>
                        </a:path>
                      </a:pathLst>
                    </a:custGeom>
                    <a:solidFill>
                      <a:srgbClr val="8371B3"/>
                    </a:solidFill>
                    <a:ln w="2767" cap="flat">
                      <a:noFill/>
                      <a:prstDash val="solid"/>
                      <a:miter/>
                    </a:ln>
                  </p:spPr>
                  <p:txBody>
                    <a:bodyPr rtlCol="0" anchor="ctr"/>
                    <a:lstStyle/>
                    <a:p>
                      <a:endParaRPr lang="en-US"/>
                    </a:p>
                  </p:txBody>
                </p:sp>
                <p:sp>
                  <p:nvSpPr>
                    <p:cNvPr id="3776" name="Freeform 3775">
                      <a:extLst>
                        <a:ext uri="{FF2B5EF4-FFF2-40B4-BE49-F238E27FC236}">
                          <a16:creationId xmlns:a16="http://schemas.microsoft.com/office/drawing/2014/main" id="{6871CFA7-3B00-AF26-1C65-DB35DA4AE92D}"/>
                        </a:ext>
                      </a:extLst>
                    </p:cNvPr>
                    <p:cNvSpPr/>
                    <p:nvPr/>
                  </p:nvSpPr>
                  <p:spPr>
                    <a:xfrm>
                      <a:off x="2714160" y="4186484"/>
                      <a:ext cx="31374" cy="36303"/>
                    </a:xfrm>
                    <a:custGeom>
                      <a:avLst/>
                      <a:gdLst>
                        <a:gd name="connsiteX0" fmla="*/ 15729 w 31374"/>
                        <a:gd name="connsiteY0" fmla="*/ 36303 h 36303"/>
                        <a:gd name="connsiteX1" fmla="*/ 9609 w 31374"/>
                        <a:gd name="connsiteY1" fmla="*/ 35113 h 36303"/>
                        <a:gd name="connsiteX2" fmla="*/ 4624 w 31374"/>
                        <a:gd name="connsiteY2" fmla="*/ 31735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7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0 h 36303"/>
                        <a:gd name="connsiteX28" fmla="*/ 10717 w 31374"/>
                        <a:gd name="connsiteY28" fmla="*/ 31651 h 36303"/>
                        <a:gd name="connsiteX29" fmla="*/ 15701 w 31374"/>
                        <a:gd name="connsiteY29" fmla="*/ 32704 h 36303"/>
                        <a:gd name="connsiteX30" fmla="*/ 20962 w 31374"/>
                        <a:gd name="connsiteY30" fmla="*/ 31485 h 36303"/>
                        <a:gd name="connsiteX31" fmla="*/ 24535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5"/>
                          </a:cubicBezTo>
                          <a:cubicBezTo>
                            <a:pt x="3212" y="30239"/>
                            <a:pt x="2077" y="28356"/>
                            <a:pt x="1246" y="26085"/>
                          </a:cubicBezTo>
                          <a:cubicBezTo>
                            <a:pt x="415" y="23814"/>
                            <a:pt x="0" y="21184"/>
                            <a:pt x="0" y="18166"/>
                          </a:cubicBezTo>
                          <a:cubicBezTo>
                            <a:pt x="0" y="15646"/>
                            <a:pt x="332" y="13292"/>
                            <a:pt x="969" y="11077"/>
                          </a:cubicBezTo>
                          <a:cubicBezTo>
                            <a:pt x="1634" y="8889"/>
                            <a:pt x="2603" y="6978"/>
                            <a:pt x="3904" y="5317"/>
                          </a:cubicBezTo>
                          <a:cubicBezTo>
                            <a:pt x="5206" y="3655"/>
                            <a:pt x="6840" y="2381"/>
                            <a:pt x="8806" y="1440"/>
                          </a:cubicBezTo>
                          <a:cubicBezTo>
                            <a:pt x="10772" y="499"/>
                            <a:pt x="13070" y="0"/>
                            <a:pt x="15673" y="0"/>
                          </a:cubicBezTo>
                          <a:cubicBezTo>
                            <a:pt x="18276" y="0"/>
                            <a:pt x="20658" y="471"/>
                            <a:pt x="22624" y="1440"/>
                          </a:cubicBezTo>
                          <a:cubicBezTo>
                            <a:pt x="24590" y="2409"/>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897"/>
                            <a:pt x="24036" y="34144"/>
                            <a:pt x="22098" y="35002"/>
                          </a:cubicBezTo>
                          <a:cubicBezTo>
                            <a:pt x="20159" y="35860"/>
                            <a:pt x="17999" y="36303"/>
                            <a:pt x="15646" y="36303"/>
                          </a:cubicBezTo>
                          <a:close/>
                          <a:moveTo>
                            <a:pt x="27248" y="18166"/>
                          </a:moveTo>
                          <a:cubicBezTo>
                            <a:pt x="27248" y="16117"/>
                            <a:pt x="27027" y="14233"/>
                            <a:pt x="26584" y="12461"/>
                          </a:cubicBezTo>
                          <a:cubicBezTo>
                            <a:pt x="26141" y="10689"/>
                            <a:pt x="25476" y="9138"/>
                            <a:pt x="24562" y="7837"/>
                          </a:cubicBezTo>
                          <a:cubicBezTo>
                            <a:pt x="23648" y="6535"/>
                            <a:pt x="22458" y="5511"/>
                            <a:pt x="21018" y="4735"/>
                          </a:cubicBezTo>
                          <a:cubicBezTo>
                            <a:pt x="19578" y="3988"/>
                            <a:pt x="17806" y="3600"/>
                            <a:pt x="15701" y="3600"/>
                          </a:cubicBezTo>
                          <a:cubicBezTo>
                            <a:pt x="13596" y="3600"/>
                            <a:pt x="11880" y="4015"/>
                            <a:pt x="10440" y="4818"/>
                          </a:cubicBezTo>
                          <a:cubicBezTo>
                            <a:pt x="8972" y="5649"/>
                            <a:pt x="7781" y="6729"/>
                            <a:pt x="6867" y="8086"/>
                          </a:cubicBezTo>
                          <a:cubicBezTo>
                            <a:pt x="5954" y="9443"/>
                            <a:pt x="5261" y="10993"/>
                            <a:pt x="4846" y="12738"/>
                          </a:cubicBezTo>
                          <a:cubicBezTo>
                            <a:pt x="4431" y="14483"/>
                            <a:pt x="4181" y="16283"/>
                            <a:pt x="4181" y="18166"/>
                          </a:cubicBezTo>
                          <a:cubicBezTo>
                            <a:pt x="4181" y="20298"/>
                            <a:pt x="4431" y="22264"/>
                            <a:pt x="4929" y="24036"/>
                          </a:cubicBezTo>
                          <a:cubicBezTo>
                            <a:pt x="5428" y="25836"/>
                            <a:pt x="6175" y="27359"/>
                            <a:pt x="7117" y="28660"/>
                          </a:cubicBezTo>
                          <a:cubicBezTo>
                            <a:pt x="8086" y="29935"/>
                            <a:pt x="9277" y="30931"/>
                            <a:pt x="10717" y="31651"/>
                          </a:cubicBezTo>
                          <a:cubicBezTo>
                            <a:pt x="12157" y="32371"/>
                            <a:pt x="13818" y="32704"/>
                            <a:pt x="15701" y="32704"/>
                          </a:cubicBezTo>
                          <a:cubicBezTo>
                            <a:pt x="17750" y="32704"/>
                            <a:pt x="19522" y="32288"/>
                            <a:pt x="20962" y="31485"/>
                          </a:cubicBezTo>
                          <a:cubicBezTo>
                            <a:pt x="22430" y="30655"/>
                            <a:pt x="23621" y="29574"/>
                            <a:pt x="24535" y="28190"/>
                          </a:cubicBezTo>
                          <a:cubicBezTo>
                            <a:pt x="25448" y="26805"/>
                            <a:pt x="26141" y="25254"/>
                            <a:pt x="26556" y="23538"/>
                          </a:cubicBezTo>
                          <a:cubicBezTo>
                            <a:pt x="26971" y="21821"/>
                            <a:pt x="27221" y="20021"/>
                            <a:pt x="27221" y="18166"/>
                          </a:cubicBezTo>
                          <a:close/>
                        </a:path>
                      </a:pathLst>
                    </a:custGeom>
                    <a:solidFill>
                      <a:srgbClr val="8371B3"/>
                    </a:solidFill>
                    <a:ln w="2767" cap="flat">
                      <a:noFill/>
                      <a:prstDash val="solid"/>
                      <a:miter/>
                    </a:ln>
                  </p:spPr>
                  <p:txBody>
                    <a:bodyPr rtlCol="0" anchor="ctr"/>
                    <a:lstStyle/>
                    <a:p>
                      <a:endParaRPr lang="en-US"/>
                    </a:p>
                  </p:txBody>
                </p:sp>
                <p:sp>
                  <p:nvSpPr>
                    <p:cNvPr id="3777" name="Freeform 3776">
                      <a:extLst>
                        <a:ext uri="{FF2B5EF4-FFF2-40B4-BE49-F238E27FC236}">
                          <a16:creationId xmlns:a16="http://schemas.microsoft.com/office/drawing/2014/main" id="{EA1340BC-29FA-C029-FF4D-8491D74E0E8B}"/>
                        </a:ext>
                      </a:extLst>
                    </p:cNvPr>
                    <p:cNvSpPr/>
                    <p:nvPr/>
                  </p:nvSpPr>
                  <p:spPr>
                    <a:xfrm>
                      <a:off x="2752789" y="4187425"/>
                      <a:ext cx="26943" cy="35361"/>
                    </a:xfrm>
                    <a:custGeom>
                      <a:avLst/>
                      <a:gdLst>
                        <a:gd name="connsiteX0" fmla="*/ 23011 w 26943"/>
                        <a:gd name="connsiteY0" fmla="*/ 28 h 35361"/>
                        <a:gd name="connsiteX1" fmla="*/ 26944 w 26943"/>
                        <a:gd name="connsiteY1" fmla="*/ 28 h 35361"/>
                        <a:gd name="connsiteX2" fmla="*/ 26944 w 26943"/>
                        <a:gd name="connsiteY2" fmla="*/ 34448 h 35361"/>
                        <a:gd name="connsiteX3" fmla="*/ 23011 w 26943"/>
                        <a:gd name="connsiteY3" fmla="*/ 34448 h 35361"/>
                        <a:gd name="connsiteX4" fmla="*/ 23011 w 26943"/>
                        <a:gd name="connsiteY4" fmla="*/ 29658 h 35361"/>
                        <a:gd name="connsiteX5" fmla="*/ 21239 w 26943"/>
                        <a:gd name="connsiteY5" fmla="*/ 31596 h 35361"/>
                        <a:gd name="connsiteX6" fmla="*/ 18969 w 26943"/>
                        <a:gd name="connsiteY6" fmla="*/ 33424 h 35361"/>
                        <a:gd name="connsiteX7" fmla="*/ 15978 w 26943"/>
                        <a:gd name="connsiteY7" fmla="*/ 34808 h 35361"/>
                        <a:gd name="connsiteX8" fmla="*/ 12046 w 26943"/>
                        <a:gd name="connsiteY8" fmla="*/ 35362 h 35361"/>
                        <a:gd name="connsiteX9" fmla="*/ 6341 w 26943"/>
                        <a:gd name="connsiteY9" fmla="*/ 34393 h 35361"/>
                        <a:gd name="connsiteX10" fmla="*/ 2631 w 26943"/>
                        <a:gd name="connsiteY10" fmla="*/ 31707 h 35361"/>
                        <a:gd name="connsiteX11" fmla="*/ 609 w 26943"/>
                        <a:gd name="connsiteY11" fmla="*/ 27691 h 35361"/>
                        <a:gd name="connsiteX12" fmla="*/ 0 w 26943"/>
                        <a:gd name="connsiteY12" fmla="*/ 22679 h 35361"/>
                        <a:gd name="connsiteX13" fmla="*/ 0 w 26943"/>
                        <a:gd name="connsiteY13" fmla="*/ 28 h 35361"/>
                        <a:gd name="connsiteX14" fmla="*/ 3932 w 26943"/>
                        <a:gd name="connsiteY14" fmla="*/ 28 h 35361"/>
                        <a:gd name="connsiteX15" fmla="*/ 3932 w 26943"/>
                        <a:gd name="connsiteY15" fmla="*/ 22624 h 35361"/>
                        <a:gd name="connsiteX16" fmla="*/ 5954 w 26943"/>
                        <a:gd name="connsiteY16" fmla="*/ 29436 h 35361"/>
                        <a:gd name="connsiteX17" fmla="*/ 12627 w 26943"/>
                        <a:gd name="connsiteY17" fmla="*/ 31790 h 35361"/>
                        <a:gd name="connsiteX18" fmla="*/ 16975 w 26943"/>
                        <a:gd name="connsiteY18" fmla="*/ 30820 h 35361"/>
                        <a:gd name="connsiteX19" fmla="*/ 20215 w 26943"/>
                        <a:gd name="connsiteY19" fmla="*/ 28134 h 35361"/>
                        <a:gd name="connsiteX20" fmla="*/ 22236 w 26943"/>
                        <a:gd name="connsiteY20" fmla="*/ 24009 h 35361"/>
                        <a:gd name="connsiteX21" fmla="*/ 22956 w 26943"/>
                        <a:gd name="connsiteY21" fmla="*/ 18747 h 35361"/>
                        <a:gd name="connsiteX22" fmla="*/ 22956 w 26943"/>
                        <a:gd name="connsiteY22" fmla="*/ 0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43" h="35361">
                          <a:moveTo>
                            <a:pt x="23011" y="28"/>
                          </a:moveTo>
                          <a:lnTo>
                            <a:pt x="26944" y="28"/>
                          </a:lnTo>
                          <a:lnTo>
                            <a:pt x="26944" y="34448"/>
                          </a:lnTo>
                          <a:lnTo>
                            <a:pt x="23011" y="34448"/>
                          </a:lnTo>
                          <a:lnTo>
                            <a:pt x="23011" y="29658"/>
                          </a:lnTo>
                          <a:cubicBezTo>
                            <a:pt x="22485" y="30267"/>
                            <a:pt x="21904" y="30931"/>
                            <a:pt x="21239" y="31596"/>
                          </a:cubicBezTo>
                          <a:cubicBezTo>
                            <a:pt x="20575" y="32260"/>
                            <a:pt x="19827" y="32870"/>
                            <a:pt x="18969" y="33424"/>
                          </a:cubicBezTo>
                          <a:cubicBezTo>
                            <a:pt x="18110" y="33977"/>
                            <a:pt x="17113" y="34448"/>
                            <a:pt x="15978" y="34808"/>
                          </a:cubicBezTo>
                          <a:cubicBezTo>
                            <a:pt x="14843" y="35196"/>
                            <a:pt x="13541" y="35362"/>
                            <a:pt x="12046" y="35362"/>
                          </a:cubicBezTo>
                          <a:cubicBezTo>
                            <a:pt x="9775" y="35362"/>
                            <a:pt x="7864" y="35030"/>
                            <a:pt x="6341" y="34393"/>
                          </a:cubicBezTo>
                          <a:cubicBezTo>
                            <a:pt x="4818" y="33756"/>
                            <a:pt x="3572" y="32842"/>
                            <a:pt x="2631" y="31707"/>
                          </a:cubicBezTo>
                          <a:cubicBezTo>
                            <a:pt x="1689" y="30544"/>
                            <a:pt x="1025" y="29214"/>
                            <a:pt x="609" y="27691"/>
                          </a:cubicBezTo>
                          <a:cubicBezTo>
                            <a:pt x="194" y="26169"/>
                            <a:pt x="0" y="24479"/>
                            <a:pt x="0" y="22679"/>
                          </a:cubicBezTo>
                          <a:lnTo>
                            <a:pt x="0" y="28"/>
                          </a:lnTo>
                          <a:lnTo>
                            <a:pt x="3932" y="28"/>
                          </a:lnTo>
                          <a:lnTo>
                            <a:pt x="3932" y="22624"/>
                          </a:lnTo>
                          <a:cubicBezTo>
                            <a:pt x="3932" y="25587"/>
                            <a:pt x="4597" y="27858"/>
                            <a:pt x="5954" y="29436"/>
                          </a:cubicBezTo>
                          <a:cubicBezTo>
                            <a:pt x="7311" y="31015"/>
                            <a:pt x="9526" y="31790"/>
                            <a:pt x="12627" y="31790"/>
                          </a:cubicBezTo>
                          <a:cubicBezTo>
                            <a:pt x="14233" y="31790"/>
                            <a:pt x="15701" y="31458"/>
                            <a:pt x="16975" y="30820"/>
                          </a:cubicBezTo>
                          <a:cubicBezTo>
                            <a:pt x="18249" y="30184"/>
                            <a:pt x="19329" y="29270"/>
                            <a:pt x="20215" y="28134"/>
                          </a:cubicBezTo>
                          <a:cubicBezTo>
                            <a:pt x="21073" y="26972"/>
                            <a:pt x="21765" y="25614"/>
                            <a:pt x="22236" y="24009"/>
                          </a:cubicBezTo>
                          <a:cubicBezTo>
                            <a:pt x="22707" y="22403"/>
                            <a:pt x="22956" y="20658"/>
                            <a:pt x="22956" y="18747"/>
                          </a:cubicBezTo>
                          <a:lnTo>
                            <a:pt x="22956" y="0"/>
                          </a:lnTo>
                          <a:close/>
                        </a:path>
                      </a:pathLst>
                    </a:custGeom>
                    <a:solidFill>
                      <a:srgbClr val="8371B3"/>
                    </a:solidFill>
                    <a:ln w="2767" cap="flat">
                      <a:noFill/>
                      <a:prstDash val="solid"/>
                      <a:miter/>
                    </a:ln>
                  </p:spPr>
                  <p:txBody>
                    <a:bodyPr rtlCol="0" anchor="ctr"/>
                    <a:lstStyle/>
                    <a:p>
                      <a:endParaRPr lang="en-US"/>
                    </a:p>
                  </p:txBody>
                </p:sp>
                <p:sp>
                  <p:nvSpPr>
                    <p:cNvPr id="3778" name="Freeform 3777">
                      <a:extLst>
                        <a:ext uri="{FF2B5EF4-FFF2-40B4-BE49-F238E27FC236}">
                          <a16:creationId xmlns:a16="http://schemas.microsoft.com/office/drawing/2014/main" id="{CD0D7ED3-6B81-7044-CBF1-FF079F248F5D}"/>
                        </a:ext>
                      </a:extLst>
                    </p:cNvPr>
                    <p:cNvSpPr/>
                    <p:nvPr/>
                  </p:nvSpPr>
                  <p:spPr>
                    <a:xfrm>
                      <a:off x="2787459" y="4186484"/>
                      <a:ext cx="26722" cy="36247"/>
                    </a:xfrm>
                    <a:custGeom>
                      <a:avLst/>
                      <a:gdLst>
                        <a:gd name="connsiteX0" fmla="*/ 4043 w 26722"/>
                        <a:gd name="connsiteY0" fmla="*/ 24618 h 36247"/>
                        <a:gd name="connsiteX1" fmla="*/ 7338 w 26722"/>
                        <a:gd name="connsiteY1" fmla="*/ 30904 h 36247"/>
                        <a:gd name="connsiteX2" fmla="*/ 14178 w 26722"/>
                        <a:gd name="connsiteY2" fmla="*/ 32731 h 36247"/>
                        <a:gd name="connsiteX3" fmla="*/ 17916 w 26722"/>
                        <a:gd name="connsiteY3" fmla="*/ 32205 h 36247"/>
                        <a:gd name="connsiteX4" fmla="*/ 20492 w 26722"/>
                        <a:gd name="connsiteY4" fmla="*/ 30765 h 36247"/>
                        <a:gd name="connsiteX5" fmla="*/ 22042 w 26722"/>
                        <a:gd name="connsiteY5" fmla="*/ 28744 h 36247"/>
                        <a:gd name="connsiteX6" fmla="*/ 22569 w 26722"/>
                        <a:gd name="connsiteY6" fmla="*/ 26362 h 36247"/>
                        <a:gd name="connsiteX7" fmla="*/ 20962 w 26722"/>
                        <a:gd name="connsiteY7" fmla="*/ 22596 h 36247"/>
                        <a:gd name="connsiteX8" fmla="*/ 16947 w 26722"/>
                        <a:gd name="connsiteY8" fmla="*/ 20658 h 36247"/>
                        <a:gd name="connsiteX9" fmla="*/ 11713 w 26722"/>
                        <a:gd name="connsiteY9" fmla="*/ 19467 h 36247"/>
                        <a:gd name="connsiteX10" fmla="*/ 6480 w 26722"/>
                        <a:gd name="connsiteY10" fmla="*/ 17972 h 36247"/>
                        <a:gd name="connsiteX11" fmla="*/ 2465 w 26722"/>
                        <a:gd name="connsiteY11" fmla="*/ 15120 h 36247"/>
                        <a:gd name="connsiteX12" fmla="*/ 858 w 26722"/>
                        <a:gd name="connsiteY12" fmla="*/ 9858 h 36247"/>
                        <a:gd name="connsiteX13" fmla="*/ 3960 w 26722"/>
                        <a:gd name="connsiteY13" fmla="*/ 2769 h 36247"/>
                        <a:gd name="connsiteX14" fmla="*/ 12766 w 26722"/>
                        <a:gd name="connsiteY14" fmla="*/ 0 h 36247"/>
                        <a:gd name="connsiteX15" fmla="*/ 21710 w 26722"/>
                        <a:gd name="connsiteY15" fmla="*/ 2492 h 36247"/>
                        <a:gd name="connsiteX16" fmla="*/ 25864 w 26722"/>
                        <a:gd name="connsiteY16" fmla="*/ 10827 h 36247"/>
                        <a:gd name="connsiteX17" fmla="*/ 21876 w 26722"/>
                        <a:gd name="connsiteY17" fmla="*/ 10827 h 36247"/>
                        <a:gd name="connsiteX18" fmla="*/ 18886 w 26722"/>
                        <a:gd name="connsiteY18" fmla="*/ 5206 h 36247"/>
                        <a:gd name="connsiteX19" fmla="*/ 12683 w 26722"/>
                        <a:gd name="connsiteY19" fmla="*/ 3572 h 36247"/>
                        <a:gd name="connsiteX20" fmla="*/ 6978 w 26722"/>
                        <a:gd name="connsiteY20" fmla="*/ 5206 h 36247"/>
                        <a:gd name="connsiteX21" fmla="*/ 5012 w 26722"/>
                        <a:gd name="connsiteY21" fmla="*/ 9498 h 36247"/>
                        <a:gd name="connsiteX22" fmla="*/ 6618 w 26722"/>
                        <a:gd name="connsiteY22" fmla="*/ 13043 h 36247"/>
                        <a:gd name="connsiteX23" fmla="*/ 10633 w 26722"/>
                        <a:gd name="connsiteY23" fmla="*/ 15037 h 36247"/>
                        <a:gd name="connsiteX24" fmla="*/ 15867 w 26722"/>
                        <a:gd name="connsiteY24" fmla="*/ 16393 h 36247"/>
                        <a:gd name="connsiteX25" fmla="*/ 21101 w 26722"/>
                        <a:gd name="connsiteY25" fmla="*/ 18083 h 36247"/>
                        <a:gd name="connsiteX26" fmla="*/ 25116 w 26722"/>
                        <a:gd name="connsiteY26" fmla="*/ 21045 h 36247"/>
                        <a:gd name="connsiteX27" fmla="*/ 26722 w 26722"/>
                        <a:gd name="connsiteY27" fmla="*/ 26224 h 36247"/>
                        <a:gd name="connsiteX28" fmla="*/ 25670 w 26722"/>
                        <a:gd name="connsiteY28" fmla="*/ 30571 h 36247"/>
                        <a:gd name="connsiteX29" fmla="*/ 22790 w 26722"/>
                        <a:gd name="connsiteY29" fmla="*/ 33728 h 36247"/>
                        <a:gd name="connsiteX30" fmla="*/ 18442 w 26722"/>
                        <a:gd name="connsiteY30" fmla="*/ 35611 h 36247"/>
                        <a:gd name="connsiteX31" fmla="*/ 12904 w 26722"/>
                        <a:gd name="connsiteY31" fmla="*/ 36248 h 36247"/>
                        <a:gd name="connsiteX32" fmla="*/ 7560 w 26722"/>
                        <a:gd name="connsiteY32" fmla="*/ 35362 h 36247"/>
                        <a:gd name="connsiteX33" fmla="*/ 3600 w 26722"/>
                        <a:gd name="connsiteY33" fmla="*/ 32870 h 36247"/>
                        <a:gd name="connsiteX34" fmla="*/ 1052 w 26722"/>
                        <a:gd name="connsiteY34" fmla="*/ 29159 h 36247"/>
                        <a:gd name="connsiteX35" fmla="*/ 0 w 26722"/>
                        <a:gd name="connsiteY35" fmla="*/ 24562 h 36247"/>
                        <a:gd name="connsiteX36" fmla="*/ 3988 w 26722"/>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722" h="36247">
                          <a:moveTo>
                            <a:pt x="4043" y="24618"/>
                          </a:moveTo>
                          <a:cubicBezTo>
                            <a:pt x="4652" y="27581"/>
                            <a:pt x="5760" y="29685"/>
                            <a:pt x="7338" y="30904"/>
                          </a:cubicBezTo>
                          <a:cubicBezTo>
                            <a:pt x="8944" y="32122"/>
                            <a:pt x="11215" y="32731"/>
                            <a:pt x="14178" y="32731"/>
                          </a:cubicBezTo>
                          <a:cubicBezTo>
                            <a:pt x="15618" y="32731"/>
                            <a:pt x="16864" y="32565"/>
                            <a:pt x="17916" y="32205"/>
                          </a:cubicBezTo>
                          <a:cubicBezTo>
                            <a:pt x="18969" y="31845"/>
                            <a:pt x="19827" y="31375"/>
                            <a:pt x="20492" y="30765"/>
                          </a:cubicBezTo>
                          <a:cubicBezTo>
                            <a:pt x="21156" y="30156"/>
                            <a:pt x="21682" y="29491"/>
                            <a:pt x="22042" y="28744"/>
                          </a:cubicBezTo>
                          <a:cubicBezTo>
                            <a:pt x="22402" y="27996"/>
                            <a:pt x="22569" y="27193"/>
                            <a:pt x="22569" y="26362"/>
                          </a:cubicBezTo>
                          <a:cubicBezTo>
                            <a:pt x="22569" y="24673"/>
                            <a:pt x="22042" y="23427"/>
                            <a:pt x="20962" y="22596"/>
                          </a:cubicBezTo>
                          <a:cubicBezTo>
                            <a:pt x="19882" y="21765"/>
                            <a:pt x="18553" y="21129"/>
                            <a:pt x="16947" y="20658"/>
                          </a:cubicBezTo>
                          <a:cubicBezTo>
                            <a:pt x="15341" y="20187"/>
                            <a:pt x="13596" y="19799"/>
                            <a:pt x="11713" y="19467"/>
                          </a:cubicBezTo>
                          <a:cubicBezTo>
                            <a:pt x="9830" y="19135"/>
                            <a:pt x="8086" y="18636"/>
                            <a:pt x="6480" y="17972"/>
                          </a:cubicBezTo>
                          <a:cubicBezTo>
                            <a:pt x="4874" y="17307"/>
                            <a:pt x="3517" y="16366"/>
                            <a:pt x="2465" y="15120"/>
                          </a:cubicBezTo>
                          <a:cubicBezTo>
                            <a:pt x="1385" y="13873"/>
                            <a:pt x="858" y="12129"/>
                            <a:pt x="858" y="9858"/>
                          </a:cubicBezTo>
                          <a:cubicBezTo>
                            <a:pt x="858" y="6978"/>
                            <a:pt x="1883" y="4625"/>
                            <a:pt x="3960" y="2769"/>
                          </a:cubicBezTo>
                          <a:cubicBezTo>
                            <a:pt x="6037" y="941"/>
                            <a:pt x="8972" y="0"/>
                            <a:pt x="12766" y="0"/>
                          </a:cubicBezTo>
                          <a:cubicBezTo>
                            <a:pt x="16559" y="0"/>
                            <a:pt x="19412" y="831"/>
                            <a:pt x="21710" y="2492"/>
                          </a:cubicBezTo>
                          <a:cubicBezTo>
                            <a:pt x="24008" y="4154"/>
                            <a:pt x="25393" y="6923"/>
                            <a:pt x="25864" y="10827"/>
                          </a:cubicBezTo>
                          <a:lnTo>
                            <a:pt x="21876" y="10827"/>
                          </a:lnTo>
                          <a:cubicBezTo>
                            <a:pt x="21516" y="8169"/>
                            <a:pt x="20547" y="6286"/>
                            <a:pt x="18886" y="5206"/>
                          </a:cubicBezTo>
                          <a:cubicBezTo>
                            <a:pt x="17224" y="4126"/>
                            <a:pt x="15175" y="3572"/>
                            <a:pt x="12683" y="3572"/>
                          </a:cubicBezTo>
                          <a:cubicBezTo>
                            <a:pt x="10190" y="3572"/>
                            <a:pt x="8307" y="4126"/>
                            <a:pt x="6978" y="5206"/>
                          </a:cubicBezTo>
                          <a:cubicBezTo>
                            <a:pt x="5649" y="6286"/>
                            <a:pt x="5012" y="7726"/>
                            <a:pt x="5012" y="9498"/>
                          </a:cubicBezTo>
                          <a:cubicBezTo>
                            <a:pt x="5012" y="11049"/>
                            <a:pt x="5538" y="12240"/>
                            <a:pt x="6618" y="13043"/>
                          </a:cubicBezTo>
                          <a:cubicBezTo>
                            <a:pt x="7698" y="13846"/>
                            <a:pt x="9027" y="14538"/>
                            <a:pt x="10633" y="15037"/>
                          </a:cubicBezTo>
                          <a:cubicBezTo>
                            <a:pt x="12240" y="15535"/>
                            <a:pt x="13984" y="16006"/>
                            <a:pt x="15867" y="16393"/>
                          </a:cubicBezTo>
                          <a:cubicBezTo>
                            <a:pt x="17750" y="16781"/>
                            <a:pt x="19495" y="17363"/>
                            <a:pt x="21101" y="18083"/>
                          </a:cubicBezTo>
                          <a:cubicBezTo>
                            <a:pt x="22707" y="18803"/>
                            <a:pt x="24064" y="19799"/>
                            <a:pt x="25116" y="21045"/>
                          </a:cubicBezTo>
                          <a:cubicBezTo>
                            <a:pt x="26196" y="22292"/>
                            <a:pt x="26722" y="24009"/>
                            <a:pt x="26722" y="26224"/>
                          </a:cubicBezTo>
                          <a:cubicBezTo>
                            <a:pt x="26722" y="27858"/>
                            <a:pt x="26362" y="29325"/>
                            <a:pt x="25670" y="30571"/>
                          </a:cubicBezTo>
                          <a:cubicBezTo>
                            <a:pt x="24978" y="31845"/>
                            <a:pt x="24008" y="32897"/>
                            <a:pt x="22790" y="33728"/>
                          </a:cubicBezTo>
                          <a:cubicBezTo>
                            <a:pt x="21572" y="34559"/>
                            <a:pt x="20104" y="35196"/>
                            <a:pt x="18442" y="35611"/>
                          </a:cubicBezTo>
                          <a:cubicBezTo>
                            <a:pt x="16753" y="36026"/>
                            <a:pt x="14926" y="36248"/>
                            <a:pt x="12904" y="36248"/>
                          </a:cubicBezTo>
                          <a:cubicBezTo>
                            <a:pt x="10883" y="36248"/>
                            <a:pt x="9110" y="35943"/>
                            <a:pt x="7560" y="35362"/>
                          </a:cubicBezTo>
                          <a:cubicBezTo>
                            <a:pt x="6009" y="34753"/>
                            <a:pt x="4680" y="33922"/>
                            <a:pt x="3600" y="32870"/>
                          </a:cubicBezTo>
                          <a:cubicBezTo>
                            <a:pt x="2520" y="31817"/>
                            <a:pt x="1661" y="30571"/>
                            <a:pt x="1052" y="29159"/>
                          </a:cubicBezTo>
                          <a:cubicBezTo>
                            <a:pt x="443" y="27747"/>
                            <a:pt x="83" y="26224"/>
                            <a:pt x="0" y="24562"/>
                          </a:cubicBezTo>
                          <a:lnTo>
                            <a:pt x="3988" y="24562"/>
                          </a:lnTo>
                          <a:close/>
                        </a:path>
                      </a:pathLst>
                    </a:custGeom>
                    <a:solidFill>
                      <a:srgbClr val="8371B3"/>
                    </a:solidFill>
                    <a:ln w="2767" cap="flat">
                      <a:noFill/>
                      <a:prstDash val="solid"/>
                      <a:miter/>
                    </a:ln>
                  </p:spPr>
                  <p:txBody>
                    <a:bodyPr rtlCol="0" anchor="ctr"/>
                    <a:lstStyle/>
                    <a:p>
                      <a:endParaRPr lang="en-US"/>
                    </a:p>
                  </p:txBody>
                </p:sp>
                <p:sp>
                  <p:nvSpPr>
                    <p:cNvPr id="3779" name="Freeform 3778">
                      <a:extLst>
                        <a:ext uri="{FF2B5EF4-FFF2-40B4-BE49-F238E27FC236}">
                          <a16:creationId xmlns:a16="http://schemas.microsoft.com/office/drawing/2014/main" id="{CA808E55-CC28-1D16-10F0-82C4C1A2F8BC}"/>
                        </a:ext>
                      </a:extLst>
                    </p:cNvPr>
                    <p:cNvSpPr/>
                    <p:nvPr/>
                  </p:nvSpPr>
                  <p:spPr>
                    <a:xfrm>
                      <a:off x="2822544" y="4174023"/>
                      <a:ext cx="3932" cy="47850"/>
                    </a:xfrm>
                    <a:custGeom>
                      <a:avLst/>
                      <a:gdLst>
                        <a:gd name="connsiteX0" fmla="*/ 0 w 3932"/>
                        <a:gd name="connsiteY0" fmla="*/ 47851 h 47850"/>
                        <a:gd name="connsiteX1" fmla="*/ 0 w 3932"/>
                        <a:gd name="connsiteY1" fmla="*/ 0 h 47850"/>
                        <a:gd name="connsiteX2" fmla="*/ 3932 w 3932"/>
                        <a:gd name="connsiteY2" fmla="*/ 0 h 47850"/>
                        <a:gd name="connsiteX3" fmla="*/ 3932 w 3932"/>
                        <a:gd name="connsiteY3" fmla="*/ 47851 h 47850"/>
                        <a:gd name="connsiteX4" fmla="*/ 0 w 3932"/>
                        <a:gd name="connsiteY4" fmla="*/ 47851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2" h="47850">
                          <a:moveTo>
                            <a:pt x="0" y="47851"/>
                          </a:moveTo>
                          <a:lnTo>
                            <a:pt x="0" y="0"/>
                          </a:lnTo>
                          <a:lnTo>
                            <a:pt x="3932" y="0"/>
                          </a:lnTo>
                          <a:lnTo>
                            <a:pt x="3932" y="47851"/>
                          </a:lnTo>
                          <a:lnTo>
                            <a:pt x="0" y="47851"/>
                          </a:lnTo>
                          <a:close/>
                        </a:path>
                      </a:pathLst>
                    </a:custGeom>
                    <a:solidFill>
                      <a:srgbClr val="8371B3"/>
                    </a:solidFill>
                    <a:ln w="2767" cap="flat">
                      <a:noFill/>
                      <a:prstDash val="solid"/>
                      <a:miter/>
                    </a:ln>
                  </p:spPr>
                  <p:txBody>
                    <a:bodyPr rtlCol="0" anchor="ctr"/>
                    <a:lstStyle/>
                    <a:p>
                      <a:endParaRPr lang="en-US"/>
                    </a:p>
                  </p:txBody>
                </p:sp>
                <p:sp>
                  <p:nvSpPr>
                    <p:cNvPr id="3780" name="Freeform 3779">
                      <a:extLst>
                        <a:ext uri="{FF2B5EF4-FFF2-40B4-BE49-F238E27FC236}">
                          <a16:creationId xmlns:a16="http://schemas.microsoft.com/office/drawing/2014/main" id="{9FBEC691-B6BF-EE87-27EF-DDB5F46569BE}"/>
                        </a:ext>
                      </a:extLst>
                    </p:cNvPr>
                    <p:cNvSpPr/>
                    <p:nvPr/>
                  </p:nvSpPr>
                  <p:spPr>
                    <a:xfrm>
                      <a:off x="2832983" y="4187481"/>
                      <a:ext cx="30405" cy="47989"/>
                    </a:xfrm>
                    <a:custGeom>
                      <a:avLst/>
                      <a:gdLst>
                        <a:gd name="connsiteX0" fmla="*/ 3268 w 30405"/>
                        <a:gd name="connsiteY0" fmla="*/ 43697 h 47989"/>
                        <a:gd name="connsiteX1" fmla="*/ 4874 w 30405"/>
                        <a:gd name="connsiteY1" fmla="*/ 43974 h 47989"/>
                        <a:gd name="connsiteX2" fmla="*/ 6535 w 30405"/>
                        <a:gd name="connsiteY2" fmla="*/ 44112 h 47989"/>
                        <a:gd name="connsiteX3" fmla="*/ 9221 w 30405"/>
                        <a:gd name="connsiteY3" fmla="*/ 43060 h 47989"/>
                        <a:gd name="connsiteX4" fmla="*/ 10966 w 30405"/>
                        <a:gd name="connsiteY4" fmla="*/ 40512 h 47989"/>
                        <a:gd name="connsiteX5" fmla="*/ 12101 w 30405"/>
                        <a:gd name="connsiteY5" fmla="*/ 37383 h 47989"/>
                        <a:gd name="connsiteX6" fmla="*/ 13153 w 30405"/>
                        <a:gd name="connsiteY6" fmla="*/ 34642 h 47989"/>
                        <a:gd name="connsiteX7" fmla="*/ 0 w 30405"/>
                        <a:gd name="connsiteY7" fmla="*/ 0 h 47989"/>
                        <a:gd name="connsiteX8" fmla="*/ 4375 w 30405"/>
                        <a:gd name="connsiteY8" fmla="*/ 0 h 47989"/>
                        <a:gd name="connsiteX9" fmla="*/ 15258 w 30405"/>
                        <a:gd name="connsiteY9" fmla="*/ 29574 h 47989"/>
                        <a:gd name="connsiteX10" fmla="*/ 26141 w 30405"/>
                        <a:gd name="connsiteY10" fmla="*/ 0 h 47989"/>
                        <a:gd name="connsiteX11" fmla="*/ 30405 w 30405"/>
                        <a:gd name="connsiteY11" fmla="*/ 0 h 47989"/>
                        <a:gd name="connsiteX12" fmla="*/ 17778 w 30405"/>
                        <a:gd name="connsiteY12" fmla="*/ 33950 h 47989"/>
                        <a:gd name="connsiteX13" fmla="*/ 15507 w 30405"/>
                        <a:gd name="connsiteY13" fmla="*/ 39792 h 47989"/>
                        <a:gd name="connsiteX14" fmla="*/ 13209 w 30405"/>
                        <a:gd name="connsiteY14" fmla="*/ 44223 h 47989"/>
                        <a:gd name="connsiteX15" fmla="*/ 10523 w 30405"/>
                        <a:gd name="connsiteY15" fmla="*/ 47020 h 47989"/>
                        <a:gd name="connsiteX16" fmla="*/ 7006 w 30405"/>
                        <a:gd name="connsiteY16" fmla="*/ 47989 h 47989"/>
                        <a:gd name="connsiteX17" fmla="*/ 5012 w 30405"/>
                        <a:gd name="connsiteY17" fmla="*/ 47851 h 47989"/>
                        <a:gd name="connsiteX18" fmla="*/ 3268 w 30405"/>
                        <a:gd name="connsiteY18" fmla="*/ 47518 h 47989"/>
                        <a:gd name="connsiteX19" fmla="*/ 3268 w 30405"/>
                        <a:gd name="connsiteY19" fmla="*/ 43725 h 4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405" h="47989">
                          <a:moveTo>
                            <a:pt x="3268" y="43697"/>
                          </a:moveTo>
                          <a:cubicBezTo>
                            <a:pt x="3794" y="43780"/>
                            <a:pt x="4320" y="43863"/>
                            <a:pt x="4874" y="43974"/>
                          </a:cubicBezTo>
                          <a:cubicBezTo>
                            <a:pt x="5428" y="44057"/>
                            <a:pt x="5981" y="44112"/>
                            <a:pt x="6535" y="44112"/>
                          </a:cubicBezTo>
                          <a:cubicBezTo>
                            <a:pt x="7615" y="44112"/>
                            <a:pt x="8529" y="43752"/>
                            <a:pt x="9221" y="43060"/>
                          </a:cubicBezTo>
                          <a:cubicBezTo>
                            <a:pt x="9914" y="42340"/>
                            <a:pt x="10495" y="41509"/>
                            <a:pt x="10966" y="40512"/>
                          </a:cubicBezTo>
                          <a:cubicBezTo>
                            <a:pt x="11437" y="39516"/>
                            <a:pt x="11797" y="38463"/>
                            <a:pt x="12101" y="37383"/>
                          </a:cubicBezTo>
                          <a:cubicBezTo>
                            <a:pt x="12406" y="36303"/>
                            <a:pt x="12766" y="35390"/>
                            <a:pt x="13153" y="34642"/>
                          </a:cubicBezTo>
                          <a:lnTo>
                            <a:pt x="0" y="0"/>
                          </a:lnTo>
                          <a:lnTo>
                            <a:pt x="4375" y="0"/>
                          </a:lnTo>
                          <a:lnTo>
                            <a:pt x="15258" y="29574"/>
                          </a:lnTo>
                          <a:lnTo>
                            <a:pt x="26141" y="0"/>
                          </a:lnTo>
                          <a:lnTo>
                            <a:pt x="30405" y="0"/>
                          </a:lnTo>
                          <a:lnTo>
                            <a:pt x="17778" y="33950"/>
                          </a:lnTo>
                          <a:cubicBezTo>
                            <a:pt x="17003" y="36110"/>
                            <a:pt x="16227" y="38076"/>
                            <a:pt x="15507" y="39792"/>
                          </a:cubicBezTo>
                          <a:cubicBezTo>
                            <a:pt x="14787" y="41509"/>
                            <a:pt x="14012" y="43005"/>
                            <a:pt x="13209" y="44223"/>
                          </a:cubicBezTo>
                          <a:cubicBezTo>
                            <a:pt x="12406" y="45442"/>
                            <a:pt x="11492" y="46383"/>
                            <a:pt x="10523" y="47020"/>
                          </a:cubicBezTo>
                          <a:cubicBezTo>
                            <a:pt x="9554" y="47657"/>
                            <a:pt x="8363" y="47989"/>
                            <a:pt x="7006" y="47989"/>
                          </a:cubicBezTo>
                          <a:cubicBezTo>
                            <a:pt x="6314" y="47989"/>
                            <a:pt x="5649" y="47934"/>
                            <a:pt x="5012" y="47851"/>
                          </a:cubicBezTo>
                          <a:cubicBezTo>
                            <a:pt x="4375" y="47768"/>
                            <a:pt x="3794" y="47657"/>
                            <a:pt x="3268" y="47518"/>
                          </a:cubicBezTo>
                          <a:lnTo>
                            <a:pt x="3268" y="43725"/>
                          </a:lnTo>
                          <a:close/>
                        </a:path>
                      </a:pathLst>
                    </a:custGeom>
                    <a:solidFill>
                      <a:srgbClr val="8371B3"/>
                    </a:solidFill>
                    <a:ln w="2767" cap="flat">
                      <a:noFill/>
                      <a:prstDash val="solid"/>
                      <a:miter/>
                    </a:ln>
                  </p:spPr>
                  <p:txBody>
                    <a:bodyPr rtlCol="0" anchor="ctr"/>
                    <a:lstStyle/>
                    <a:p>
                      <a:endParaRPr lang="en-US"/>
                    </a:p>
                  </p:txBody>
                </p:sp>
                <p:sp>
                  <p:nvSpPr>
                    <p:cNvPr id="3781" name="Freeform 3780">
                      <a:extLst>
                        <a:ext uri="{FF2B5EF4-FFF2-40B4-BE49-F238E27FC236}">
                          <a16:creationId xmlns:a16="http://schemas.microsoft.com/office/drawing/2014/main" id="{FEFAE26C-0DFC-0D28-3E3B-5E20BBD62C4A}"/>
                        </a:ext>
                      </a:extLst>
                    </p:cNvPr>
                    <p:cNvSpPr/>
                    <p:nvPr/>
                  </p:nvSpPr>
                  <p:spPr>
                    <a:xfrm>
                      <a:off x="2885791" y="4186511"/>
                      <a:ext cx="30183" cy="36275"/>
                    </a:xfrm>
                    <a:custGeom>
                      <a:avLst/>
                      <a:gdLst>
                        <a:gd name="connsiteX0" fmla="*/ 25698 w 30183"/>
                        <a:gd name="connsiteY0" fmla="*/ 11769 h 36275"/>
                        <a:gd name="connsiteX1" fmla="*/ 22098 w 30183"/>
                        <a:gd name="connsiteY1" fmla="*/ 5760 h 36275"/>
                        <a:gd name="connsiteX2" fmla="*/ 15618 w 30183"/>
                        <a:gd name="connsiteY2" fmla="*/ 3600 h 36275"/>
                        <a:gd name="connsiteX3" fmla="*/ 10440 w 30183"/>
                        <a:gd name="connsiteY3" fmla="*/ 4874 h 36275"/>
                        <a:gd name="connsiteX4" fmla="*/ 6895 w 30183"/>
                        <a:gd name="connsiteY4" fmla="*/ 8224 h 36275"/>
                        <a:gd name="connsiteX5" fmla="*/ 4874 w 30183"/>
                        <a:gd name="connsiteY5" fmla="*/ 12932 h 36275"/>
                        <a:gd name="connsiteX6" fmla="*/ 4209 w 30183"/>
                        <a:gd name="connsiteY6" fmla="*/ 18221 h 36275"/>
                        <a:gd name="connsiteX7" fmla="*/ 4818 w 30183"/>
                        <a:gd name="connsiteY7" fmla="*/ 23538 h 36275"/>
                        <a:gd name="connsiteX8" fmla="*/ 6812 w 30183"/>
                        <a:gd name="connsiteY8" fmla="*/ 28190 h 36275"/>
                        <a:gd name="connsiteX9" fmla="*/ 10357 w 30183"/>
                        <a:gd name="connsiteY9" fmla="*/ 31485 h 36275"/>
                        <a:gd name="connsiteX10" fmla="*/ 15590 w 30183"/>
                        <a:gd name="connsiteY10" fmla="*/ 32704 h 36275"/>
                        <a:gd name="connsiteX11" fmla="*/ 22624 w 30183"/>
                        <a:gd name="connsiteY11" fmla="*/ 30239 h 36275"/>
                        <a:gd name="connsiteX12" fmla="*/ 26002 w 30183"/>
                        <a:gd name="connsiteY12" fmla="*/ 23454 h 36275"/>
                        <a:gd name="connsiteX13" fmla="*/ 30184 w 30183"/>
                        <a:gd name="connsiteY13" fmla="*/ 23454 h 36275"/>
                        <a:gd name="connsiteX14" fmla="*/ 28522 w 30183"/>
                        <a:gd name="connsiteY14" fmla="*/ 28660 h 36275"/>
                        <a:gd name="connsiteX15" fmla="*/ 25587 w 30183"/>
                        <a:gd name="connsiteY15" fmla="*/ 32704 h 36275"/>
                        <a:gd name="connsiteX16" fmla="*/ 21295 w 30183"/>
                        <a:gd name="connsiteY16" fmla="*/ 35334 h 36275"/>
                        <a:gd name="connsiteX17" fmla="*/ 15590 w 30183"/>
                        <a:gd name="connsiteY17" fmla="*/ 36276 h 36275"/>
                        <a:gd name="connsiteX18" fmla="*/ 8584 w 30183"/>
                        <a:gd name="connsiteY18" fmla="*/ 34891 h 36275"/>
                        <a:gd name="connsiteX19" fmla="*/ 3738 w 30183"/>
                        <a:gd name="connsiteY19" fmla="*/ 31070 h 36275"/>
                        <a:gd name="connsiteX20" fmla="*/ 914 w 30183"/>
                        <a:gd name="connsiteY20" fmla="*/ 25310 h 36275"/>
                        <a:gd name="connsiteX21" fmla="*/ 0 w 30183"/>
                        <a:gd name="connsiteY21" fmla="*/ 18193 h 36275"/>
                        <a:gd name="connsiteX22" fmla="*/ 1025 w 30183"/>
                        <a:gd name="connsiteY22" fmla="*/ 11326 h 36275"/>
                        <a:gd name="connsiteX23" fmla="*/ 4015 w 30183"/>
                        <a:gd name="connsiteY23" fmla="*/ 5511 h 36275"/>
                        <a:gd name="connsiteX24" fmla="*/ 8889 w 30183"/>
                        <a:gd name="connsiteY24" fmla="*/ 1495 h 36275"/>
                        <a:gd name="connsiteX25" fmla="*/ 15590 w 30183"/>
                        <a:gd name="connsiteY25" fmla="*/ 0 h 36275"/>
                        <a:gd name="connsiteX26" fmla="*/ 25116 w 30183"/>
                        <a:gd name="connsiteY26" fmla="*/ 2852 h 36275"/>
                        <a:gd name="connsiteX27" fmla="*/ 29657 w 30183"/>
                        <a:gd name="connsiteY27" fmla="*/ 11769 h 36275"/>
                        <a:gd name="connsiteX28" fmla="*/ 25670 w 30183"/>
                        <a:gd name="connsiteY28" fmla="*/ 11769 h 3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183" h="36275">
                          <a:moveTo>
                            <a:pt x="25698" y="11769"/>
                          </a:moveTo>
                          <a:cubicBezTo>
                            <a:pt x="25005" y="9194"/>
                            <a:pt x="23787" y="7200"/>
                            <a:pt x="22098" y="5760"/>
                          </a:cubicBezTo>
                          <a:cubicBezTo>
                            <a:pt x="20381" y="4320"/>
                            <a:pt x="18221" y="3600"/>
                            <a:pt x="15618" y="3600"/>
                          </a:cubicBezTo>
                          <a:cubicBezTo>
                            <a:pt x="13596" y="3600"/>
                            <a:pt x="11880" y="4015"/>
                            <a:pt x="10440" y="4874"/>
                          </a:cubicBezTo>
                          <a:cubicBezTo>
                            <a:pt x="9000" y="5705"/>
                            <a:pt x="7809" y="6840"/>
                            <a:pt x="6895" y="8224"/>
                          </a:cubicBezTo>
                          <a:cubicBezTo>
                            <a:pt x="5981" y="9609"/>
                            <a:pt x="5289" y="11187"/>
                            <a:pt x="4874" y="12932"/>
                          </a:cubicBezTo>
                          <a:cubicBezTo>
                            <a:pt x="4458" y="14677"/>
                            <a:pt x="4209" y="16449"/>
                            <a:pt x="4209" y="18221"/>
                          </a:cubicBezTo>
                          <a:cubicBezTo>
                            <a:pt x="4209" y="19993"/>
                            <a:pt x="4403" y="21821"/>
                            <a:pt x="4818" y="23538"/>
                          </a:cubicBezTo>
                          <a:cubicBezTo>
                            <a:pt x="5234" y="25254"/>
                            <a:pt x="5898" y="26805"/>
                            <a:pt x="6812" y="28190"/>
                          </a:cubicBezTo>
                          <a:cubicBezTo>
                            <a:pt x="7726" y="29574"/>
                            <a:pt x="8917" y="30655"/>
                            <a:pt x="10357" y="31485"/>
                          </a:cubicBezTo>
                          <a:cubicBezTo>
                            <a:pt x="11797" y="32316"/>
                            <a:pt x="13541" y="32704"/>
                            <a:pt x="15590" y="32704"/>
                          </a:cubicBezTo>
                          <a:cubicBezTo>
                            <a:pt x="18526" y="32704"/>
                            <a:pt x="20852" y="31873"/>
                            <a:pt x="22624" y="30239"/>
                          </a:cubicBezTo>
                          <a:cubicBezTo>
                            <a:pt x="24396" y="28605"/>
                            <a:pt x="25504" y="26334"/>
                            <a:pt x="26002" y="23454"/>
                          </a:cubicBezTo>
                          <a:lnTo>
                            <a:pt x="30184" y="23454"/>
                          </a:lnTo>
                          <a:cubicBezTo>
                            <a:pt x="29824" y="25365"/>
                            <a:pt x="29270" y="27110"/>
                            <a:pt x="28522" y="28660"/>
                          </a:cubicBezTo>
                          <a:cubicBezTo>
                            <a:pt x="27747" y="30239"/>
                            <a:pt x="26778" y="31596"/>
                            <a:pt x="25587" y="32704"/>
                          </a:cubicBezTo>
                          <a:cubicBezTo>
                            <a:pt x="24396" y="33811"/>
                            <a:pt x="22956" y="34697"/>
                            <a:pt x="21295" y="35334"/>
                          </a:cubicBezTo>
                          <a:cubicBezTo>
                            <a:pt x="19633" y="35943"/>
                            <a:pt x="17722" y="36276"/>
                            <a:pt x="15590" y="36276"/>
                          </a:cubicBezTo>
                          <a:cubicBezTo>
                            <a:pt x="12876" y="36276"/>
                            <a:pt x="10550" y="35805"/>
                            <a:pt x="8584" y="34891"/>
                          </a:cubicBezTo>
                          <a:cubicBezTo>
                            <a:pt x="6618" y="33977"/>
                            <a:pt x="5012" y="32676"/>
                            <a:pt x="3738" y="31070"/>
                          </a:cubicBezTo>
                          <a:cubicBezTo>
                            <a:pt x="2465" y="29464"/>
                            <a:pt x="1523" y="27525"/>
                            <a:pt x="914" y="25310"/>
                          </a:cubicBezTo>
                          <a:cubicBezTo>
                            <a:pt x="305" y="23094"/>
                            <a:pt x="0" y="20713"/>
                            <a:pt x="0" y="18193"/>
                          </a:cubicBezTo>
                          <a:cubicBezTo>
                            <a:pt x="0" y="15812"/>
                            <a:pt x="332" y="13513"/>
                            <a:pt x="1025" y="11326"/>
                          </a:cubicBezTo>
                          <a:cubicBezTo>
                            <a:pt x="1717" y="9138"/>
                            <a:pt x="2686" y="7200"/>
                            <a:pt x="4015" y="5511"/>
                          </a:cubicBezTo>
                          <a:cubicBezTo>
                            <a:pt x="5317" y="3821"/>
                            <a:pt x="6951" y="2492"/>
                            <a:pt x="8889" y="1495"/>
                          </a:cubicBezTo>
                          <a:cubicBezTo>
                            <a:pt x="10827" y="499"/>
                            <a:pt x="13070" y="0"/>
                            <a:pt x="15590" y="0"/>
                          </a:cubicBezTo>
                          <a:cubicBezTo>
                            <a:pt x="19522" y="0"/>
                            <a:pt x="22707" y="941"/>
                            <a:pt x="25116" y="2852"/>
                          </a:cubicBezTo>
                          <a:cubicBezTo>
                            <a:pt x="27553" y="4763"/>
                            <a:pt x="29048" y="7726"/>
                            <a:pt x="29657" y="11769"/>
                          </a:cubicBezTo>
                          <a:lnTo>
                            <a:pt x="25670" y="11769"/>
                          </a:lnTo>
                          <a:close/>
                        </a:path>
                      </a:pathLst>
                    </a:custGeom>
                    <a:solidFill>
                      <a:srgbClr val="8371B3"/>
                    </a:solidFill>
                    <a:ln w="2767" cap="flat">
                      <a:noFill/>
                      <a:prstDash val="solid"/>
                      <a:miter/>
                    </a:ln>
                  </p:spPr>
                  <p:txBody>
                    <a:bodyPr rtlCol="0" anchor="ctr"/>
                    <a:lstStyle/>
                    <a:p>
                      <a:endParaRPr lang="en-US"/>
                    </a:p>
                  </p:txBody>
                </p:sp>
                <p:sp>
                  <p:nvSpPr>
                    <p:cNvPr id="3782" name="Freeform 3781">
                      <a:extLst>
                        <a:ext uri="{FF2B5EF4-FFF2-40B4-BE49-F238E27FC236}">
                          <a16:creationId xmlns:a16="http://schemas.microsoft.com/office/drawing/2014/main" id="{B6198889-F15A-BAB7-094F-2A939DBD2A2C}"/>
                        </a:ext>
                      </a:extLst>
                    </p:cNvPr>
                    <p:cNvSpPr/>
                    <p:nvPr/>
                  </p:nvSpPr>
                  <p:spPr>
                    <a:xfrm>
                      <a:off x="2921651" y="4186484"/>
                      <a:ext cx="31374" cy="36303"/>
                    </a:xfrm>
                    <a:custGeom>
                      <a:avLst/>
                      <a:gdLst>
                        <a:gd name="connsiteX0" fmla="*/ 15729 w 31374"/>
                        <a:gd name="connsiteY0" fmla="*/ 36303 h 36303"/>
                        <a:gd name="connsiteX1" fmla="*/ 9609 w 31374"/>
                        <a:gd name="connsiteY1" fmla="*/ 35113 h 36303"/>
                        <a:gd name="connsiteX2" fmla="*/ 4625 w 31374"/>
                        <a:gd name="connsiteY2" fmla="*/ 31735 h 36303"/>
                        <a:gd name="connsiteX3" fmla="*/ 1246 w 31374"/>
                        <a:gd name="connsiteY3" fmla="*/ 26085 h 36303"/>
                        <a:gd name="connsiteX4" fmla="*/ 0 w 31374"/>
                        <a:gd name="connsiteY4" fmla="*/ 18166 h 36303"/>
                        <a:gd name="connsiteX5" fmla="*/ 969 w 31374"/>
                        <a:gd name="connsiteY5" fmla="*/ 11077 h 36303"/>
                        <a:gd name="connsiteX6" fmla="*/ 3905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8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0 h 36303"/>
                        <a:gd name="connsiteX28" fmla="*/ 10717 w 31374"/>
                        <a:gd name="connsiteY28" fmla="*/ 31651 h 36303"/>
                        <a:gd name="connsiteX29" fmla="*/ 15701 w 31374"/>
                        <a:gd name="connsiteY29" fmla="*/ 32704 h 36303"/>
                        <a:gd name="connsiteX30" fmla="*/ 20962 w 31374"/>
                        <a:gd name="connsiteY30" fmla="*/ 31485 h 36303"/>
                        <a:gd name="connsiteX31" fmla="*/ 24535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5" y="31735"/>
                          </a:cubicBezTo>
                          <a:cubicBezTo>
                            <a:pt x="3212" y="30239"/>
                            <a:pt x="2077" y="28356"/>
                            <a:pt x="1246" y="26085"/>
                          </a:cubicBezTo>
                          <a:cubicBezTo>
                            <a:pt x="415" y="23814"/>
                            <a:pt x="0" y="21184"/>
                            <a:pt x="0" y="18166"/>
                          </a:cubicBezTo>
                          <a:cubicBezTo>
                            <a:pt x="0" y="15646"/>
                            <a:pt x="332" y="13292"/>
                            <a:pt x="969" y="11077"/>
                          </a:cubicBezTo>
                          <a:cubicBezTo>
                            <a:pt x="1634" y="8889"/>
                            <a:pt x="2603" y="6978"/>
                            <a:pt x="3905" y="5317"/>
                          </a:cubicBezTo>
                          <a:cubicBezTo>
                            <a:pt x="5206" y="3655"/>
                            <a:pt x="6840" y="2381"/>
                            <a:pt x="8806" y="1440"/>
                          </a:cubicBezTo>
                          <a:cubicBezTo>
                            <a:pt x="10772" y="499"/>
                            <a:pt x="13070" y="0"/>
                            <a:pt x="15673" y="0"/>
                          </a:cubicBezTo>
                          <a:cubicBezTo>
                            <a:pt x="18276" y="0"/>
                            <a:pt x="20658" y="471"/>
                            <a:pt x="22624" y="1440"/>
                          </a:cubicBezTo>
                          <a:cubicBezTo>
                            <a:pt x="24590" y="2409"/>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897"/>
                            <a:pt x="24036" y="34144"/>
                            <a:pt x="22098" y="35002"/>
                          </a:cubicBezTo>
                          <a:cubicBezTo>
                            <a:pt x="20159" y="35860"/>
                            <a:pt x="17999" y="36303"/>
                            <a:pt x="15646" y="36303"/>
                          </a:cubicBezTo>
                          <a:close/>
                          <a:moveTo>
                            <a:pt x="27248" y="18166"/>
                          </a:moveTo>
                          <a:cubicBezTo>
                            <a:pt x="27248" y="16117"/>
                            <a:pt x="27027" y="14233"/>
                            <a:pt x="26584" y="12461"/>
                          </a:cubicBezTo>
                          <a:cubicBezTo>
                            <a:pt x="26141" y="10689"/>
                            <a:pt x="25476" y="9138"/>
                            <a:pt x="24562" y="7837"/>
                          </a:cubicBezTo>
                          <a:cubicBezTo>
                            <a:pt x="23649" y="6535"/>
                            <a:pt x="22458" y="5511"/>
                            <a:pt x="21018" y="4735"/>
                          </a:cubicBezTo>
                          <a:cubicBezTo>
                            <a:pt x="19578" y="3988"/>
                            <a:pt x="17806" y="3600"/>
                            <a:pt x="15701" y="3600"/>
                          </a:cubicBezTo>
                          <a:cubicBezTo>
                            <a:pt x="13597" y="3600"/>
                            <a:pt x="11880" y="4015"/>
                            <a:pt x="10440" y="4818"/>
                          </a:cubicBezTo>
                          <a:cubicBezTo>
                            <a:pt x="8972" y="5649"/>
                            <a:pt x="7781" y="6729"/>
                            <a:pt x="6868" y="8086"/>
                          </a:cubicBezTo>
                          <a:cubicBezTo>
                            <a:pt x="5954" y="9443"/>
                            <a:pt x="5261" y="10993"/>
                            <a:pt x="4846" y="12738"/>
                          </a:cubicBezTo>
                          <a:cubicBezTo>
                            <a:pt x="4431" y="14483"/>
                            <a:pt x="4181" y="16283"/>
                            <a:pt x="4181" y="18166"/>
                          </a:cubicBezTo>
                          <a:cubicBezTo>
                            <a:pt x="4181" y="20298"/>
                            <a:pt x="4431" y="22264"/>
                            <a:pt x="4929" y="24036"/>
                          </a:cubicBezTo>
                          <a:cubicBezTo>
                            <a:pt x="5428" y="25836"/>
                            <a:pt x="6175" y="27359"/>
                            <a:pt x="7117" y="28660"/>
                          </a:cubicBezTo>
                          <a:cubicBezTo>
                            <a:pt x="8086" y="29935"/>
                            <a:pt x="9277" y="30931"/>
                            <a:pt x="10717" y="31651"/>
                          </a:cubicBezTo>
                          <a:cubicBezTo>
                            <a:pt x="12157" y="32371"/>
                            <a:pt x="13818" y="32704"/>
                            <a:pt x="15701" y="32704"/>
                          </a:cubicBezTo>
                          <a:cubicBezTo>
                            <a:pt x="17750" y="32704"/>
                            <a:pt x="19523" y="32288"/>
                            <a:pt x="20962" y="31485"/>
                          </a:cubicBezTo>
                          <a:cubicBezTo>
                            <a:pt x="22430" y="30655"/>
                            <a:pt x="23621" y="29574"/>
                            <a:pt x="24535" y="28190"/>
                          </a:cubicBezTo>
                          <a:cubicBezTo>
                            <a:pt x="25448" y="26805"/>
                            <a:pt x="26141" y="25254"/>
                            <a:pt x="26556" y="23538"/>
                          </a:cubicBezTo>
                          <a:cubicBezTo>
                            <a:pt x="26971" y="21821"/>
                            <a:pt x="27221" y="20021"/>
                            <a:pt x="27221" y="18166"/>
                          </a:cubicBezTo>
                          <a:close/>
                        </a:path>
                      </a:pathLst>
                    </a:custGeom>
                    <a:solidFill>
                      <a:srgbClr val="8371B3"/>
                    </a:solidFill>
                    <a:ln w="2767" cap="flat">
                      <a:noFill/>
                      <a:prstDash val="solid"/>
                      <a:miter/>
                    </a:ln>
                  </p:spPr>
                  <p:txBody>
                    <a:bodyPr rtlCol="0" anchor="ctr"/>
                    <a:lstStyle/>
                    <a:p>
                      <a:endParaRPr lang="en-US"/>
                    </a:p>
                  </p:txBody>
                </p:sp>
                <p:sp>
                  <p:nvSpPr>
                    <p:cNvPr id="3783" name="Freeform 3782">
                      <a:extLst>
                        <a:ext uri="{FF2B5EF4-FFF2-40B4-BE49-F238E27FC236}">
                          <a16:creationId xmlns:a16="http://schemas.microsoft.com/office/drawing/2014/main" id="{A7B2F5F1-BD22-6C56-3224-24C787521137}"/>
                        </a:ext>
                      </a:extLst>
                    </p:cNvPr>
                    <p:cNvSpPr/>
                    <p:nvPr/>
                  </p:nvSpPr>
                  <p:spPr>
                    <a:xfrm>
                      <a:off x="2959754" y="4186539"/>
                      <a:ext cx="46078" cy="35417"/>
                    </a:xfrm>
                    <a:custGeom>
                      <a:avLst/>
                      <a:gdLst>
                        <a:gd name="connsiteX0" fmla="*/ 3932 w 46078"/>
                        <a:gd name="connsiteY0" fmla="*/ 35334 h 35417"/>
                        <a:gd name="connsiteX1" fmla="*/ 0 w 46078"/>
                        <a:gd name="connsiteY1" fmla="*/ 35334 h 35417"/>
                        <a:gd name="connsiteX2" fmla="*/ 0 w 46078"/>
                        <a:gd name="connsiteY2" fmla="*/ 914 h 35417"/>
                        <a:gd name="connsiteX3" fmla="*/ 3932 w 46078"/>
                        <a:gd name="connsiteY3" fmla="*/ 914 h 35417"/>
                        <a:gd name="connsiteX4" fmla="*/ 3932 w 46078"/>
                        <a:gd name="connsiteY4" fmla="*/ 6092 h 35417"/>
                        <a:gd name="connsiteX5" fmla="*/ 4071 w 46078"/>
                        <a:gd name="connsiteY5" fmla="*/ 6092 h 35417"/>
                        <a:gd name="connsiteX6" fmla="*/ 8391 w 46078"/>
                        <a:gd name="connsiteY6" fmla="*/ 1551 h 35417"/>
                        <a:gd name="connsiteX7" fmla="*/ 14538 w 46078"/>
                        <a:gd name="connsiteY7" fmla="*/ 0 h 35417"/>
                        <a:gd name="connsiteX8" fmla="*/ 18526 w 46078"/>
                        <a:gd name="connsiteY8" fmla="*/ 526 h 35417"/>
                        <a:gd name="connsiteX9" fmla="*/ 21295 w 46078"/>
                        <a:gd name="connsiteY9" fmla="*/ 1966 h 35417"/>
                        <a:gd name="connsiteX10" fmla="*/ 23205 w 46078"/>
                        <a:gd name="connsiteY10" fmla="*/ 4071 h 35417"/>
                        <a:gd name="connsiteX11" fmla="*/ 24479 w 46078"/>
                        <a:gd name="connsiteY11" fmla="*/ 6674 h 35417"/>
                        <a:gd name="connsiteX12" fmla="*/ 29020 w 46078"/>
                        <a:gd name="connsiteY12" fmla="*/ 1661 h 35417"/>
                        <a:gd name="connsiteX13" fmla="*/ 35528 w 46078"/>
                        <a:gd name="connsiteY13" fmla="*/ 28 h 35417"/>
                        <a:gd name="connsiteX14" fmla="*/ 41066 w 46078"/>
                        <a:gd name="connsiteY14" fmla="*/ 1191 h 35417"/>
                        <a:gd name="connsiteX15" fmla="*/ 44251 w 46078"/>
                        <a:gd name="connsiteY15" fmla="*/ 4237 h 35417"/>
                        <a:gd name="connsiteX16" fmla="*/ 45718 w 46078"/>
                        <a:gd name="connsiteY16" fmla="*/ 8584 h 35417"/>
                        <a:gd name="connsiteX17" fmla="*/ 46078 w 46078"/>
                        <a:gd name="connsiteY17" fmla="*/ 13624 h 35417"/>
                        <a:gd name="connsiteX18" fmla="*/ 46078 w 46078"/>
                        <a:gd name="connsiteY18" fmla="*/ 35362 h 35417"/>
                        <a:gd name="connsiteX19" fmla="*/ 42146 w 46078"/>
                        <a:gd name="connsiteY19" fmla="*/ 35362 h 35417"/>
                        <a:gd name="connsiteX20" fmla="*/ 42146 w 46078"/>
                        <a:gd name="connsiteY20" fmla="*/ 11575 h 35417"/>
                        <a:gd name="connsiteX21" fmla="*/ 40596 w 46078"/>
                        <a:gd name="connsiteY21" fmla="*/ 5732 h 35417"/>
                        <a:gd name="connsiteX22" fmla="*/ 34863 w 46078"/>
                        <a:gd name="connsiteY22" fmla="*/ 3600 h 35417"/>
                        <a:gd name="connsiteX23" fmla="*/ 30710 w 46078"/>
                        <a:gd name="connsiteY23" fmla="*/ 4569 h 35417"/>
                        <a:gd name="connsiteX24" fmla="*/ 27193 w 46078"/>
                        <a:gd name="connsiteY24" fmla="*/ 7532 h 35417"/>
                        <a:gd name="connsiteX25" fmla="*/ 26113 w 46078"/>
                        <a:gd name="connsiteY25" fmla="*/ 9553 h 35417"/>
                        <a:gd name="connsiteX26" fmla="*/ 25421 w 46078"/>
                        <a:gd name="connsiteY26" fmla="*/ 11990 h 35417"/>
                        <a:gd name="connsiteX27" fmla="*/ 25061 w 46078"/>
                        <a:gd name="connsiteY27" fmla="*/ 14510 h 35417"/>
                        <a:gd name="connsiteX28" fmla="*/ 24950 w 46078"/>
                        <a:gd name="connsiteY28" fmla="*/ 16836 h 35417"/>
                        <a:gd name="connsiteX29" fmla="*/ 24950 w 46078"/>
                        <a:gd name="connsiteY29" fmla="*/ 35390 h 35417"/>
                        <a:gd name="connsiteX30" fmla="*/ 21018 w 46078"/>
                        <a:gd name="connsiteY30" fmla="*/ 35390 h 35417"/>
                        <a:gd name="connsiteX31" fmla="*/ 21018 w 46078"/>
                        <a:gd name="connsiteY31" fmla="*/ 11603 h 35417"/>
                        <a:gd name="connsiteX32" fmla="*/ 19467 w 46078"/>
                        <a:gd name="connsiteY32" fmla="*/ 5760 h 35417"/>
                        <a:gd name="connsiteX33" fmla="*/ 13735 w 46078"/>
                        <a:gd name="connsiteY33" fmla="*/ 3628 h 35417"/>
                        <a:gd name="connsiteX34" fmla="*/ 9581 w 46078"/>
                        <a:gd name="connsiteY34" fmla="*/ 4597 h 35417"/>
                        <a:gd name="connsiteX35" fmla="*/ 6064 w 46078"/>
                        <a:gd name="connsiteY35" fmla="*/ 7560 h 35417"/>
                        <a:gd name="connsiteX36" fmla="*/ 4984 w 46078"/>
                        <a:gd name="connsiteY36" fmla="*/ 9581 h 35417"/>
                        <a:gd name="connsiteX37" fmla="*/ 4292 w 46078"/>
                        <a:gd name="connsiteY37" fmla="*/ 12018 h 35417"/>
                        <a:gd name="connsiteX38" fmla="*/ 3932 w 46078"/>
                        <a:gd name="connsiteY38" fmla="*/ 14538 h 35417"/>
                        <a:gd name="connsiteX39" fmla="*/ 3821 w 46078"/>
                        <a:gd name="connsiteY39" fmla="*/ 16864 h 35417"/>
                        <a:gd name="connsiteX40" fmla="*/ 3821 w 4607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078" h="35417">
                          <a:moveTo>
                            <a:pt x="3932" y="35334"/>
                          </a:moveTo>
                          <a:lnTo>
                            <a:pt x="0" y="35334"/>
                          </a:lnTo>
                          <a:lnTo>
                            <a:pt x="0" y="914"/>
                          </a:lnTo>
                          <a:lnTo>
                            <a:pt x="3932" y="914"/>
                          </a:lnTo>
                          <a:lnTo>
                            <a:pt x="3932" y="6092"/>
                          </a:lnTo>
                          <a:lnTo>
                            <a:pt x="4071" y="6092"/>
                          </a:lnTo>
                          <a:cubicBezTo>
                            <a:pt x="5068" y="4098"/>
                            <a:pt x="6508" y="2575"/>
                            <a:pt x="8391" y="1551"/>
                          </a:cubicBezTo>
                          <a:cubicBezTo>
                            <a:pt x="10274" y="499"/>
                            <a:pt x="12323" y="0"/>
                            <a:pt x="14538" y="0"/>
                          </a:cubicBezTo>
                          <a:cubicBezTo>
                            <a:pt x="16116" y="0"/>
                            <a:pt x="17446" y="166"/>
                            <a:pt x="18526" y="526"/>
                          </a:cubicBezTo>
                          <a:cubicBezTo>
                            <a:pt x="19606" y="886"/>
                            <a:pt x="20547" y="1357"/>
                            <a:pt x="21295" y="1966"/>
                          </a:cubicBezTo>
                          <a:cubicBezTo>
                            <a:pt x="22070" y="2575"/>
                            <a:pt x="22679" y="3268"/>
                            <a:pt x="23205" y="4071"/>
                          </a:cubicBezTo>
                          <a:cubicBezTo>
                            <a:pt x="23704" y="4874"/>
                            <a:pt x="24119" y="5732"/>
                            <a:pt x="24479" y="6674"/>
                          </a:cubicBezTo>
                          <a:cubicBezTo>
                            <a:pt x="25614" y="4403"/>
                            <a:pt x="27137" y="2741"/>
                            <a:pt x="29020" y="1661"/>
                          </a:cubicBezTo>
                          <a:cubicBezTo>
                            <a:pt x="30931" y="581"/>
                            <a:pt x="33091" y="28"/>
                            <a:pt x="35528" y="28"/>
                          </a:cubicBezTo>
                          <a:cubicBezTo>
                            <a:pt x="37854" y="28"/>
                            <a:pt x="39682" y="415"/>
                            <a:pt x="41066" y="1191"/>
                          </a:cubicBezTo>
                          <a:cubicBezTo>
                            <a:pt x="42451" y="1966"/>
                            <a:pt x="43503" y="2991"/>
                            <a:pt x="44251" y="4237"/>
                          </a:cubicBezTo>
                          <a:cubicBezTo>
                            <a:pt x="44998" y="5483"/>
                            <a:pt x="45497" y="6951"/>
                            <a:pt x="45718" y="8584"/>
                          </a:cubicBezTo>
                          <a:cubicBezTo>
                            <a:pt x="45968" y="10218"/>
                            <a:pt x="46078" y="11907"/>
                            <a:pt x="46078" y="13624"/>
                          </a:cubicBezTo>
                          <a:lnTo>
                            <a:pt x="46078" y="35362"/>
                          </a:lnTo>
                          <a:lnTo>
                            <a:pt x="42146" y="35362"/>
                          </a:lnTo>
                          <a:lnTo>
                            <a:pt x="42146" y="11575"/>
                          </a:lnTo>
                          <a:cubicBezTo>
                            <a:pt x="42146" y="9083"/>
                            <a:pt x="41620" y="7144"/>
                            <a:pt x="40596" y="5732"/>
                          </a:cubicBezTo>
                          <a:cubicBezTo>
                            <a:pt x="39571" y="4320"/>
                            <a:pt x="37660" y="3600"/>
                            <a:pt x="34863" y="3600"/>
                          </a:cubicBezTo>
                          <a:cubicBezTo>
                            <a:pt x="33423" y="3600"/>
                            <a:pt x="32039" y="3932"/>
                            <a:pt x="30710" y="4569"/>
                          </a:cubicBezTo>
                          <a:cubicBezTo>
                            <a:pt x="29380" y="5206"/>
                            <a:pt x="28217" y="6203"/>
                            <a:pt x="27193" y="7532"/>
                          </a:cubicBezTo>
                          <a:cubicBezTo>
                            <a:pt x="26750" y="8114"/>
                            <a:pt x="26390" y="8778"/>
                            <a:pt x="26113" y="9553"/>
                          </a:cubicBezTo>
                          <a:cubicBezTo>
                            <a:pt x="25836" y="10329"/>
                            <a:pt x="25587" y="11132"/>
                            <a:pt x="25421" y="11990"/>
                          </a:cubicBezTo>
                          <a:cubicBezTo>
                            <a:pt x="25254" y="12821"/>
                            <a:pt x="25116" y="13680"/>
                            <a:pt x="25061" y="14510"/>
                          </a:cubicBezTo>
                          <a:cubicBezTo>
                            <a:pt x="25005" y="15341"/>
                            <a:pt x="24950" y="16116"/>
                            <a:pt x="24950" y="16836"/>
                          </a:cubicBezTo>
                          <a:lnTo>
                            <a:pt x="24950" y="35390"/>
                          </a:lnTo>
                          <a:lnTo>
                            <a:pt x="21018" y="35390"/>
                          </a:lnTo>
                          <a:lnTo>
                            <a:pt x="21018" y="11603"/>
                          </a:lnTo>
                          <a:cubicBezTo>
                            <a:pt x="21018" y="9111"/>
                            <a:pt x="20492" y="7172"/>
                            <a:pt x="19467" y="5760"/>
                          </a:cubicBezTo>
                          <a:cubicBezTo>
                            <a:pt x="18443" y="4347"/>
                            <a:pt x="16532" y="3628"/>
                            <a:pt x="13735" y="3628"/>
                          </a:cubicBezTo>
                          <a:cubicBezTo>
                            <a:pt x="12295" y="3628"/>
                            <a:pt x="10910" y="3960"/>
                            <a:pt x="9581" y="4597"/>
                          </a:cubicBezTo>
                          <a:cubicBezTo>
                            <a:pt x="8252" y="5234"/>
                            <a:pt x="7089" y="6231"/>
                            <a:pt x="6064" y="7560"/>
                          </a:cubicBezTo>
                          <a:cubicBezTo>
                            <a:pt x="5621" y="8141"/>
                            <a:pt x="5261" y="8806"/>
                            <a:pt x="4984" y="9581"/>
                          </a:cubicBezTo>
                          <a:cubicBezTo>
                            <a:pt x="4708" y="10357"/>
                            <a:pt x="4458" y="11160"/>
                            <a:pt x="4292" y="12018"/>
                          </a:cubicBezTo>
                          <a:cubicBezTo>
                            <a:pt x="4126" y="12849"/>
                            <a:pt x="3988" y="13707"/>
                            <a:pt x="3932" y="14538"/>
                          </a:cubicBezTo>
                          <a:cubicBezTo>
                            <a:pt x="3877" y="15369"/>
                            <a:pt x="3821" y="16144"/>
                            <a:pt x="3821" y="16864"/>
                          </a:cubicBezTo>
                          <a:lnTo>
                            <a:pt x="3821" y="35417"/>
                          </a:lnTo>
                          <a:close/>
                        </a:path>
                      </a:pathLst>
                    </a:custGeom>
                    <a:solidFill>
                      <a:srgbClr val="8371B3"/>
                    </a:solidFill>
                    <a:ln w="2767" cap="flat">
                      <a:noFill/>
                      <a:prstDash val="solid"/>
                      <a:miter/>
                    </a:ln>
                  </p:spPr>
                  <p:txBody>
                    <a:bodyPr rtlCol="0" anchor="ctr"/>
                    <a:lstStyle/>
                    <a:p>
                      <a:endParaRPr lang="en-US"/>
                    </a:p>
                  </p:txBody>
                </p:sp>
                <p:sp>
                  <p:nvSpPr>
                    <p:cNvPr id="3784" name="Freeform 3783">
                      <a:extLst>
                        <a:ext uri="{FF2B5EF4-FFF2-40B4-BE49-F238E27FC236}">
                          <a16:creationId xmlns:a16="http://schemas.microsoft.com/office/drawing/2014/main" id="{08FF94BC-8BAF-A49F-52E1-1085EDA3BB2F}"/>
                        </a:ext>
                      </a:extLst>
                    </p:cNvPr>
                    <p:cNvSpPr/>
                    <p:nvPr/>
                  </p:nvSpPr>
                  <p:spPr>
                    <a:xfrm>
                      <a:off x="3015303" y="4186484"/>
                      <a:ext cx="31152" cy="48930"/>
                    </a:xfrm>
                    <a:custGeom>
                      <a:avLst/>
                      <a:gdLst>
                        <a:gd name="connsiteX0" fmla="*/ 3932 w 31152"/>
                        <a:gd name="connsiteY0" fmla="*/ 48931 h 48930"/>
                        <a:gd name="connsiteX1" fmla="*/ 0 w 31152"/>
                        <a:gd name="connsiteY1" fmla="*/ 48931 h 48930"/>
                        <a:gd name="connsiteX2" fmla="*/ 0 w 31152"/>
                        <a:gd name="connsiteY2" fmla="*/ 941 h 48930"/>
                        <a:gd name="connsiteX3" fmla="*/ 3932 w 31152"/>
                        <a:gd name="connsiteY3" fmla="*/ 941 h 48930"/>
                        <a:gd name="connsiteX4" fmla="*/ 3932 w 31152"/>
                        <a:gd name="connsiteY4" fmla="*/ 6978 h 48930"/>
                        <a:gd name="connsiteX5" fmla="*/ 4071 w 31152"/>
                        <a:gd name="connsiteY5" fmla="*/ 6978 h 48930"/>
                        <a:gd name="connsiteX6" fmla="*/ 6258 w 31152"/>
                        <a:gd name="connsiteY6" fmla="*/ 3988 h 48930"/>
                        <a:gd name="connsiteX7" fmla="*/ 9194 w 31152"/>
                        <a:gd name="connsiteY7" fmla="*/ 1800 h 48930"/>
                        <a:gd name="connsiteX8" fmla="*/ 12489 w 31152"/>
                        <a:gd name="connsiteY8" fmla="*/ 471 h 48930"/>
                        <a:gd name="connsiteX9" fmla="*/ 15840 w 31152"/>
                        <a:gd name="connsiteY9" fmla="*/ 0 h 48930"/>
                        <a:gd name="connsiteX10" fmla="*/ 22845 w 31152"/>
                        <a:gd name="connsiteY10" fmla="*/ 1385 h 48930"/>
                        <a:gd name="connsiteX11" fmla="*/ 27581 w 31152"/>
                        <a:gd name="connsiteY11" fmla="*/ 5206 h 48930"/>
                        <a:gd name="connsiteX12" fmla="*/ 30294 w 31152"/>
                        <a:gd name="connsiteY12" fmla="*/ 10966 h 48930"/>
                        <a:gd name="connsiteX13" fmla="*/ 31153 w 31152"/>
                        <a:gd name="connsiteY13" fmla="*/ 18083 h 48930"/>
                        <a:gd name="connsiteX14" fmla="*/ 30239 w 31152"/>
                        <a:gd name="connsiteY14" fmla="*/ 25005 h 48930"/>
                        <a:gd name="connsiteX15" fmla="*/ 27442 w 31152"/>
                        <a:gd name="connsiteY15" fmla="*/ 30820 h 48930"/>
                        <a:gd name="connsiteX16" fmla="*/ 22735 w 31152"/>
                        <a:gd name="connsiteY16" fmla="*/ 34808 h 48930"/>
                        <a:gd name="connsiteX17" fmla="*/ 16033 w 31152"/>
                        <a:gd name="connsiteY17" fmla="*/ 36303 h 48930"/>
                        <a:gd name="connsiteX18" fmla="*/ 9111 w 31152"/>
                        <a:gd name="connsiteY18" fmla="*/ 34670 h 48930"/>
                        <a:gd name="connsiteX19" fmla="*/ 3905 w 31152"/>
                        <a:gd name="connsiteY19" fmla="*/ 29851 h 48930"/>
                        <a:gd name="connsiteX20" fmla="*/ 3905 w 31152"/>
                        <a:gd name="connsiteY20" fmla="*/ 48931 h 48930"/>
                        <a:gd name="connsiteX21" fmla="*/ 3932 w 31152"/>
                        <a:gd name="connsiteY21" fmla="*/ 18304 h 48930"/>
                        <a:gd name="connsiteX22" fmla="*/ 4708 w 31152"/>
                        <a:gd name="connsiteY22" fmla="*/ 23842 h 48930"/>
                        <a:gd name="connsiteX23" fmla="*/ 6978 w 31152"/>
                        <a:gd name="connsiteY23" fmla="*/ 28439 h 48930"/>
                        <a:gd name="connsiteX24" fmla="*/ 10578 w 31152"/>
                        <a:gd name="connsiteY24" fmla="*/ 31568 h 48930"/>
                        <a:gd name="connsiteX25" fmla="*/ 15396 w 31152"/>
                        <a:gd name="connsiteY25" fmla="*/ 32731 h 48930"/>
                        <a:gd name="connsiteX26" fmla="*/ 20658 w 31152"/>
                        <a:gd name="connsiteY26" fmla="*/ 31513 h 48930"/>
                        <a:gd name="connsiteX27" fmla="*/ 24368 w 31152"/>
                        <a:gd name="connsiteY27" fmla="*/ 28162 h 48930"/>
                        <a:gd name="connsiteX28" fmla="*/ 26473 w 31152"/>
                        <a:gd name="connsiteY28" fmla="*/ 23205 h 48930"/>
                        <a:gd name="connsiteX29" fmla="*/ 26999 w 31152"/>
                        <a:gd name="connsiteY29" fmla="*/ 17113 h 48930"/>
                        <a:gd name="connsiteX30" fmla="*/ 26113 w 31152"/>
                        <a:gd name="connsiteY30" fmla="*/ 11353 h 48930"/>
                        <a:gd name="connsiteX31" fmla="*/ 23649 w 31152"/>
                        <a:gd name="connsiteY31" fmla="*/ 7145 h 48930"/>
                        <a:gd name="connsiteX32" fmla="*/ 19993 w 31152"/>
                        <a:gd name="connsiteY32" fmla="*/ 4514 h 48930"/>
                        <a:gd name="connsiteX33" fmla="*/ 15396 w 31152"/>
                        <a:gd name="connsiteY33" fmla="*/ 3628 h 48930"/>
                        <a:gd name="connsiteX34" fmla="*/ 10495 w 31152"/>
                        <a:gd name="connsiteY34" fmla="*/ 4763 h 48930"/>
                        <a:gd name="connsiteX35" fmla="*/ 6895 w 31152"/>
                        <a:gd name="connsiteY35" fmla="*/ 7864 h 48930"/>
                        <a:gd name="connsiteX36" fmla="*/ 4708 w 31152"/>
                        <a:gd name="connsiteY36" fmla="*/ 12517 h 48930"/>
                        <a:gd name="connsiteX37" fmla="*/ 3960 w 31152"/>
                        <a:gd name="connsiteY37" fmla="*/ 18332 h 48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930">
                          <a:moveTo>
                            <a:pt x="3932" y="48931"/>
                          </a:moveTo>
                          <a:lnTo>
                            <a:pt x="0" y="48931"/>
                          </a:lnTo>
                          <a:lnTo>
                            <a:pt x="0" y="941"/>
                          </a:lnTo>
                          <a:lnTo>
                            <a:pt x="3932" y="941"/>
                          </a:lnTo>
                          <a:lnTo>
                            <a:pt x="3932" y="6978"/>
                          </a:lnTo>
                          <a:lnTo>
                            <a:pt x="4071" y="6978"/>
                          </a:lnTo>
                          <a:cubicBezTo>
                            <a:pt x="4624" y="5871"/>
                            <a:pt x="5372" y="4874"/>
                            <a:pt x="6258" y="3988"/>
                          </a:cubicBezTo>
                          <a:cubicBezTo>
                            <a:pt x="7144" y="3101"/>
                            <a:pt x="8141" y="2381"/>
                            <a:pt x="9194" y="1800"/>
                          </a:cubicBezTo>
                          <a:cubicBezTo>
                            <a:pt x="10274" y="1219"/>
                            <a:pt x="11354" y="775"/>
                            <a:pt x="12489" y="471"/>
                          </a:cubicBezTo>
                          <a:cubicBezTo>
                            <a:pt x="13624" y="166"/>
                            <a:pt x="14732" y="0"/>
                            <a:pt x="15840" y="0"/>
                          </a:cubicBezTo>
                          <a:cubicBezTo>
                            <a:pt x="18581" y="0"/>
                            <a:pt x="20935" y="471"/>
                            <a:pt x="22845" y="1385"/>
                          </a:cubicBezTo>
                          <a:cubicBezTo>
                            <a:pt x="24756" y="2299"/>
                            <a:pt x="26362" y="3600"/>
                            <a:pt x="27581" y="5206"/>
                          </a:cubicBezTo>
                          <a:cubicBezTo>
                            <a:pt x="28799" y="6812"/>
                            <a:pt x="29740" y="8751"/>
                            <a:pt x="30294" y="10966"/>
                          </a:cubicBezTo>
                          <a:cubicBezTo>
                            <a:pt x="30848" y="13181"/>
                            <a:pt x="31153" y="15563"/>
                            <a:pt x="31153" y="18083"/>
                          </a:cubicBezTo>
                          <a:cubicBezTo>
                            <a:pt x="31153" y="20464"/>
                            <a:pt x="30848" y="22790"/>
                            <a:pt x="30239" y="25005"/>
                          </a:cubicBezTo>
                          <a:cubicBezTo>
                            <a:pt x="29630" y="27221"/>
                            <a:pt x="28688" y="29159"/>
                            <a:pt x="27442" y="30820"/>
                          </a:cubicBezTo>
                          <a:cubicBezTo>
                            <a:pt x="26196" y="32482"/>
                            <a:pt x="24618" y="33811"/>
                            <a:pt x="22735" y="34808"/>
                          </a:cubicBezTo>
                          <a:cubicBezTo>
                            <a:pt x="20824" y="35805"/>
                            <a:pt x="18609" y="36303"/>
                            <a:pt x="16033" y="36303"/>
                          </a:cubicBezTo>
                          <a:cubicBezTo>
                            <a:pt x="13624" y="36303"/>
                            <a:pt x="11326" y="35750"/>
                            <a:pt x="9111" y="34670"/>
                          </a:cubicBezTo>
                          <a:cubicBezTo>
                            <a:pt x="6895" y="33590"/>
                            <a:pt x="5178" y="31984"/>
                            <a:pt x="3905" y="29851"/>
                          </a:cubicBezTo>
                          <a:lnTo>
                            <a:pt x="3905" y="48931"/>
                          </a:lnTo>
                          <a:close/>
                          <a:moveTo>
                            <a:pt x="3932" y="18304"/>
                          </a:moveTo>
                          <a:cubicBezTo>
                            <a:pt x="3932" y="20243"/>
                            <a:pt x="4181" y="22098"/>
                            <a:pt x="4708" y="23842"/>
                          </a:cubicBezTo>
                          <a:cubicBezTo>
                            <a:pt x="5234" y="25587"/>
                            <a:pt x="5981" y="27110"/>
                            <a:pt x="6978" y="28439"/>
                          </a:cubicBezTo>
                          <a:cubicBezTo>
                            <a:pt x="7947" y="29740"/>
                            <a:pt x="9166" y="30793"/>
                            <a:pt x="10578" y="31568"/>
                          </a:cubicBezTo>
                          <a:cubicBezTo>
                            <a:pt x="11990" y="32344"/>
                            <a:pt x="13597" y="32731"/>
                            <a:pt x="15396" y="32731"/>
                          </a:cubicBezTo>
                          <a:cubicBezTo>
                            <a:pt x="17418" y="32731"/>
                            <a:pt x="19162" y="32316"/>
                            <a:pt x="20658" y="31513"/>
                          </a:cubicBezTo>
                          <a:cubicBezTo>
                            <a:pt x="22153" y="30682"/>
                            <a:pt x="23399" y="29574"/>
                            <a:pt x="24368" y="28162"/>
                          </a:cubicBezTo>
                          <a:cubicBezTo>
                            <a:pt x="25338" y="26750"/>
                            <a:pt x="26030" y="25089"/>
                            <a:pt x="26473" y="23205"/>
                          </a:cubicBezTo>
                          <a:cubicBezTo>
                            <a:pt x="26916" y="21323"/>
                            <a:pt x="27082" y="19301"/>
                            <a:pt x="26999" y="17113"/>
                          </a:cubicBezTo>
                          <a:cubicBezTo>
                            <a:pt x="26999" y="14953"/>
                            <a:pt x="26694" y="13015"/>
                            <a:pt x="26113" y="11353"/>
                          </a:cubicBezTo>
                          <a:cubicBezTo>
                            <a:pt x="25532" y="9692"/>
                            <a:pt x="24701" y="8280"/>
                            <a:pt x="23649" y="7145"/>
                          </a:cubicBezTo>
                          <a:cubicBezTo>
                            <a:pt x="22596" y="5981"/>
                            <a:pt x="21378" y="5123"/>
                            <a:pt x="19993" y="4514"/>
                          </a:cubicBezTo>
                          <a:cubicBezTo>
                            <a:pt x="18609" y="3905"/>
                            <a:pt x="17058" y="3628"/>
                            <a:pt x="15396" y="3628"/>
                          </a:cubicBezTo>
                          <a:cubicBezTo>
                            <a:pt x="13569" y="3628"/>
                            <a:pt x="11935" y="4015"/>
                            <a:pt x="10495" y="4763"/>
                          </a:cubicBezTo>
                          <a:cubicBezTo>
                            <a:pt x="9055" y="5511"/>
                            <a:pt x="7864" y="6535"/>
                            <a:pt x="6895" y="7864"/>
                          </a:cubicBezTo>
                          <a:cubicBezTo>
                            <a:pt x="5926" y="9166"/>
                            <a:pt x="5206" y="10717"/>
                            <a:pt x="4708" y="12517"/>
                          </a:cubicBezTo>
                          <a:cubicBezTo>
                            <a:pt x="4209" y="14317"/>
                            <a:pt x="3960" y="16255"/>
                            <a:pt x="3960" y="18332"/>
                          </a:cubicBezTo>
                          <a:close/>
                        </a:path>
                      </a:pathLst>
                    </a:custGeom>
                    <a:solidFill>
                      <a:srgbClr val="8371B3"/>
                    </a:solidFill>
                    <a:ln w="2767" cap="flat">
                      <a:noFill/>
                      <a:prstDash val="solid"/>
                      <a:miter/>
                    </a:ln>
                  </p:spPr>
                  <p:txBody>
                    <a:bodyPr rtlCol="0" anchor="ctr"/>
                    <a:lstStyle/>
                    <a:p>
                      <a:endParaRPr lang="en-US"/>
                    </a:p>
                  </p:txBody>
                </p:sp>
                <p:sp>
                  <p:nvSpPr>
                    <p:cNvPr id="3785" name="Freeform 3784">
                      <a:extLst>
                        <a:ext uri="{FF2B5EF4-FFF2-40B4-BE49-F238E27FC236}">
                          <a16:creationId xmlns:a16="http://schemas.microsoft.com/office/drawing/2014/main" id="{6681ADD7-6D98-980F-50F8-CFF167BFB92E}"/>
                        </a:ext>
                      </a:extLst>
                    </p:cNvPr>
                    <p:cNvSpPr/>
                    <p:nvPr/>
                  </p:nvSpPr>
                  <p:spPr>
                    <a:xfrm>
                      <a:off x="3053157" y="4186567"/>
                      <a:ext cx="31983" cy="36303"/>
                    </a:xfrm>
                    <a:custGeom>
                      <a:avLst/>
                      <a:gdLst>
                        <a:gd name="connsiteX0" fmla="*/ 17307 w 31983"/>
                        <a:gd name="connsiteY0" fmla="*/ 15230 h 36303"/>
                        <a:gd name="connsiteX1" fmla="*/ 19966 w 31983"/>
                        <a:gd name="connsiteY1" fmla="*/ 14843 h 36303"/>
                        <a:gd name="connsiteX2" fmla="*/ 22486 w 31983"/>
                        <a:gd name="connsiteY2" fmla="*/ 14123 h 36303"/>
                        <a:gd name="connsiteX3" fmla="*/ 23704 w 31983"/>
                        <a:gd name="connsiteY3" fmla="*/ 12572 h 36303"/>
                        <a:gd name="connsiteX4" fmla="*/ 23925 w 31983"/>
                        <a:gd name="connsiteY4" fmla="*/ 10550 h 36303"/>
                        <a:gd name="connsiteX5" fmla="*/ 21987 w 31983"/>
                        <a:gd name="connsiteY5" fmla="*/ 5538 h 36303"/>
                        <a:gd name="connsiteX6" fmla="*/ 15480 w 31983"/>
                        <a:gd name="connsiteY6" fmla="*/ 3572 h 36303"/>
                        <a:gd name="connsiteX7" fmla="*/ 11741 w 31983"/>
                        <a:gd name="connsiteY7" fmla="*/ 3932 h 36303"/>
                        <a:gd name="connsiteX8" fmla="*/ 8751 w 31983"/>
                        <a:gd name="connsiteY8" fmla="*/ 5206 h 36303"/>
                        <a:gd name="connsiteX9" fmla="*/ 6646 w 31983"/>
                        <a:gd name="connsiteY9" fmla="*/ 7587 h 36303"/>
                        <a:gd name="connsiteX10" fmla="*/ 5566 w 31983"/>
                        <a:gd name="connsiteY10" fmla="*/ 11353 h 36303"/>
                        <a:gd name="connsiteX11" fmla="*/ 1578 w 31983"/>
                        <a:gd name="connsiteY11" fmla="*/ 11353 h 36303"/>
                        <a:gd name="connsiteX12" fmla="*/ 2963 w 31983"/>
                        <a:gd name="connsiteY12" fmla="*/ 6147 h 36303"/>
                        <a:gd name="connsiteX13" fmla="*/ 6009 w 31983"/>
                        <a:gd name="connsiteY13" fmla="*/ 2631 h 36303"/>
                        <a:gd name="connsiteX14" fmla="*/ 10329 w 31983"/>
                        <a:gd name="connsiteY14" fmla="*/ 637 h 36303"/>
                        <a:gd name="connsiteX15" fmla="*/ 15535 w 31983"/>
                        <a:gd name="connsiteY15" fmla="*/ 0 h 36303"/>
                        <a:gd name="connsiteX16" fmla="*/ 20353 w 31983"/>
                        <a:gd name="connsiteY16" fmla="*/ 554 h 36303"/>
                        <a:gd name="connsiteX17" fmla="*/ 24285 w 31983"/>
                        <a:gd name="connsiteY17" fmla="*/ 2354 h 36303"/>
                        <a:gd name="connsiteX18" fmla="*/ 26916 w 31983"/>
                        <a:gd name="connsiteY18" fmla="*/ 5649 h 36303"/>
                        <a:gd name="connsiteX19" fmla="*/ 27858 w 31983"/>
                        <a:gd name="connsiteY19" fmla="*/ 10689 h 36303"/>
                        <a:gd name="connsiteX20" fmla="*/ 27858 w 31983"/>
                        <a:gd name="connsiteY20" fmla="*/ 29436 h 36303"/>
                        <a:gd name="connsiteX21" fmla="*/ 28688 w 31983"/>
                        <a:gd name="connsiteY21" fmla="*/ 32399 h 36303"/>
                        <a:gd name="connsiteX22" fmla="*/ 31984 w 31983"/>
                        <a:gd name="connsiteY22" fmla="*/ 32094 h 36303"/>
                        <a:gd name="connsiteX23" fmla="*/ 31984 w 31983"/>
                        <a:gd name="connsiteY23" fmla="*/ 35223 h 36303"/>
                        <a:gd name="connsiteX24" fmla="*/ 30654 w 31983"/>
                        <a:gd name="connsiteY24" fmla="*/ 35611 h 36303"/>
                        <a:gd name="connsiteX25" fmla="*/ 28910 w 31983"/>
                        <a:gd name="connsiteY25" fmla="*/ 35888 h 36303"/>
                        <a:gd name="connsiteX26" fmla="*/ 27138 w 31983"/>
                        <a:gd name="connsiteY26" fmla="*/ 35694 h 36303"/>
                        <a:gd name="connsiteX27" fmla="*/ 25559 w 31983"/>
                        <a:gd name="connsiteY27" fmla="*/ 35057 h 36303"/>
                        <a:gd name="connsiteX28" fmla="*/ 24618 w 31983"/>
                        <a:gd name="connsiteY28" fmla="*/ 33866 h 36303"/>
                        <a:gd name="connsiteX29" fmla="*/ 24119 w 31983"/>
                        <a:gd name="connsiteY29" fmla="*/ 32344 h 36303"/>
                        <a:gd name="connsiteX30" fmla="*/ 23981 w 31983"/>
                        <a:gd name="connsiteY30" fmla="*/ 30571 h 36303"/>
                        <a:gd name="connsiteX31" fmla="*/ 18276 w 31983"/>
                        <a:gd name="connsiteY31" fmla="*/ 34836 h 36303"/>
                        <a:gd name="connsiteX32" fmla="*/ 11326 w 31983"/>
                        <a:gd name="connsiteY32" fmla="*/ 36303 h 36303"/>
                        <a:gd name="connsiteX33" fmla="*/ 7034 w 31983"/>
                        <a:gd name="connsiteY33" fmla="*/ 35694 h 36303"/>
                        <a:gd name="connsiteX34" fmla="*/ 3406 w 31983"/>
                        <a:gd name="connsiteY34" fmla="*/ 33839 h 36303"/>
                        <a:gd name="connsiteX35" fmla="*/ 914 w 31983"/>
                        <a:gd name="connsiteY35" fmla="*/ 30737 h 36303"/>
                        <a:gd name="connsiteX36" fmla="*/ 0 w 31983"/>
                        <a:gd name="connsiteY36" fmla="*/ 26390 h 36303"/>
                        <a:gd name="connsiteX37" fmla="*/ 11852 w 31983"/>
                        <a:gd name="connsiteY37" fmla="*/ 16033 h 36303"/>
                        <a:gd name="connsiteX38" fmla="*/ 17280 w 31983"/>
                        <a:gd name="connsiteY38" fmla="*/ 15313 h 36303"/>
                        <a:gd name="connsiteX39" fmla="*/ 23925 w 31983"/>
                        <a:gd name="connsiteY39" fmla="*/ 17224 h 36303"/>
                        <a:gd name="connsiteX40" fmla="*/ 18886 w 31983"/>
                        <a:gd name="connsiteY40" fmla="*/ 18608 h 36303"/>
                        <a:gd name="connsiteX41" fmla="*/ 13790 w 31983"/>
                        <a:gd name="connsiteY41" fmla="*/ 19135 h 36303"/>
                        <a:gd name="connsiteX42" fmla="*/ 6757 w 31983"/>
                        <a:gd name="connsiteY42" fmla="*/ 21184 h 36303"/>
                        <a:gd name="connsiteX43" fmla="*/ 4237 w 31983"/>
                        <a:gd name="connsiteY43" fmla="*/ 26445 h 36303"/>
                        <a:gd name="connsiteX44" fmla="*/ 4874 w 31983"/>
                        <a:gd name="connsiteY44" fmla="*/ 29214 h 36303"/>
                        <a:gd name="connsiteX45" fmla="*/ 6508 w 31983"/>
                        <a:gd name="connsiteY45" fmla="*/ 31153 h 36303"/>
                        <a:gd name="connsiteX46" fmla="*/ 8861 w 31983"/>
                        <a:gd name="connsiteY46" fmla="*/ 32288 h 36303"/>
                        <a:gd name="connsiteX47" fmla="*/ 11575 w 31983"/>
                        <a:gd name="connsiteY47" fmla="*/ 32648 h 36303"/>
                        <a:gd name="connsiteX48" fmla="*/ 16172 w 31983"/>
                        <a:gd name="connsiteY48" fmla="*/ 32039 h 36303"/>
                        <a:gd name="connsiteX49" fmla="*/ 20132 w 31983"/>
                        <a:gd name="connsiteY49" fmla="*/ 30211 h 36303"/>
                        <a:gd name="connsiteX50" fmla="*/ 22929 w 31983"/>
                        <a:gd name="connsiteY50" fmla="*/ 27082 h 36303"/>
                        <a:gd name="connsiteX51" fmla="*/ 23981 w 31983"/>
                        <a:gd name="connsiteY51" fmla="*/ 22596 h 36303"/>
                        <a:gd name="connsiteX52" fmla="*/ 23981 w 31983"/>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1983" h="36303">
                          <a:moveTo>
                            <a:pt x="17307" y="15230"/>
                          </a:moveTo>
                          <a:cubicBezTo>
                            <a:pt x="18055" y="15147"/>
                            <a:pt x="18941" y="15009"/>
                            <a:pt x="19966" y="14843"/>
                          </a:cubicBezTo>
                          <a:cubicBezTo>
                            <a:pt x="20990" y="14677"/>
                            <a:pt x="21821" y="14427"/>
                            <a:pt x="22486" y="14123"/>
                          </a:cubicBezTo>
                          <a:cubicBezTo>
                            <a:pt x="23150" y="13818"/>
                            <a:pt x="23538" y="13292"/>
                            <a:pt x="23704" y="12572"/>
                          </a:cubicBezTo>
                          <a:cubicBezTo>
                            <a:pt x="23870" y="11852"/>
                            <a:pt x="23925" y="11160"/>
                            <a:pt x="23925" y="10550"/>
                          </a:cubicBezTo>
                          <a:cubicBezTo>
                            <a:pt x="23925" y="8501"/>
                            <a:pt x="23289" y="6840"/>
                            <a:pt x="21987" y="5538"/>
                          </a:cubicBezTo>
                          <a:cubicBezTo>
                            <a:pt x="20686" y="4237"/>
                            <a:pt x="18526" y="3572"/>
                            <a:pt x="15480" y="3572"/>
                          </a:cubicBezTo>
                          <a:cubicBezTo>
                            <a:pt x="14123" y="3572"/>
                            <a:pt x="12877" y="3683"/>
                            <a:pt x="11741" y="3932"/>
                          </a:cubicBezTo>
                          <a:cubicBezTo>
                            <a:pt x="10606" y="4181"/>
                            <a:pt x="9609" y="4597"/>
                            <a:pt x="8751" y="5206"/>
                          </a:cubicBezTo>
                          <a:cubicBezTo>
                            <a:pt x="7892" y="5815"/>
                            <a:pt x="7200" y="6591"/>
                            <a:pt x="6646" y="7587"/>
                          </a:cubicBezTo>
                          <a:cubicBezTo>
                            <a:pt x="6092" y="8584"/>
                            <a:pt x="5732" y="9831"/>
                            <a:pt x="5566" y="11353"/>
                          </a:cubicBezTo>
                          <a:lnTo>
                            <a:pt x="1578" y="11353"/>
                          </a:lnTo>
                          <a:cubicBezTo>
                            <a:pt x="1717" y="9304"/>
                            <a:pt x="2160" y="7587"/>
                            <a:pt x="2963" y="6147"/>
                          </a:cubicBezTo>
                          <a:cubicBezTo>
                            <a:pt x="3766" y="4707"/>
                            <a:pt x="4763" y="3545"/>
                            <a:pt x="6009" y="2631"/>
                          </a:cubicBezTo>
                          <a:cubicBezTo>
                            <a:pt x="7255" y="1717"/>
                            <a:pt x="8695" y="1052"/>
                            <a:pt x="10329" y="637"/>
                          </a:cubicBezTo>
                          <a:cubicBezTo>
                            <a:pt x="11963" y="221"/>
                            <a:pt x="13707" y="0"/>
                            <a:pt x="15535" y="0"/>
                          </a:cubicBezTo>
                          <a:cubicBezTo>
                            <a:pt x="17252" y="0"/>
                            <a:pt x="18830" y="194"/>
                            <a:pt x="20353" y="554"/>
                          </a:cubicBezTo>
                          <a:cubicBezTo>
                            <a:pt x="21849" y="941"/>
                            <a:pt x="23178" y="1523"/>
                            <a:pt x="24285" y="2354"/>
                          </a:cubicBezTo>
                          <a:cubicBezTo>
                            <a:pt x="25393" y="3185"/>
                            <a:pt x="26279" y="4265"/>
                            <a:pt x="26916" y="5649"/>
                          </a:cubicBezTo>
                          <a:cubicBezTo>
                            <a:pt x="27553" y="7034"/>
                            <a:pt x="27858" y="8695"/>
                            <a:pt x="27858" y="10689"/>
                          </a:cubicBezTo>
                          <a:lnTo>
                            <a:pt x="27858" y="29436"/>
                          </a:lnTo>
                          <a:cubicBezTo>
                            <a:pt x="27858" y="30986"/>
                            <a:pt x="28134" y="31984"/>
                            <a:pt x="28688" y="32399"/>
                          </a:cubicBezTo>
                          <a:cubicBezTo>
                            <a:pt x="29242" y="32814"/>
                            <a:pt x="30322" y="32731"/>
                            <a:pt x="31984" y="32094"/>
                          </a:cubicBezTo>
                          <a:lnTo>
                            <a:pt x="31984" y="35223"/>
                          </a:lnTo>
                          <a:cubicBezTo>
                            <a:pt x="31679" y="35306"/>
                            <a:pt x="31236" y="35445"/>
                            <a:pt x="30654" y="35611"/>
                          </a:cubicBezTo>
                          <a:cubicBezTo>
                            <a:pt x="30073" y="35777"/>
                            <a:pt x="29491" y="35888"/>
                            <a:pt x="28910" y="35888"/>
                          </a:cubicBezTo>
                          <a:cubicBezTo>
                            <a:pt x="28301" y="35888"/>
                            <a:pt x="27719" y="35832"/>
                            <a:pt x="27138" y="35694"/>
                          </a:cubicBezTo>
                          <a:cubicBezTo>
                            <a:pt x="26473" y="35611"/>
                            <a:pt x="25947" y="35390"/>
                            <a:pt x="25559" y="35057"/>
                          </a:cubicBezTo>
                          <a:cubicBezTo>
                            <a:pt x="25172" y="34725"/>
                            <a:pt x="24839" y="34337"/>
                            <a:pt x="24618" y="33866"/>
                          </a:cubicBezTo>
                          <a:cubicBezTo>
                            <a:pt x="24396" y="33396"/>
                            <a:pt x="24202" y="32897"/>
                            <a:pt x="24119" y="32344"/>
                          </a:cubicBezTo>
                          <a:cubicBezTo>
                            <a:pt x="24036" y="31790"/>
                            <a:pt x="23981" y="31208"/>
                            <a:pt x="23981" y="30571"/>
                          </a:cubicBezTo>
                          <a:cubicBezTo>
                            <a:pt x="22319" y="32426"/>
                            <a:pt x="20409" y="33839"/>
                            <a:pt x="18276" y="34836"/>
                          </a:cubicBezTo>
                          <a:cubicBezTo>
                            <a:pt x="16144" y="35805"/>
                            <a:pt x="13818" y="36303"/>
                            <a:pt x="11326" y="36303"/>
                          </a:cubicBezTo>
                          <a:cubicBezTo>
                            <a:pt x="9831" y="36303"/>
                            <a:pt x="8418" y="36110"/>
                            <a:pt x="7034" y="35694"/>
                          </a:cubicBezTo>
                          <a:cubicBezTo>
                            <a:pt x="5649" y="35306"/>
                            <a:pt x="4458" y="34670"/>
                            <a:pt x="3406" y="33839"/>
                          </a:cubicBezTo>
                          <a:cubicBezTo>
                            <a:pt x="2354" y="33008"/>
                            <a:pt x="1523" y="31956"/>
                            <a:pt x="914" y="30737"/>
                          </a:cubicBezTo>
                          <a:cubicBezTo>
                            <a:pt x="305" y="29519"/>
                            <a:pt x="0" y="28079"/>
                            <a:pt x="0" y="26390"/>
                          </a:cubicBezTo>
                          <a:cubicBezTo>
                            <a:pt x="0" y="20547"/>
                            <a:pt x="3960" y="17086"/>
                            <a:pt x="11852" y="16033"/>
                          </a:cubicBezTo>
                          <a:lnTo>
                            <a:pt x="17280" y="15313"/>
                          </a:lnTo>
                          <a:close/>
                          <a:moveTo>
                            <a:pt x="23925" y="17224"/>
                          </a:moveTo>
                          <a:cubicBezTo>
                            <a:pt x="22264" y="17944"/>
                            <a:pt x="20575" y="18387"/>
                            <a:pt x="18886" y="18608"/>
                          </a:cubicBezTo>
                          <a:cubicBezTo>
                            <a:pt x="17169" y="18830"/>
                            <a:pt x="15480" y="18996"/>
                            <a:pt x="13790" y="19135"/>
                          </a:cubicBezTo>
                          <a:cubicBezTo>
                            <a:pt x="10772" y="19356"/>
                            <a:pt x="8418" y="20049"/>
                            <a:pt x="6757" y="21184"/>
                          </a:cubicBezTo>
                          <a:cubicBezTo>
                            <a:pt x="5095" y="22319"/>
                            <a:pt x="4237" y="24091"/>
                            <a:pt x="4237" y="26445"/>
                          </a:cubicBezTo>
                          <a:cubicBezTo>
                            <a:pt x="4237" y="27498"/>
                            <a:pt x="4431" y="28439"/>
                            <a:pt x="4874" y="29214"/>
                          </a:cubicBezTo>
                          <a:cubicBezTo>
                            <a:pt x="5289" y="29990"/>
                            <a:pt x="5843" y="30626"/>
                            <a:pt x="6508" y="31153"/>
                          </a:cubicBezTo>
                          <a:cubicBezTo>
                            <a:pt x="7172" y="31651"/>
                            <a:pt x="7975" y="32039"/>
                            <a:pt x="8861" y="32288"/>
                          </a:cubicBezTo>
                          <a:cubicBezTo>
                            <a:pt x="9747" y="32537"/>
                            <a:pt x="10661" y="32648"/>
                            <a:pt x="11575" y="32648"/>
                          </a:cubicBezTo>
                          <a:cubicBezTo>
                            <a:pt x="13153" y="32648"/>
                            <a:pt x="14677" y="32454"/>
                            <a:pt x="16172" y="32039"/>
                          </a:cubicBezTo>
                          <a:cubicBezTo>
                            <a:pt x="17667" y="31651"/>
                            <a:pt x="18969" y="31042"/>
                            <a:pt x="20132" y="30211"/>
                          </a:cubicBezTo>
                          <a:cubicBezTo>
                            <a:pt x="21295" y="29380"/>
                            <a:pt x="22209" y="28356"/>
                            <a:pt x="22929" y="27082"/>
                          </a:cubicBezTo>
                          <a:cubicBezTo>
                            <a:pt x="23621" y="25808"/>
                            <a:pt x="23981" y="24313"/>
                            <a:pt x="23981" y="22596"/>
                          </a:cubicBezTo>
                          <a:lnTo>
                            <a:pt x="23981" y="17224"/>
                          </a:lnTo>
                          <a:close/>
                        </a:path>
                      </a:pathLst>
                    </a:custGeom>
                    <a:solidFill>
                      <a:srgbClr val="8371B3"/>
                    </a:solidFill>
                    <a:ln w="2767" cap="flat">
                      <a:noFill/>
                      <a:prstDash val="solid"/>
                      <a:miter/>
                    </a:ln>
                  </p:spPr>
                  <p:txBody>
                    <a:bodyPr rtlCol="0" anchor="ctr"/>
                    <a:lstStyle/>
                    <a:p>
                      <a:endParaRPr lang="en-US"/>
                    </a:p>
                  </p:txBody>
                </p:sp>
                <p:sp>
                  <p:nvSpPr>
                    <p:cNvPr id="3786" name="Freeform 3785">
                      <a:extLst>
                        <a:ext uri="{FF2B5EF4-FFF2-40B4-BE49-F238E27FC236}">
                          <a16:creationId xmlns:a16="http://schemas.microsoft.com/office/drawing/2014/main" id="{B0ED0949-7CDE-F563-508E-669B5DC2DDEE}"/>
                        </a:ext>
                      </a:extLst>
                    </p:cNvPr>
                    <p:cNvSpPr/>
                    <p:nvPr/>
                  </p:nvSpPr>
                  <p:spPr>
                    <a:xfrm>
                      <a:off x="3091482" y="4186511"/>
                      <a:ext cx="15147" cy="35361"/>
                    </a:xfrm>
                    <a:custGeom>
                      <a:avLst/>
                      <a:gdLst>
                        <a:gd name="connsiteX0" fmla="*/ 3932 w 15147"/>
                        <a:gd name="connsiteY0" fmla="*/ 35362 h 35361"/>
                        <a:gd name="connsiteX1" fmla="*/ 0 w 15147"/>
                        <a:gd name="connsiteY1" fmla="*/ 35362 h 35361"/>
                        <a:gd name="connsiteX2" fmla="*/ 0 w 15147"/>
                        <a:gd name="connsiteY2" fmla="*/ 941 h 35361"/>
                        <a:gd name="connsiteX3" fmla="*/ 3932 w 15147"/>
                        <a:gd name="connsiteY3" fmla="*/ 941 h 35361"/>
                        <a:gd name="connsiteX4" fmla="*/ 3932 w 15147"/>
                        <a:gd name="connsiteY4" fmla="*/ 7394 h 35361"/>
                        <a:gd name="connsiteX5" fmla="*/ 4071 w 15147"/>
                        <a:gd name="connsiteY5" fmla="*/ 7394 h 35361"/>
                        <a:gd name="connsiteX6" fmla="*/ 8307 w 15147"/>
                        <a:gd name="connsiteY6" fmla="*/ 1634 h 35361"/>
                        <a:gd name="connsiteX7" fmla="*/ 15147 w 15147"/>
                        <a:gd name="connsiteY7" fmla="*/ 0 h 35361"/>
                        <a:gd name="connsiteX8" fmla="*/ 15147 w 15147"/>
                        <a:gd name="connsiteY8" fmla="*/ 4320 h 35361"/>
                        <a:gd name="connsiteX9" fmla="*/ 9637 w 15147"/>
                        <a:gd name="connsiteY9" fmla="*/ 5372 h 35361"/>
                        <a:gd name="connsiteX10" fmla="*/ 6203 w 15147"/>
                        <a:gd name="connsiteY10" fmla="*/ 8418 h 35361"/>
                        <a:gd name="connsiteX11" fmla="*/ 4431 w 15147"/>
                        <a:gd name="connsiteY11" fmla="*/ 12960 h 35361"/>
                        <a:gd name="connsiteX12" fmla="*/ 3932 w 15147"/>
                        <a:gd name="connsiteY12" fmla="*/ 18443 h 35361"/>
                        <a:gd name="connsiteX13" fmla="*/ 3932 w 15147"/>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7" h="35361">
                          <a:moveTo>
                            <a:pt x="3932" y="35362"/>
                          </a:moveTo>
                          <a:lnTo>
                            <a:pt x="0" y="35362"/>
                          </a:lnTo>
                          <a:lnTo>
                            <a:pt x="0" y="941"/>
                          </a:lnTo>
                          <a:lnTo>
                            <a:pt x="3932" y="941"/>
                          </a:lnTo>
                          <a:lnTo>
                            <a:pt x="3932" y="7394"/>
                          </a:lnTo>
                          <a:lnTo>
                            <a:pt x="4071" y="7394"/>
                          </a:lnTo>
                          <a:cubicBezTo>
                            <a:pt x="5151" y="4652"/>
                            <a:pt x="6563" y="2741"/>
                            <a:pt x="8307" y="1634"/>
                          </a:cubicBezTo>
                          <a:cubicBezTo>
                            <a:pt x="10024" y="554"/>
                            <a:pt x="12323" y="0"/>
                            <a:pt x="15147" y="0"/>
                          </a:cubicBezTo>
                          <a:lnTo>
                            <a:pt x="15147" y="4320"/>
                          </a:lnTo>
                          <a:cubicBezTo>
                            <a:pt x="12932" y="4265"/>
                            <a:pt x="11077" y="4625"/>
                            <a:pt x="9637" y="5372"/>
                          </a:cubicBezTo>
                          <a:cubicBezTo>
                            <a:pt x="8197" y="6120"/>
                            <a:pt x="7061" y="7144"/>
                            <a:pt x="6203" y="8418"/>
                          </a:cubicBezTo>
                          <a:cubicBezTo>
                            <a:pt x="5344" y="9692"/>
                            <a:pt x="4763" y="11215"/>
                            <a:pt x="4431" y="12960"/>
                          </a:cubicBezTo>
                          <a:cubicBezTo>
                            <a:pt x="4098" y="14704"/>
                            <a:pt x="3932" y="16532"/>
                            <a:pt x="3932" y="18443"/>
                          </a:cubicBezTo>
                          <a:lnTo>
                            <a:pt x="3932" y="35334"/>
                          </a:lnTo>
                          <a:close/>
                        </a:path>
                      </a:pathLst>
                    </a:custGeom>
                    <a:solidFill>
                      <a:srgbClr val="8371B3"/>
                    </a:solidFill>
                    <a:ln w="2767" cap="flat">
                      <a:noFill/>
                      <a:prstDash val="solid"/>
                      <a:miter/>
                    </a:ln>
                  </p:spPr>
                  <p:txBody>
                    <a:bodyPr rtlCol="0" anchor="ctr"/>
                    <a:lstStyle/>
                    <a:p>
                      <a:endParaRPr lang="en-US"/>
                    </a:p>
                  </p:txBody>
                </p:sp>
                <p:sp>
                  <p:nvSpPr>
                    <p:cNvPr id="3787" name="Freeform 3786">
                      <a:extLst>
                        <a:ext uri="{FF2B5EF4-FFF2-40B4-BE49-F238E27FC236}">
                          <a16:creationId xmlns:a16="http://schemas.microsoft.com/office/drawing/2014/main" id="{0C773875-488D-7864-207B-BD91F5E904CF}"/>
                        </a:ext>
                      </a:extLst>
                    </p:cNvPr>
                    <p:cNvSpPr/>
                    <p:nvPr/>
                  </p:nvSpPr>
                  <p:spPr>
                    <a:xfrm>
                      <a:off x="3111337" y="4186539"/>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4 h 36303"/>
                        <a:gd name="connsiteX5" fmla="*/ 22209 w 30517"/>
                        <a:gd name="connsiteY5" fmla="*/ 30654 h 36303"/>
                        <a:gd name="connsiteX6" fmla="*/ 25864 w 30517"/>
                        <a:gd name="connsiteY6" fmla="*/ 24811 h 36303"/>
                        <a:gd name="connsiteX7" fmla="*/ 30239 w 30517"/>
                        <a:gd name="connsiteY7" fmla="*/ 24811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07 w 30517"/>
                        <a:gd name="connsiteY23" fmla="*/ 15729 h 36303"/>
                        <a:gd name="connsiteX24" fmla="*/ 25614 w 30517"/>
                        <a:gd name="connsiteY24" fmla="*/ 10966 h 36303"/>
                        <a:gd name="connsiteX25" fmla="*/ 23593 w 30517"/>
                        <a:gd name="connsiteY25" fmla="*/ 7117 h 36303"/>
                        <a:gd name="connsiteX26" fmla="*/ 20215 w 30517"/>
                        <a:gd name="connsiteY26" fmla="*/ 4514 h 36303"/>
                        <a:gd name="connsiteX27" fmla="*/ 15563 w 30517"/>
                        <a:gd name="connsiteY27" fmla="*/ 3545 h 36303"/>
                        <a:gd name="connsiteX28" fmla="*/ 10938 w 30517"/>
                        <a:gd name="connsiteY28" fmla="*/ 4541 h 36303"/>
                        <a:gd name="connsiteX29" fmla="*/ 7532 w 30517"/>
                        <a:gd name="connsiteY29" fmla="*/ 7200 h 36303"/>
                        <a:gd name="connsiteX30" fmla="*/ 5261 w 30517"/>
                        <a:gd name="connsiteY30" fmla="*/ 11049 h 36303"/>
                        <a:gd name="connsiteX31" fmla="*/ 4154 w 30517"/>
                        <a:gd name="connsiteY31" fmla="*/ 15701 h 36303"/>
                        <a:gd name="connsiteX32" fmla="*/ 26279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16"/>
                            <a:pt x="13707" y="32704"/>
                            <a:pt x="15590" y="32704"/>
                          </a:cubicBezTo>
                          <a:cubicBezTo>
                            <a:pt x="18166" y="32704"/>
                            <a:pt x="20381" y="32011"/>
                            <a:pt x="22209" y="30654"/>
                          </a:cubicBezTo>
                          <a:cubicBezTo>
                            <a:pt x="24036" y="29297"/>
                            <a:pt x="25254" y="27331"/>
                            <a:pt x="25864" y="24811"/>
                          </a:cubicBezTo>
                          <a:lnTo>
                            <a:pt x="30239" y="24811"/>
                          </a:lnTo>
                          <a:cubicBezTo>
                            <a:pt x="29768" y="26445"/>
                            <a:pt x="29131" y="27968"/>
                            <a:pt x="28328" y="29353"/>
                          </a:cubicBezTo>
                          <a:cubicBezTo>
                            <a:pt x="27525" y="30737"/>
                            <a:pt x="26556" y="31956"/>
                            <a:pt x="25393" y="33008"/>
                          </a:cubicBezTo>
                          <a:cubicBezTo>
                            <a:pt x="24202" y="34060"/>
                            <a:pt x="22818" y="34863"/>
                            <a:pt x="21212" y="35445"/>
                          </a:cubicBezTo>
                          <a:cubicBezTo>
                            <a:pt x="19606" y="36026"/>
                            <a:pt x="17723" y="36303"/>
                            <a:pt x="15590" y="36303"/>
                          </a:cubicBezTo>
                          <a:cubicBezTo>
                            <a:pt x="12877" y="36303"/>
                            <a:pt x="10550" y="35833"/>
                            <a:pt x="8584" y="34919"/>
                          </a:cubicBezTo>
                          <a:cubicBezTo>
                            <a:pt x="6618" y="33977"/>
                            <a:pt x="5012" y="32704"/>
                            <a:pt x="3738" y="31097"/>
                          </a:cubicBezTo>
                          <a:cubicBezTo>
                            <a:pt x="2465" y="29491"/>
                            <a:pt x="1523" y="27580"/>
                            <a:pt x="914" y="25393"/>
                          </a:cubicBezTo>
                          <a:cubicBezTo>
                            <a:pt x="305" y="23205"/>
                            <a:pt x="0" y="20852"/>
                            <a:pt x="0" y="18304"/>
                          </a:cubicBezTo>
                          <a:cubicBezTo>
                            <a:pt x="0" y="15757"/>
                            <a:pt x="360" y="13403"/>
                            <a:pt x="1080" y="11187"/>
                          </a:cubicBezTo>
                          <a:cubicBezTo>
                            <a:pt x="1800" y="8972"/>
                            <a:pt x="2825" y="7034"/>
                            <a:pt x="4154" y="5372"/>
                          </a:cubicBezTo>
                          <a:cubicBezTo>
                            <a:pt x="5483" y="3711"/>
                            <a:pt x="7117" y="2409"/>
                            <a:pt x="9027" y="1440"/>
                          </a:cubicBezTo>
                          <a:cubicBezTo>
                            <a:pt x="10938" y="471"/>
                            <a:pt x="13126" y="0"/>
                            <a:pt x="15590" y="0"/>
                          </a:cubicBezTo>
                          <a:cubicBezTo>
                            <a:pt x="20270" y="0"/>
                            <a:pt x="23925" y="1634"/>
                            <a:pt x="26584" y="4874"/>
                          </a:cubicBezTo>
                          <a:cubicBezTo>
                            <a:pt x="29242" y="8114"/>
                            <a:pt x="30571" y="12849"/>
                            <a:pt x="30516" y="19052"/>
                          </a:cubicBezTo>
                          <a:lnTo>
                            <a:pt x="4181" y="19052"/>
                          </a:lnTo>
                          <a:close/>
                          <a:moveTo>
                            <a:pt x="26307" y="15729"/>
                          </a:moveTo>
                          <a:cubicBezTo>
                            <a:pt x="26307" y="14039"/>
                            <a:pt x="26085" y="12461"/>
                            <a:pt x="25614" y="10966"/>
                          </a:cubicBezTo>
                          <a:cubicBezTo>
                            <a:pt x="25144" y="9471"/>
                            <a:pt x="24479" y="8197"/>
                            <a:pt x="23593" y="7117"/>
                          </a:cubicBezTo>
                          <a:cubicBezTo>
                            <a:pt x="22707" y="6037"/>
                            <a:pt x="21572" y="5178"/>
                            <a:pt x="20215" y="4514"/>
                          </a:cubicBezTo>
                          <a:cubicBezTo>
                            <a:pt x="18858" y="3877"/>
                            <a:pt x="17307" y="3545"/>
                            <a:pt x="15563" y="3545"/>
                          </a:cubicBezTo>
                          <a:cubicBezTo>
                            <a:pt x="13818" y="3545"/>
                            <a:pt x="12267" y="3877"/>
                            <a:pt x="10938" y="4541"/>
                          </a:cubicBezTo>
                          <a:cubicBezTo>
                            <a:pt x="9609" y="5206"/>
                            <a:pt x="8474" y="6092"/>
                            <a:pt x="7532" y="7200"/>
                          </a:cubicBezTo>
                          <a:cubicBezTo>
                            <a:pt x="6591" y="8307"/>
                            <a:pt x="5843" y="9581"/>
                            <a:pt x="5261" y="11049"/>
                          </a:cubicBezTo>
                          <a:cubicBezTo>
                            <a:pt x="4680" y="12517"/>
                            <a:pt x="4320" y="14067"/>
                            <a:pt x="4154" y="15701"/>
                          </a:cubicBezTo>
                          <a:lnTo>
                            <a:pt x="26279" y="15701"/>
                          </a:lnTo>
                          <a:close/>
                        </a:path>
                      </a:pathLst>
                    </a:custGeom>
                    <a:solidFill>
                      <a:srgbClr val="8371B3"/>
                    </a:solidFill>
                    <a:ln w="2767" cap="flat">
                      <a:noFill/>
                      <a:prstDash val="solid"/>
                      <a:miter/>
                    </a:ln>
                  </p:spPr>
                  <p:txBody>
                    <a:bodyPr rtlCol="0" anchor="ctr"/>
                    <a:lstStyle/>
                    <a:p>
                      <a:endParaRPr lang="en-US"/>
                    </a:p>
                  </p:txBody>
                </p:sp>
                <p:sp>
                  <p:nvSpPr>
                    <p:cNvPr id="3788" name="Freeform 3787">
                      <a:extLst>
                        <a:ext uri="{FF2B5EF4-FFF2-40B4-BE49-F238E27FC236}">
                          <a16:creationId xmlns:a16="http://schemas.microsoft.com/office/drawing/2014/main" id="{5132BBD3-6590-60AA-E0BA-AA9A06C8B79C}"/>
                        </a:ext>
                      </a:extLst>
                    </p:cNvPr>
                    <p:cNvSpPr/>
                    <p:nvPr/>
                  </p:nvSpPr>
                  <p:spPr>
                    <a:xfrm>
                      <a:off x="3148499" y="4174023"/>
                      <a:ext cx="31152" cy="48792"/>
                    </a:xfrm>
                    <a:custGeom>
                      <a:avLst/>
                      <a:gdLst>
                        <a:gd name="connsiteX0" fmla="*/ 27220 w 31152"/>
                        <a:gd name="connsiteY0" fmla="*/ 0 h 48792"/>
                        <a:gd name="connsiteX1" fmla="*/ 31153 w 31152"/>
                        <a:gd name="connsiteY1" fmla="*/ 0 h 48792"/>
                        <a:gd name="connsiteX2" fmla="*/ 31153 w 31152"/>
                        <a:gd name="connsiteY2" fmla="*/ 47851 h 48792"/>
                        <a:gd name="connsiteX3" fmla="*/ 27220 w 31152"/>
                        <a:gd name="connsiteY3" fmla="*/ 47851 h 48792"/>
                        <a:gd name="connsiteX4" fmla="*/ 27220 w 31152"/>
                        <a:gd name="connsiteY4" fmla="*/ 41814 h 48792"/>
                        <a:gd name="connsiteX5" fmla="*/ 27082 w 31152"/>
                        <a:gd name="connsiteY5" fmla="*/ 41814 h 48792"/>
                        <a:gd name="connsiteX6" fmla="*/ 24894 w 31152"/>
                        <a:gd name="connsiteY6" fmla="*/ 44832 h 48792"/>
                        <a:gd name="connsiteX7" fmla="*/ 21959 w 31152"/>
                        <a:gd name="connsiteY7" fmla="*/ 46992 h 48792"/>
                        <a:gd name="connsiteX8" fmla="*/ 18664 w 31152"/>
                        <a:gd name="connsiteY8" fmla="*/ 48322 h 48792"/>
                        <a:gd name="connsiteX9" fmla="*/ 15313 w 31152"/>
                        <a:gd name="connsiteY9" fmla="*/ 48792 h 48792"/>
                        <a:gd name="connsiteX10" fmla="*/ 8307 w 31152"/>
                        <a:gd name="connsiteY10" fmla="*/ 47408 h 48792"/>
                        <a:gd name="connsiteX11" fmla="*/ 3572 w 31152"/>
                        <a:gd name="connsiteY11" fmla="*/ 43586 h 48792"/>
                        <a:gd name="connsiteX12" fmla="*/ 858 w 31152"/>
                        <a:gd name="connsiteY12" fmla="*/ 37826 h 48792"/>
                        <a:gd name="connsiteX13" fmla="*/ 0 w 31152"/>
                        <a:gd name="connsiteY13" fmla="*/ 30710 h 48792"/>
                        <a:gd name="connsiteX14" fmla="*/ 914 w 31152"/>
                        <a:gd name="connsiteY14" fmla="*/ 23787 h 48792"/>
                        <a:gd name="connsiteX15" fmla="*/ 3683 w 31152"/>
                        <a:gd name="connsiteY15" fmla="*/ 17972 h 48792"/>
                        <a:gd name="connsiteX16" fmla="*/ 8390 w 31152"/>
                        <a:gd name="connsiteY16" fmla="*/ 13984 h 48792"/>
                        <a:gd name="connsiteX17" fmla="*/ 15092 w 31152"/>
                        <a:gd name="connsiteY17" fmla="*/ 12489 h 48792"/>
                        <a:gd name="connsiteX18" fmla="*/ 22014 w 31152"/>
                        <a:gd name="connsiteY18" fmla="*/ 14123 h 48792"/>
                        <a:gd name="connsiteX19" fmla="*/ 27220 w 31152"/>
                        <a:gd name="connsiteY19" fmla="*/ 18941 h 48792"/>
                        <a:gd name="connsiteX20" fmla="*/ 27220 w 31152"/>
                        <a:gd name="connsiteY20" fmla="*/ 0 h 48792"/>
                        <a:gd name="connsiteX21" fmla="*/ 27220 w 31152"/>
                        <a:gd name="connsiteY21" fmla="*/ 30488 h 48792"/>
                        <a:gd name="connsiteX22" fmla="*/ 26445 w 31152"/>
                        <a:gd name="connsiteY22" fmla="*/ 24950 h 48792"/>
                        <a:gd name="connsiteX23" fmla="*/ 24174 w 31152"/>
                        <a:gd name="connsiteY23" fmla="*/ 20353 h 48792"/>
                        <a:gd name="connsiteX24" fmla="*/ 20575 w 31152"/>
                        <a:gd name="connsiteY24" fmla="*/ 17224 h 48792"/>
                        <a:gd name="connsiteX25" fmla="*/ 15756 w 31152"/>
                        <a:gd name="connsiteY25" fmla="*/ 16061 h 48792"/>
                        <a:gd name="connsiteX26" fmla="*/ 10440 w 31152"/>
                        <a:gd name="connsiteY26" fmla="*/ 17279 h 48792"/>
                        <a:gd name="connsiteX27" fmla="*/ 6784 w 31152"/>
                        <a:gd name="connsiteY27" fmla="*/ 20630 h 48792"/>
                        <a:gd name="connsiteX28" fmla="*/ 4680 w 31152"/>
                        <a:gd name="connsiteY28" fmla="*/ 25587 h 48792"/>
                        <a:gd name="connsiteX29" fmla="*/ 4154 w 31152"/>
                        <a:gd name="connsiteY29" fmla="*/ 31679 h 48792"/>
                        <a:gd name="connsiteX30" fmla="*/ 5040 w 31152"/>
                        <a:gd name="connsiteY30" fmla="*/ 37439 h 48792"/>
                        <a:gd name="connsiteX31" fmla="*/ 7504 w 31152"/>
                        <a:gd name="connsiteY31" fmla="*/ 41648 h 48792"/>
                        <a:gd name="connsiteX32" fmla="*/ 11160 w 31152"/>
                        <a:gd name="connsiteY32" fmla="*/ 44278 h 48792"/>
                        <a:gd name="connsiteX33" fmla="*/ 15756 w 31152"/>
                        <a:gd name="connsiteY33" fmla="*/ 45165 h 48792"/>
                        <a:gd name="connsiteX34" fmla="*/ 20658 w 31152"/>
                        <a:gd name="connsiteY34" fmla="*/ 44029 h 48792"/>
                        <a:gd name="connsiteX35" fmla="*/ 24257 w 31152"/>
                        <a:gd name="connsiteY35" fmla="*/ 40928 h 48792"/>
                        <a:gd name="connsiteX36" fmla="*/ 26445 w 31152"/>
                        <a:gd name="connsiteY36" fmla="*/ 36276 h 48792"/>
                        <a:gd name="connsiteX37" fmla="*/ 27193 w 31152"/>
                        <a:gd name="connsiteY37" fmla="*/ 30460 h 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792">
                          <a:moveTo>
                            <a:pt x="27220" y="0"/>
                          </a:moveTo>
                          <a:lnTo>
                            <a:pt x="31153" y="0"/>
                          </a:lnTo>
                          <a:lnTo>
                            <a:pt x="31153" y="47851"/>
                          </a:lnTo>
                          <a:lnTo>
                            <a:pt x="27220" y="47851"/>
                          </a:lnTo>
                          <a:lnTo>
                            <a:pt x="27220" y="41814"/>
                          </a:lnTo>
                          <a:lnTo>
                            <a:pt x="27082" y="41814"/>
                          </a:lnTo>
                          <a:cubicBezTo>
                            <a:pt x="26500" y="42977"/>
                            <a:pt x="25781" y="43974"/>
                            <a:pt x="24894" y="44832"/>
                          </a:cubicBezTo>
                          <a:cubicBezTo>
                            <a:pt x="24008" y="45691"/>
                            <a:pt x="23011" y="46411"/>
                            <a:pt x="21959" y="46992"/>
                          </a:cubicBezTo>
                          <a:cubicBezTo>
                            <a:pt x="20879" y="47574"/>
                            <a:pt x="19799" y="48017"/>
                            <a:pt x="18664" y="48322"/>
                          </a:cubicBezTo>
                          <a:cubicBezTo>
                            <a:pt x="17528" y="48626"/>
                            <a:pt x="16421" y="48792"/>
                            <a:pt x="15313" y="48792"/>
                          </a:cubicBezTo>
                          <a:cubicBezTo>
                            <a:pt x="12572" y="48792"/>
                            <a:pt x="10218" y="48322"/>
                            <a:pt x="8307" y="47408"/>
                          </a:cubicBezTo>
                          <a:cubicBezTo>
                            <a:pt x="6397" y="46494"/>
                            <a:pt x="4791" y="45192"/>
                            <a:pt x="3572" y="43586"/>
                          </a:cubicBezTo>
                          <a:cubicBezTo>
                            <a:pt x="2326" y="41980"/>
                            <a:pt x="1412" y="40042"/>
                            <a:pt x="858" y="37826"/>
                          </a:cubicBezTo>
                          <a:cubicBezTo>
                            <a:pt x="305" y="35611"/>
                            <a:pt x="0" y="33230"/>
                            <a:pt x="0" y="30710"/>
                          </a:cubicBezTo>
                          <a:cubicBezTo>
                            <a:pt x="0" y="28328"/>
                            <a:pt x="305" y="26002"/>
                            <a:pt x="914" y="23787"/>
                          </a:cubicBezTo>
                          <a:cubicBezTo>
                            <a:pt x="1523" y="21572"/>
                            <a:pt x="2464" y="19633"/>
                            <a:pt x="3683" y="17972"/>
                          </a:cubicBezTo>
                          <a:cubicBezTo>
                            <a:pt x="4929" y="16310"/>
                            <a:pt x="6507" y="14981"/>
                            <a:pt x="8390" y="13984"/>
                          </a:cubicBezTo>
                          <a:cubicBezTo>
                            <a:pt x="10301" y="12987"/>
                            <a:pt x="12516" y="12489"/>
                            <a:pt x="15092" y="12489"/>
                          </a:cubicBezTo>
                          <a:cubicBezTo>
                            <a:pt x="17501" y="12489"/>
                            <a:pt x="19799" y="13043"/>
                            <a:pt x="22014" y="14123"/>
                          </a:cubicBezTo>
                          <a:cubicBezTo>
                            <a:pt x="24230" y="15203"/>
                            <a:pt x="25947" y="16809"/>
                            <a:pt x="27220" y="18941"/>
                          </a:cubicBezTo>
                          <a:lnTo>
                            <a:pt x="27220" y="0"/>
                          </a:lnTo>
                          <a:close/>
                          <a:moveTo>
                            <a:pt x="27220" y="30488"/>
                          </a:moveTo>
                          <a:cubicBezTo>
                            <a:pt x="27220" y="28550"/>
                            <a:pt x="26971" y="26694"/>
                            <a:pt x="26445" y="24950"/>
                          </a:cubicBezTo>
                          <a:cubicBezTo>
                            <a:pt x="25919" y="23205"/>
                            <a:pt x="25171" y="21683"/>
                            <a:pt x="24174" y="20353"/>
                          </a:cubicBezTo>
                          <a:cubicBezTo>
                            <a:pt x="23205" y="19052"/>
                            <a:pt x="21987" y="17999"/>
                            <a:pt x="20575" y="17224"/>
                          </a:cubicBezTo>
                          <a:cubicBezTo>
                            <a:pt x="19162" y="16449"/>
                            <a:pt x="17556" y="16061"/>
                            <a:pt x="15756" y="16061"/>
                          </a:cubicBezTo>
                          <a:cubicBezTo>
                            <a:pt x="13707" y="16061"/>
                            <a:pt x="11935" y="16477"/>
                            <a:pt x="10440" y="17279"/>
                          </a:cubicBezTo>
                          <a:cubicBezTo>
                            <a:pt x="8944" y="18110"/>
                            <a:pt x="7726" y="19218"/>
                            <a:pt x="6784" y="20630"/>
                          </a:cubicBezTo>
                          <a:cubicBezTo>
                            <a:pt x="5815" y="22043"/>
                            <a:pt x="5123" y="23704"/>
                            <a:pt x="4680" y="25587"/>
                          </a:cubicBezTo>
                          <a:cubicBezTo>
                            <a:pt x="4237" y="27470"/>
                            <a:pt x="4071" y="29491"/>
                            <a:pt x="4154" y="31679"/>
                          </a:cubicBezTo>
                          <a:cubicBezTo>
                            <a:pt x="4154" y="33839"/>
                            <a:pt x="4458" y="35777"/>
                            <a:pt x="5040" y="37439"/>
                          </a:cubicBezTo>
                          <a:cubicBezTo>
                            <a:pt x="5621" y="39100"/>
                            <a:pt x="6452" y="40512"/>
                            <a:pt x="7504" y="41648"/>
                          </a:cubicBezTo>
                          <a:cubicBezTo>
                            <a:pt x="8557" y="42811"/>
                            <a:pt x="9775" y="43669"/>
                            <a:pt x="11160" y="44278"/>
                          </a:cubicBezTo>
                          <a:cubicBezTo>
                            <a:pt x="12544" y="44888"/>
                            <a:pt x="14095" y="45165"/>
                            <a:pt x="15756" y="45165"/>
                          </a:cubicBezTo>
                          <a:cubicBezTo>
                            <a:pt x="17584" y="45165"/>
                            <a:pt x="19218" y="44777"/>
                            <a:pt x="20658" y="44029"/>
                          </a:cubicBezTo>
                          <a:cubicBezTo>
                            <a:pt x="22098" y="43282"/>
                            <a:pt x="23288" y="42257"/>
                            <a:pt x="24257" y="40928"/>
                          </a:cubicBezTo>
                          <a:cubicBezTo>
                            <a:pt x="25227" y="39626"/>
                            <a:pt x="25947" y="38076"/>
                            <a:pt x="26445" y="36276"/>
                          </a:cubicBezTo>
                          <a:cubicBezTo>
                            <a:pt x="26944" y="34476"/>
                            <a:pt x="27193" y="32537"/>
                            <a:pt x="27193" y="30460"/>
                          </a:cubicBezTo>
                          <a:close/>
                        </a:path>
                      </a:pathLst>
                    </a:custGeom>
                    <a:solidFill>
                      <a:srgbClr val="8371B3"/>
                    </a:solidFill>
                    <a:ln w="2767" cap="flat">
                      <a:noFill/>
                      <a:prstDash val="solid"/>
                      <a:miter/>
                    </a:ln>
                  </p:spPr>
                  <p:txBody>
                    <a:bodyPr rtlCol="0" anchor="ctr"/>
                    <a:lstStyle/>
                    <a:p>
                      <a:endParaRPr lang="en-US"/>
                    </a:p>
                  </p:txBody>
                </p:sp>
              </p:grpSp>
              <p:sp>
                <p:nvSpPr>
                  <p:cNvPr id="3810" name="Freeform 3809">
                    <a:extLst>
                      <a:ext uri="{FF2B5EF4-FFF2-40B4-BE49-F238E27FC236}">
                        <a16:creationId xmlns:a16="http://schemas.microsoft.com/office/drawing/2014/main" id="{B957796D-BD00-1B68-5A91-DB348B5CBF03}"/>
                      </a:ext>
                    </a:extLst>
                  </p:cNvPr>
                  <p:cNvSpPr/>
                  <p:nvPr/>
                </p:nvSpPr>
                <p:spPr>
                  <a:xfrm>
                    <a:off x="3630880" y="6376515"/>
                    <a:ext cx="283413" cy="9405"/>
                  </a:xfrm>
                  <a:custGeom>
                    <a:avLst/>
                    <a:gdLst>
                      <a:gd name="connsiteX0" fmla="*/ 0 w 83434"/>
                      <a:gd name="connsiteY0" fmla="*/ 0 h 2769"/>
                      <a:gd name="connsiteX1" fmla="*/ 83434 w 83434"/>
                      <a:gd name="connsiteY1" fmla="*/ 0 h 2769"/>
                    </a:gdLst>
                    <a:ahLst/>
                    <a:cxnLst>
                      <a:cxn ang="0">
                        <a:pos x="connsiteX0" y="connsiteY0"/>
                      </a:cxn>
                      <a:cxn ang="0">
                        <a:pos x="connsiteX1" y="connsiteY1"/>
                      </a:cxn>
                    </a:cxnLst>
                    <a:rect l="l" t="t" r="r" b="b"/>
                    <a:pathLst>
                      <a:path w="83434" h="2769">
                        <a:moveTo>
                          <a:pt x="0" y="0"/>
                        </a:moveTo>
                        <a:lnTo>
                          <a:pt x="8343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grpSp>
        <p:grpSp>
          <p:nvGrpSpPr>
            <p:cNvPr id="17" name="Group 16">
              <a:extLst>
                <a:ext uri="{FF2B5EF4-FFF2-40B4-BE49-F238E27FC236}">
                  <a16:creationId xmlns:a16="http://schemas.microsoft.com/office/drawing/2014/main" id="{AC0CC8F0-B520-2E2F-7328-B8DA7447836A}"/>
                </a:ext>
              </a:extLst>
            </p:cNvPr>
            <p:cNvGrpSpPr/>
            <p:nvPr/>
          </p:nvGrpSpPr>
          <p:grpSpPr>
            <a:xfrm>
              <a:off x="1792014" y="1557250"/>
              <a:ext cx="4548834" cy="2009486"/>
              <a:chOff x="1792014" y="1557250"/>
              <a:chExt cx="4548834" cy="2009486"/>
            </a:xfrm>
          </p:grpSpPr>
          <p:grpSp>
            <p:nvGrpSpPr>
              <p:cNvPr id="48" name="Graphic 14">
                <a:extLst>
                  <a:ext uri="{FF2B5EF4-FFF2-40B4-BE49-F238E27FC236}">
                    <a16:creationId xmlns:a16="http://schemas.microsoft.com/office/drawing/2014/main" id="{B50F2CC6-2AF5-80F3-261C-6FFC22163349}"/>
                  </a:ext>
                </a:extLst>
              </p:cNvPr>
              <p:cNvGrpSpPr/>
              <p:nvPr/>
            </p:nvGrpSpPr>
            <p:grpSpPr>
              <a:xfrm>
                <a:off x="3073673" y="2926831"/>
                <a:ext cx="635547" cy="166015"/>
                <a:chOff x="2346585" y="2768248"/>
                <a:chExt cx="187097" cy="48873"/>
              </a:xfrm>
              <a:solidFill>
                <a:srgbClr val="010101"/>
              </a:solidFill>
            </p:grpSpPr>
            <p:sp>
              <p:nvSpPr>
                <p:cNvPr id="49" name="Freeform 48">
                  <a:extLst>
                    <a:ext uri="{FF2B5EF4-FFF2-40B4-BE49-F238E27FC236}">
                      <a16:creationId xmlns:a16="http://schemas.microsoft.com/office/drawing/2014/main" id="{34914870-AC96-C054-BCF3-D74540A0F67F}"/>
                    </a:ext>
                  </a:extLst>
                </p:cNvPr>
                <p:cNvSpPr/>
                <p:nvPr/>
              </p:nvSpPr>
              <p:spPr>
                <a:xfrm>
                  <a:off x="2346585" y="2780733"/>
                  <a:ext cx="27137" cy="36247"/>
                </a:xfrm>
                <a:custGeom>
                  <a:avLst/>
                  <a:gdLst>
                    <a:gd name="connsiteX0" fmla="*/ 4071 w 27137"/>
                    <a:gd name="connsiteY0" fmla="*/ 24618 h 36247"/>
                    <a:gd name="connsiteX1" fmla="*/ 7421 w 27137"/>
                    <a:gd name="connsiteY1" fmla="*/ 30903 h 36247"/>
                    <a:gd name="connsiteX2" fmla="*/ 14372 w 27137"/>
                    <a:gd name="connsiteY2" fmla="*/ 32731 h 36247"/>
                    <a:gd name="connsiteX3" fmla="*/ 18166 w 27137"/>
                    <a:gd name="connsiteY3" fmla="*/ 32205 h 36247"/>
                    <a:gd name="connsiteX4" fmla="*/ 20796 w 27137"/>
                    <a:gd name="connsiteY4" fmla="*/ 30765 h 36247"/>
                    <a:gd name="connsiteX5" fmla="*/ 22347 w 27137"/>
                    <a:gd name="connsiteY5" fmla="*/ 28744 h 36247"/>
                    <a:gd name="connsiteX6" fmla="*/ 22873 w 27137"/>
                    <a:gd name="connsiteY6" fmla="*/ 26362 h 36247"/>
                    <a:gd name="connsiteX7" fmla="*/ 21239 w 27137"/>
                    <a:gd name="connsiteY7" fmla="*/ 22596 h 36247"/>
                    <a:gd name="connsiteX8" fmla="*/ 17141 w 27137"/>
                    <a:gd name="connsiteY8" fmla="*/ 20658 h 36247"/>
                    <a:gd name="connsiteX9" fmla="*/ 11824 w 27137"/>
                    <a:gd name="connsiteY9" fmla="*/ 19467 h 36247"/>
                    <a:gd name="connsiteX10" fmla="*/ 6507 w 27137"/>
                    <a:gd name="connsiteY10" fmla="*/ 17972 h 36247"/>
                    <a:gd name="connsiteX11" fmla="*/ 2409 w 27137"/>
                    <a:gd name="connsiteY11" fmla="*/ 15119 h 36247"/>
                    <a:gd name="connsiteX12" fmla="*/ 775 w 27137"/>
                    <a:gd name="connsiteY12" fmla="*/ 9858 h 36247"/>
                    <a:gd name="connsiteX13" fmla="*/ 3932 w 27137"/>
                    <a:gd name="connsiteY13" fmla="*/ 2769 h 36247"/>
                    <a:gd name="connsiteX14" fmla="*/ 12876 w 27137"/>
                    <a:gd name="connsiteY14" fmla="*/ 0 h 36247"/>
                    <a:gd name="connsiteX15" fmla="*/ 21959 w 27137"/>
                    <a:gd name="connsiteY15" fmla="*/ 2492 h 36247"/>
                    <a:gd name="connsiteX16" fmla="*/ 26168 w 27137"/>
                    <a:gd name="connsiteY16" fmla="*/ 10827 h 36247"/>
                    <a:gd name="connsiteX17" fmla="*/ 22125 w 27137"/>
                    <a:gd name="connsiteY17" fmla="*/ 10827 h 36247"/>
                    <a:gd name="connsiteX18" fmla="*/ 19107 w 27137"/>
                    <a:gd name="connsiteY18" fmla="*/ 5206 h 36247"/>
                    <a:gd name="connsiteX19" fmla="*/ 12821 w 27137"/>
                    <a:gd name="connsiteY19" fmla="*/ 3572 h 36247"/>
                    <a:gd name="connsiteX20" fmla="*/ 7034 w 27137"/>
                    <a:gd name="connsiteY20" fmla="*/ 5206 h 36247"/>
                    <a:gd name="connsiteX21" fmla="*/ 5040 w 27137"/>
                    <a:gd name="connsiteY21" fmla="*/ 9498 h 36247"/>
                    <a:gd name="connsiteX22" fmla="*/ 6674 w 27137"/>
                    <a:gd name="connsiteY22" fmla="*/ 13043 h 36247"/>
                    <a:gd name="connsiteX23" fmla="*/ 10772 w 27137"/>
                    <a:gd name="connsiteY23" fmla="*/ 15036 h 36247"/>
                    <a:gd name="connsiteX24" fmla="*/ 16089 w 27137"/>
                    <a:gd name="connsiteY24" fmla="*/ 16393 h 36247"/>
                    <a:gd name="connsiteX25" fmla="*/ 21405 w 27137"/>
                    <a:gd name="connsiteY25" fmla="*/ 18082 h 36247"/>
                    <a:gd name="connsiteX26" fmla="*/ 25504 w 27137"/>
                    <a:gd name="connsiteY26" fmla="*/ 21045 h 36247"/>
                    <a:gd name="connsiteX27" fmla="*/ 27137 w 27137"/>
                    <a:gd name="connsiteY27" fmla="*/ 26224 h 36247"/>
                    <a:gd name="connsiteX28" fmla="*/ 26085 w 27137"/>
                    <a:gd name="connsiteY28" fmla="*/ 30571 h 36247"/>
                    <a:gd name="connsiteX29" fmla="*/ 23150 w 27137"/>
                    <a:gd name="connsiteY29" fmla="*/ 33728 h 36247"/>
                    <a:gd name="connsiteX30" fmla="*/ 18719 w 27137"/>
                    <a:gd name="connsiteY30" fmla="*/ 35611 h 36247"/>
                    <a:gd name="connsiteX31" fmla="*/ 13098 w 27137"/>
                    <a:gd name="connsiteY31" fmla="*/ 36248 h 36247"/>
                    <a:gd name="connsiteX32" fmla="*/ 7670 w 27137"/>
                    <a:gd name="connsiteY32" fmla="*/ 35362 h 36247"/>
                    <a:gd name="connsiteX33" fmla="*/ 3655 w 27137"/>
                    <a:gd name="connsiteY33" fmla="*/ 32870 h 36247"/>
                    <a:gd name="connsiteX34" fmla="*/ 1052 w 27137"/>
                    <a:gd name="connsiteY34" fmla="*/ 29159 h 36247"/>
                    <a:gd name="connsiteX35" fmla="*/ 0 w 27137"/>
                    <a:gd name="connsiteY35" fmla="*/ 24562 h 36247"/>
                    <a:gd name="connsiteX36" fmla="*/ 4043 w 27137"/>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137" h="36247">
                      <a:moveTo>
                        <a:pt x="4071" y="24618"/>
                      </a:moveTo>
                      <a:cubicBezTo>
                        <a:pt x="4680" y="27580"/>
                        <a:pt x="5815" y="29685"/>
                        <a:pt x="7421" y="30903"/>
                      </a:cubicBezTo>
                      <a:cubicBezTo>
                        <a:pt x="9027" y="32122"/>
                        <a:pt x="11353" y="32731"/>
                        <a:pt x="14372" y="32731"/>
                      </a:cubicBezTo>
                      <a:cubicBezTo>
                        <a:pt x="15839" y="32731"/>
                        <a:pt x="17086" y="32565"/>
                        <a:pt x="18166" y="32205"/>
                      </a:cubicBezTo>
                      <a:cubicBezTo>
                        <a:pt x="19218" y="31845"/>
                        <a:pt x="20104" y="31374"/>
                        <a:pt x="20796" y="30765"/>
                      </a:cubicBezTo>
                      <a:cubicBezTo>
                        <a:pt x="21489" y="30156"/>
                        <a:pt x="22015" y="29491"/>
                        <a:pt x="22347" y="28744"/>
                      </a:cubicBezTo>
                      <a:cubicBezTo>
                        <a:pt x="22707" y="27996"/>
                        <a:pt x="22873" y="27193"/>
                        <a:pt x="22873" y="26362"/>
                      </a:cubicBezTo>
                      <a:cubicBezTo>
                        <a:pt x="22873" y="24673"/>
                        <a:pt x="22319" y="23427"/>
                        <a:pt x="21239" y="22596"/>
                      </a:cubicBezTo>
                      <a:cubicBezTo>
                        <a:pt x="20159" y="21765"/>
                        <a:pt x="18802" y="21129"/>
                        <a:pt x="17141" y="20658"/>
                      </a:cubicBezTo>
                      <a:cubicBezTo>
                        <a:pt x="15479" y="20187"/>
                        <a:pt x="13735" y="19799"/>
                        <a:pt x="11824" y="19467"/>
                      </a:cubicBezTo>
                      <a:cubicBezTo>
                        <a:pt x="9914" y="19135"/>
                        <a:pt x="8141" y="18636"/>
                        <a:pt x="6507" y="17972"/>
                      </a:cubicBezTo>
                      <a:cubicBezTo>
                        <a:pt x="4874" y="17307"/>
                        <a:pt x="3517" y="16366"/>
                        <a:pt x="2409" y="15119"/>
                      </a:cubicBezTo>
                      <a:cubicBezTo>
                        <a:pt x="1301" y="13873"/>
                        <a:pt x="775" y="12129"/>
                        <a:pt x="775" y="9858"/>
                      </a:cubicBezTo>
                      <a:cubicBezTo>
                        <a:pt x="775" y="6978"/>
                        <a:pt x="1828" y="4624"/>
                        <a:pt x="3932" y="2769"/>
                      </a:cubicBezTo>
                      <a:cubicBezTo>
                        <a:pt x="6037" y="941"/>
                        <a:pt x="9027" y="0"/>
                        <a:pt x="12876" y="0"/>
                      </a:cubicBezTo>
                      <a:cubicBezTo>
                        <a:pt x="16726" y="0"/>
                        <a:pt x="19633" y="831"/>
                        <a:pt x="21959" y="2492"/>
                      </a:cubicBezTo>
                      <a:cubicBezTo>
                        <a:pt x="24285" y="4154"/>
                        <a:pt x="25698" y="6923"/>
                        <a:pt x="26168" y="10827"/>
                      </a:cubicBezTo>
                      <a:lnTo>
                        <a:pt x="22125" y="10827"/>
                      </a:lnTo>
                      <a:cubicBezTo>
                        <a:pt x="21765" y="8169"/>
                        <a:pt x="20769" y="6286"/>
                        <a:pt x="19107" y="5206"/>
                      </a:cubicBezTo>
                      <a:cubicBezTo>
                        <a:pt x="17446" y="4126"/>
                        <a:pt x="15341" y="3572"/>
                        <a:pt x="12821" y="3572"/>
                      </a:cubicBezTo>
                      <a:cubicBezTo>
                        <a:pt x="10301" y="3572"/>
                        <a:pt x="8363" y="4126"/>
                        <a:pt x="7034" y="5206"/>
                      </a:cubicBezTo>
                      <a:cubicBezTo>
                        <a:pt x="5704" y="6286"/>
                        <a:pt x="5040" y="7726"/>
                        <a:pt x="5040" y="9498"/>
                      </a:cubicBezTo>
                      <a:cubicBezTo>
                        <a:pt x="5040" y="11049"/>
                        <a:pt x="5594" y="12240"/>
                        <a:pt x="6674" y="13043"/>
                      </a:cubicBezTo>
                      <a:cubicBezTo>
                        <a:pt x="7754" y="13873"/>
                        <a:pt x="9110" y="14538"/>
                        <a:pt x="10772" y="15036"/>
                      </a:cubicBezTo>
                      <a:cubicBezTo>
                        <a:pt x="12406" y="15535"/>
                        <a:pt x="14178" y="16006"/>
                        <a:pt x="16089" y="16393"/>
                      </a:cubicBezTo>
                      <a:cubicBezTo>
                        <a:pt x="17999" y="16781"/>
                        <a:pt x="19772" y="17362"/>
                        <a:pt x="21405" y="18082"/>
                      </a:cubicBezTo>
                      <a:cubicBezTo>
                        <a:pt x="23039" y="18802"/>
                        <a:pt x="24396" y="19799"/>
                        <a:pt x="25504" y="21045"/>
                      </a:cubicBezTo>
                      <a:cubicBezTo>
                        <a:pt x="26584" y="22291"/>
                        <a:pt x="27137" y="24008"/>
                        <a:pt x="27137" y="26224"/>
                      </a:cubicBezTo>
                      <a:cubicBezTo>
                        <a:pt x="27137" y="27857"/>
                        <a:pt x="26778" y="29325"/>
                        <a:pt x="26085" y="30571"/>
                      </a:cubicBezTo>
                      <a:cubicBezTo>
                        <a:pt x="25365" y="31845"/>
                        <a:pt x="24396" y="32897"/>
                        <a:pt x="23150" y="33728"/>
                      </a:cubicBezTo>
                      <a:cubicBezTo>
                        <a:pt x="21904" y="34559"/>
                        <a:pt x="20436" y="35196"/>
                        <a:pt x="18719" y="35611"/>
                      </a:cubicBezTo>
                      <a:cubicBezTo>
                        <a:pt x="17003" y="36026"/>
                        <a:pt x="15147" y="36248"/>
                        <a:pt x="13098" y="36248"/>
                      </a:cubicBezTo>
                      <a:cubicBezTo>
                        <a:pt x="11049" y="36248"/>
                        <a:pt x="9249" y="35943"/>
                        <a:pt x="7670" y="35362"/>
                      </a:cubicBezTo>
                      <a:cubicBezTo>
                        <a:pt x="6092" y="34753"/>
                        <a:pt x="4763" y="33922"/>
                        <a:pt x="3655" y="32870"/>
                      </a:cubicBezTo>
                      <a:cubicBezTo>
                        <a:pt x="2548" y="31817"/>
                        <a:pt x="1689" y="30571"/>
                        <a:pt x="1052" y="29159"/>
                      </a:cubicBezTo>
                      <a:cubicBezTo>
                        <a:pt x="443" y="27747"/>
                        <a:pt x="83" y="26224"/>
                        <a:pt x="0" y="24562"/>
                      </a:cubicBezTo>
                      <a:lnTo>
                        <a:pt x="4043" y="2456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50" name="Freeform 49">
                  <a:extLst>
                    <a:ext uri="{FF2B5EF4-FFF2-40B4-BE49-F238E27FC236}">
                      <a16:creationId xmlns:a16="http://schemas.microsoft.com/office/drawing/2014/main" id="{47CEDE24-8133-36C9-31AA-87D1E4A90104}"/>
                    </a:ext>
                  </a:extLst>
                </p:cNvPr>
                <p:cNvSpPr/>
                <p:nvPr/>
              </p:nvSpPr>
              <p:spPr>
                <a:xfrm>
                  <a:off x="2381947" y="2768244"/>
                  <a:ext cx="4375" cy="47878"/>
                </a:xfrm>
                <a:custGeom>
                  <a:avLst/>
                  <a:gdLst>
                    <a:gd name="connsiteX0" fmla="*/ 0 w 4375"/>
                    <a:gd name="connsiteY0" fmla="*/ 5926 h 47878"/>
                    <a:gd name="connsiteX1" fmla="*/ 0 w 4375"/>
                    <a:gd name="connsiteY1" fmla="*/ 0 h 47878"/>
                    <a:gd name="connsiteX2" fmla="*/ 4375 w 4375"/>
                    <a:gd name="connsiteY2" fmla="*/ 0 h 47878"/>
                    <a:gd name="connsiteX3" fmla="*/ 4375 w 4375"/>
                    <a:gd name="connsiteY3" fmla="*/ 5926 h 47878"/>
                    <a:gd name="connsiteX4" fmla="*/ 0 w 4375"/>
                    <a:gd name="connsiteY4" fmla="*/ 5926 h 47878"/>
                    <a:gd name="connsiteX5" fmla="*/ 194 w 4375"/>
                    <a:gd name="connsiteY5" fmla="*/ 47878 h 47878"/>
                    <a:gd name="connsiteX6" fmla="*/ 194 w 4375"/>
                    <a:gd name="connsiteY6" fmla="*/ 13458 h 47878"/>
                    <a:gd name="connsiteX7" fmla="*/ 4181 w 4375"/>
                    <a:gd name="connsiteY7" fmla="*/ 13458 h 47878"/>
                    <a:gd name="connsiteX8" fmla="*/ 4181 w 4375"/>
                    <a:gd name="connsiteY8" fmla="*/ 47878 h 47878"/>
                    <a:gd name="connsiteX9" fmla="*/ 194 w 4375"/>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78">
                      <a:moveTo>
                        <a:pt x="0" y="5926"/>
                      </a:moveTo>
                      <a:lnTo>
                        <a:pt x="0" y="0"/>
                      </a:lnTo>
                      <a:lnTo>
                        <a:pt x="4375" y="0"/>
                      </a:lnTo>
                      <a:lnTo>
                        <a:pt x="4375" y="5926"/>
                      </a:lnTo>
                      <a:lnTo>
                        <a:pt x="0" y="5926"/>
                      </a:lnTo>
                      <a:close/>
                      <a:moveTo>
                        <a:pt x="194" y="47878"/>
                      </a:moveTo>
                      <a:lnTo>
                        <a:pt x="194" y="13458"/>
                      </a:lnTo>
                      <a:lnTo>
                        <a:pt x="4181" y="13458"/>
                      </a:lnTo>
                      <a:lnTo>
                        <a:pt x="4181" y="47878"/>
                      </a:lnTo>
                      <a:lnTo>
                        <a:pt x="194" y="47878"/>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51" name="Freeform 50">
                  <a:extLst>
                    <a:ext uri="{FF2B5EF4-FFF2-40B4-BE49-F238E27FC236}">
                      <a16:creationId xmlns:a16="http://schemas.microsoft.com/office/drawing/2014/main" id="{BC74F258-DF2A-D544-5BE0-01370839E301}"/>
                    </a:ext>
                  </a:extLst>
                </p:cNvPr>
                <p:cNvSpPr/>
                <p:nvPr/>
              </p:nvSpPr>
              <p:spPr>
                <a:xfrm>
                  <a:off x="2395765" y="2780788"/>
                  <a:ext cx="46798" cy="35417"/>
                </a:xfrm>
                <a:custGeom>
                  <a:avLst/>
                  <a:gdLst>
                    <a:gd name="connsiteX0" fmla="*/ 3988 w 46798"/>
                    <a:gd name="connsiteY0" fmla="*/ 35334 h 35417"/>
                    <a:gd name="connsiteX1" fmla="*/ 0 w 46798"/>
                    <a:gd name="connsiteY1" fmla="*/ 35334 h 35417"/>
                    <a:gd name="connsiteX2" fmla="*/ 0 w 46798"/>
                    <a:gd name="connsiteY2" fmla="*/ 914 h 35417"/>
                    <a:gd name="connsiteX3" fmla="*/ 3988 w 46798"/>
                    <a:gd name="connsiteY3" fmla="*/ 914 h 35417"/>
                    <a:gd name="connsiteX4" fmla="*/ 3988 w 46798"/>
                    <a:gd name="connsiteY4" fmla="*/ 6092 h 35417"/>
                    <a:gd name="connsiteX5" fmla="*/ 4126 w 46798"/>
                    <a:gd name="connsiteY5" fmla="*/ 6092 h 35417"/>
                    <a:gd name="connsiteX6" fmla="*/ 8501 w 46798"/>
                    <a:gd name="connsiteY6" fmla="*/ 1551 h 35417"/>
                    <a:gd name="connsiteX7" fmla="*/ 14759 w 46798"/>
                    <a:gd name="connsiteY7" fmla="*/ 0 h 35417"/>
                    <a:gd name="connsiteX8" fmla="*/ 18802 w 46798"/>
                    <a:gd name="connsiteY8" fmla="*/ 526 h 35417"/>
                    <a:gd name="connsiteX9" fmla="*/ 21627 w 46798"/>
                    <a:gd name="connsiteY9" fmla="*/ 1966 h 35417"/>
                    <a:gd name="connsiteX10" fmla="*/ 23565 w 46798"/>
                    <a:gd name="connsiteY10" fmla="*/ 4071 h 35417"/>
                    <a:gd name="connsiteX11" fmla="*/ 24867 w 46798"/>
                    <a:gd name="connsiteY11" fmla="*/ 6674 h 35417"/>
                    <a:gd name="connsiteX12" fmla="*/ 29491 w 46798"/>
                    <a:gd name="connsiteY12" fmla="*/ 1662 h 35417"/>
                    <a:gd name="connsiteX13" fmla="*/ 36109 w 46798"/>
                    <a:gd name="connsiteY13" fmla="*/ 28 h 35417"/>
                    <a:gd name="connsiteX14" fmla="*/ 41731 w 46798"/>
                    <a:gd name="connsiteY14" fmla="*/ 1191 h 35417"/>
                    <a:gd name="connsiteX15" fmla="*/ 44943 w 46798"/>
                    <a:gd name="connsiteY15" fmla="*/ 4237 h 35417"/>
                    <a:gd name="connsiteX16" fmla="*/ 46438 w 46798"/>
                    <a:gd name="connsiteY16" fmla="*/ 8584 h 35417"/>
                    <a:gd name="connsiteX17" fmla="*/ 46798 w 46798"/>
                    <a:gd name="connsiteY17" fmla="*/ 13624 h 35417"/>
                    <a:gd name="connsiteX18" fmla="*/ 46798 w 46798"/>
                    <a:gd name="connsiteY18" fmla="*/ 35362 h 35417"/>
                    <a:gd name="connsiteX19" fmla="*/ 42811 w 46798"/>
                    <a:gd name="connsiteY19" fmla="*/ 35362 h 35417"/>
                    <a:gd name="connsiteX20" fmla="*/ 42811 w 46798"/>
                    <a:gd name="connsiteY20" fmla="*/ 11575 h 35417"/>
                    <a:gd name="connsiteX21" fmla="*/ 41260 w 46798"/>
                    <a:gd name="connsiteY21" fmla="*/ 5732 h 35417"/>
                    <a:gd name="connsiteX22" fmla="*/ 35445 w 46798"/>
                    <a:gd name="connsiteY22" fmla="*/ 3600 h 35417"/>
                    <a:gd name="connsiteX23" fmla="*/ 31236 w 46798"/>
                    <a:gd name="connsiteY23" fmla="*/ 4569 h 35417"/>
                    <a:gd name="connsiteX24" fmla="*/ 27691 w 46798"/>
                    <a:gd name="connsiteY24" fmla="*/ 7532 h 35417"/>
                    <a:gd name="connsiteX25" fmla="*/ 26584 w 46798"/>
                    <a:gd name="connsiteY25" fmla="*/ 9554 h 35417"/>
                    <a:gd name="connsiteX26" fmla="*/ 25891 w 46798"/>
                    <a:gd name="connsiteY26" fmla="*/ 11990 h 35417"/>
                    <a:gd name="connsiteX27" fmla="*/ 25531 w 46798"/>
                    <a:gd name="connsiteY27" fmla="*/ 14510 h 35417"/>
                    <a:gd name="connsiteX28" fmla="*/ 25421 w 46798"/>
                    <a:gd name="connsiteY28" fmla="*/ 16836 h 35417"/>
                    <a:gd name="connsiteX29" fmla="*/ 25421 w 46798"/>
                    <a:gd name="connsiteY29" fmla="*/ 35390 h 35417"/>
                    <a:gd name="connsiteX30" fmla="*/ 21433 w 46798"/>
                    <a:gd name="connsiteY30" fmla="*/ 35390 h 35417"/>
                    <a:gd name="connsiteX31" fmla="*/ 21433 w 46798"/>
                    <a:gd name="connsiteY31" fmla="*/ 11603 h 35417"/>
                    <a:gd name="connsiteX32" fmla="*/ 19882 w 46798"/>
                    <a:gd name="connsiteY32" fmla="*/ 5760 h 35417"/>
                    <a:gd name="connsiteX33" fmla="*/ 14067 w 46798"/>
                    <a:gd name="connsiteY33" fmla="*/ 3628 h 35417"/>
                    <a:gd name="connsiteX34" fmla="*/ 9858 w 46798"/>
                    <a:gd name="connsiteY34" fmla="*/ 4597 h 35417"/>
                    <a:gd name="connsiteX35" fmla="*/ 6314 w 46798"/>
                    <a:gd name="connsiteY35" fmla="*/ 7560 h 35417"/>
                    <a:gd name="connsiteX36" fmla="*/ 5206 w 46798"/>
                    <a:gd name="connsiteY36" fmla="*/ 9581 h 35417"/>
                    <a:gd name="connsiteX37" fmla="*/ 4514 w 46798"/>
                    <a:gd name="connsiteY37" fmla="*/ 12018 h 35417"/>
                    <a:gd name="connsiteX38" fmla="*/ 4154 w 46798"/>
                    <a:gd name="connsiteY38" fmla="*/ 14538 h 35417"/>
                    <a:gd name="connsiteX39" fmla="*/ 4043 w 46798"/>
                    <a:gd name="connsiteY39" fmla="*/ 16864 h 35417"/>
                    <a:gd name="connsiteX40" fmla="*/ 4043 w 4679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798" h="35417">
                      <a:moveTo>
                        <a:pt x="3988" y="35334"/>
                      </a:moveTo>
                      <a:lnTo>
                        <a:pt x="0" y="35334"/>
                      </a:lnTo>
                      <a:lnTo>
                        <a:pt x="0" y="914"/>
                      </a:lnTo>
                      <a:lnTo>
                        <a:pt x="3988" y="914"/>
                      </a:lnTo>
                      <a:lnTo>
                        <a:pt x="3988" y="6092"/>
                      </a:lnTo>
                      <a:lnTo>
                        <a:pt x="4126" y="6092"/>
                      </a:lnTo>
                      <a:cubicBezTo>
                        <a:pt x="5151" y="4098"/>
                        <a:pt x="6618" y="2575"/>
                        <a:pt x="8501" y="1551"/>
                      </a:cubicBezTo>
                      <a:cubicBezTo>
                        <a:pt x="10412" y="499"/>
                        <a:pt x="12489" y="0"/>
                        <a:pt x="14759" y="0"/>
                      </a:cubicBezTo>
                      <a:cubicBezTo>
                        <a:pt x="16366" y="0"/>
                        <a:pt x="17695" y="166"/>
                        <a:pt x="18802" y="526"/>
                      </a:cubicBezTo>
                      <a:cubicBezTo>
                        <a:pt x="19910" y="886"/>
                        <a:pt x="20852" y="1357"/>
                        <a:pt x="21627" y="1966"/>
                      </a:cubicBezTo>
                      <a:cubicBezTo>
                        <a:pt x="22402" y="2575"/>
                        <a:pt x="23039" y="3268"/>
                        <a:pt x="23565" y="4071"/>
                      </a:cubicBezTo>
                      <a:cubicBezTo>
                        <a:pt x="24064" y="4874"/>
                        <a:pt x="24507" y="5732"/>
                        <a:pt x="24867" y="6674"/>
                      </a:cubicBezTo>
                      <a:cubicBezTo>
                        <a:pt x="26030" y="4403"/>
                        <a:pt x="27553" y="2742"/>
                        <a:pt x="29491" y="1662"/>
                      </a:cubicBezTo>
                      <a:cubicBezTo>
                        <a:pt x="31430" y="582"/>
                        <a:pt x="33617" y="28"/>
                        <a:pt x="36109" y="28"/>
                      </a:cubicBezTo>
                      <a:cubicBezTo>
                        <a:pt x="38463" y="28"/>
                        <a:pt x="40319" y="415"/>
                        <a:pt x="41731" y="1191"/>
                      </a:cubicBezTo>
                      <a:cubicBezTo>
                        <a:pt x="43115" y="1966"/>
                        <a:pt x="44195" y="2991"/>
                        <a:pt x="44943" y="4237"/>
                      </a:cubicBezTo>
                      <a:cubicBezTo>
                        <a:pt x="45691" y="5483"/>
                        <a:pt x="46189" y="6951"/>
                        <a:pt x="46438" y="8584"/>
                      </a:cubicBezTo>
                      <a:cubicBezTo>
                        <a:pt x="46688" y="10218"/>
                        <a:pt x="46798" y="11907"/>
                        <a:pt x="46798" y="13624"/>
                      </a:cubicBezTo>
                      <a:lnTo>
                        <a:pt x="46798" y="35362"/>
                      </a:lnTo>
                      <a:lnTo>
                        <a:pt x="42811" y="35362"/>
                      </a:lnTo>
                      <a:lnTo>
                        <a:pt x="42811" y="11575"/>
                      </a:lnTo>
                      <a:cubicBezTo>
                        <a:pt x="42811" y="9083"/>
                        <a:pt x="42285" y="7144"/>
                        <a:pt x="41260" y="5732"/>
                      </a:cubicBezTo>
                      <a:cubicBezTo>
                        <a:pt x="40208" y="4320"/>
                        <a:pt x="38269" y="3600"/>
                        <a:pt x="35445" y="3600"/>
                      </a:cubicBezTo>
                      <a:cubicBezTo>
                        <a:pt x="33977" y="3600"/>
                        <a:pt x="32565" y="3932"/>
                        <a:pt x="31236" y="4569"/>
                      </a:cubicBezTo>
                      <a:cubicBezTo>
                        <a:pt x="29879" y="5206"/>
                        <a:pt x="28688" y="6203"/>
                        <a:pt x="27691" y="7532"/>
                      </a:cubicBezTo>
                      <a:cubicBezTo>
                        <a:pt x="27248" y="8114"/>
                        <a:pt x="26888" y="8778"/>
                        <a:pt x="26584" y="9554"/>
                      </a:cubicBezTo>
                      <a:cubicBezTo>
                        <a:pt x="26307" y="10329"/>
                        <a:pt x="26058" y="11132"/>
                        <a:pt x="25891" y="11990"/>
                      </a:cubicBezTo>
                      <a:cubicBezTo>
                        <a:pt x="25725" y="12821"/>
                        <a:pt x="25587" y="13680"/>
                        <a:pt x="25531" y="14510"/>
                      </a:cubicBezTo>
                      <a:cubicBezTo>
                        <a:pt x="25476" y="15341"/>
                        <a:pt x="25421" y="16116"/>
                        <a:pt x="25421" y="16836"/>
                      </a:cubicBezTo>
                      <a:lnTo>
                        <a:pt x="25421" y="35390"/>
                      </a:lnTo>
                      <a:lnTo>
                        <a:pt x="21433" y="35390"/>
                      </a:lnTo>
                      <a:lnTo>
                        <a:pt x="21433" y="11603"/>
                      </a:lnTo>
                      <a:cubicBezTo>
                        <a:pt x="21433" y="9111"/>
                        <a:pt x="20907" y="7172"/>
                        <a:pt x="19882" y="5760"/>
                      </a:cubicBezTo>
                      <a:cubicBezTo>
                        <a:pt x="18830" y="4348"/>
                        <a:pt x="16892" y="3628"/>
                        <a:pt x="14067" y="3628"/>
                      </a:cubicBezTo>
                      <a:cubicBezTo>
                        <a:pt x="12600" y="3628"/>
                        <a:pt x="11187" y="3960"/>
                        <a:pt x="9858" y="4597"/>
                      </a:cubicBezTo>
                      <a:cubicBezTo>
                        <a:pt x="8501" y="5234"/>
                        <a:pt x="7310" y="6231"/>
                        <a:pt x="6314" y="7560"/>
                      </a:cubicBezTo>
                      <a:cubicBezTo>
                        <a:pt x="5871" y="8141"/>
                        <a:pt x="5511" y="8806"/>
                        <a:pt x="5206" y="9581"/>
                      </a:cubicBezTo>
                      <a:cubicBezTo>
                        <a:pt x="4929" y="10357"/>
                        <a:pt x="4680" y="11160"/>
                        <a:pt x="4514" y="12018"/>
                      </a:cubicBezTo>
                      <a:cubicBezTo>
                        <a:pt x="4348" y="12849"/>
                        <a:pt x="4209" y="13707"/>
                        <a:pt x="4154" y="14538"/>
                      </a:cubicBezTo>
                      <a:cubicBezTo>
                        <a:pt x="4098" y="15369"/>
                        <a:pt x="4043" y="16144"/>
                        <a:pt x="4043" y="16864"/>
                      </a:cubicBezTo>
                      <a:lnTo>
                        <a:pt x="4043" y="3541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52" name="Freeform 51">
                  <a:extLst>
                    <a:ext uri="{FF2B5EF4-FFF2-40B4-BE49-F238E27FC236}">
                      <a16:creationId xmlns:a16="http://schemas.microsoft.com/office/drawing/2014/main" id="{FCAE3523-2A1C-62A3-C52C-5D3867B68215}"/>
                    </a:ext>
                  </a:extLst>
                </p:cNvPr>
                <p:cNvSpPr/>
                <p:nvPr/>
              </p:nvSpPr>
              <p:spPr>
                <a:xfrm>
                  <a:off x="2452061" y="2768244"/>
                  <a:ext cx="4375" cy="47878"/>
                </a:xfrm>
                <a:custGeom>
                  <a:avLst/>
                  <a:gdLst>
                    <a:gd name="connsiteX0" fmla="*/ 0 w 4375"/>
                    <a:gd name="connsiteY0" fmla="*/ 5926 h 47878"/>
                    <a:gd name="connsiteX1" fmla="*/ 0 w 4375"/>
                    <a:gd name="connsiteY1" fmla="*/ 0 h 47878"/>
                    <a:gd name="connsiteX2" fmla="*/ 4375 w 4375"/>
                    <a:gd name="connsiteY2" fmla="*/ 0 h 47878"/>
                    <a:gd name="connsiteX3" fmla="*/ 4375 w 4375"/>
                    <a:gd name="connsiteY3" fmla="*/ 5926 h 47878"/>
                    <a:gd name="connsiteX4" fmla="*/ 0 w 4375"/>
                    <a:gd name="connsiteY4" fmla="*/ 5926 h 47878"/>
                    <a:gd name="connsiteX5" fmla="*/ 194 w 4375"/>
                    <a:gd name="connsiteY5" fmla="*/ 47878 h 47878"/>
                    <a:gd name="connsiteX6" fmla="*/ 194 w 4375"/>
                    <a:gd name="connsiteY6" fmla="*/ 13458 h 47878"/>
                    <a:gd name="connsiteX7" fmla="*/ 4181 w 4375"/>
                    <a:gd name="connsiteY7" fmla="*/ 13458 h 47878"/>
                    <a:gd name="connsiteX8" fmla="*/ 4181 w 4375"/>
                    <a:gd name="connsiteY8" fmla="*/ 47878 h 47878"/>
                    <a:gd name="connsiteX9" fmla="*/ 194 w 4375"/>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78">
                      <a:moveTo>
                        <a:pt x="0" y="5926"/>
                      </a:moveTo>
                      <a:lnTo>
                        <a:pt x="0" y="0"/>
                      </a:lnTo>
                      <a:lnTo>
                        <a:pt x="4375" y="0"/>
                      </a:lnTo>
                      <a:lnTo>
                        <a:pt x="4375" y="5926"/>
                      </a:lnTo>
                      <a:lnTo>
                        <a:pt x="0" y="5926"/>
                      </a:lnTo>
                      <a:close/>
                      <a:moveTo>
                        <a:pt x="194" y="47878"/>
                      </a:moveTo>
                      <a:lnTo>
                        <a:pt x="194" y="13458"/>
                      </a:lnTo>
                      <a:lnTo>
                        <a:pt x="4181" y="13458"/>
                      </a:lnTo>
                      <a:lnTo>
                        <a:pt x="4181" y="47878"/>
                      </a:lnTo>
                      <a:lnTo>
                        <a:pt x="194" y="47878"/>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53" name="Freeform 52">
                  <a:extLst>
                    <a:ext uri="{FF2B5EF4-FFF2-40B4-BE49-F238E27FC236}">
                      <a16:creationId xmlns:a16="http://schemas.microsoft.com/office/drawing/2014/main" id="{81EA0B78-2888-BE14-618C-8349DC4E84C3}"/>
                    </a:ext>
                  </a:extLst>
                </p:cNvPr>
                <p:cNvSpPr/>
                <p:nvPr/>
              </p:nvSpPr>
              <p:spPr>
                <a:xfrm>
                  <a:off x="2467014" y="2768272"/>
                  <a:ext cx="3987" cy="47850"/>
                </a:xfrm>
                <a:custGeom>
                  <a:avLst/>
                  <a:gdLst>
                    <a:gd name="connsiteX0" fmla="*/ 0 w 3987"/>
                    <a:gd name="connsiteY0" fmla="*/ 47851 h 47850"/>
                    <a:gd name="connsiteX1" fmla="*/ 0 w 3987"/>
                    <a:gd name="connsiteY1" fmla="*/ 0 h 47850"/>
                    <a:gd name="connsiteX2" fmla="*/ 3988 w 3987"/>
                    <a:gd name="connsiteY2" fmla="*/ 0 h 47850"/>
                    <a:gd name="connsiteX3" fmla="*/ 3988 w 3987"/>
                    <a:gd name="connsiteY3" fmla="*/ 47851 h 47850"/>
                    <a:gd name="connsiteX4" fmla="*/ 0 w 3987"/>
                    <a:gd name="connsiteY4" fmla="*/ 47851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7" h="47850">
                      <a:moveTo>
                        <a:pt x="0" y="47851"/>
                      </a:moveTo>
                      <a:lnTo>
                        <a:pt x="0" y="0"/>
                      </a:lnTo>
                      <a:lnTo>
                        <a:pt x="3988" y="0"/>
                      </a:lnTo>
                      <a:lnTo>
                        <a:pt x="3988" y="47851"/>
                      </a:lnTo>
                      <a:lnTo>
                        <a:pt x="0" y="4785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54" name="Freeform 53">
                  <a:extLst>
                    <a:ext uri="{FF2B5EF4-FFF2-40B4-BE49-F238E27FC236}">
                      <a16:creationId xmlns:a16="http://schemas.microsoft.com/office/drawing/2014/main" id="{34043FC3-53BE-EAD3-6558-6B50AFD3F2C0}"/>
                    </a:ext>
                  </a:extLst>
                </p:cNvPr>
                <p:cNvSpPr/>
                <p:nvPr/>
              </p:nvSpPr>
              <p:spPr>
                <a:xfrm>
                  <a:off x="2479337" y="2780816"/>
                  <a:ext cx="32454" cy="36303"/>
                </a:xfrm>
                <a:custGeom>
                  <a:avLst/>
                  <a:gdLst>
                    <a:gd name="connsiteX0" fmla="*/ 17639 w 32454"/>
                    <a:gd name="connsiteY0" fmla="*/ 15230 h 36303"/>
                    <a:gd name="connsiteX1" fmla="*/ 20325 w 32454"/>
                    <a:gd name="connsiteY1" fmla="*/ 14843 h 36303"/>
                    <a:gd name="connsiteX2" fmla="*/ 22873 w 32454"/>
                    <a:gd name="connsiteY2" fmla="*/ 14123 h 36303"/>
                    <a:gd name="connsiteX3" fmla="*/ 24092 w 32454"/>
                    <a:gd name="connsiteY3" fmla="*/ 12572 h 36303"/>
                    <a:gd name="connsiteX4" fmla="*/ 24313 w 32454"/>
                    <a:gd name="connsiteY4" fmla="*/ 10550 h 36303"/>
                    <a:gd name="connsiteX5" fmla="*/ 22347 w 32454"/>
                    <a:gd name="connsiteY5" fmla="*/ 5538 h 36303"/>
                    <a:gd name="connsiteX6" fmla="*/ 15729 w 32454"/>
                    <a:gd name="connsiteY6" fmla="*/ 3572 h 36303"/>
                    <a:gd name="connsiteX7" fmla="*/ 11935 w 32454"/>
                    <a:gd name="connsiteY7" fmla="*/ 3932 h 36303"/>
                    <a:gd name="connsiteX8" fmla="*/ 8917 w 32454"/>
                    <a:gd name="connsiteY8" fmla="*/ 5206 h 36303"/>
                    <a:gd name="connsiteX9" fmla="*/ 6784 w 32454"/>
                    <a:gd name="connsiteY9" fmla="*/ 7587 h 36303"/>
                    <a:gd name="connsiteX10" fmla="*/ 5677 w 32454"/>
                    <a:gd name="connsiteY10" fmla="*/ 11354 h 36303"/>
                    <a:gd name="connsiteX11" fmla="*/ 1634 w 32454"/>
                    <a:gd name="connsiteY11" fmla="*/ 11354 h 36303"/>
                    <a:gd name="connsiteX12" fmla="*/ 3018 w 32454"/>
                    <a:gd name="connsiteY12" fmla="*/ 6148 h 36303"/>
                    <a:gd name="connsiteX13" fmla="*/ 6120 w 32454"/>
                    <a:gd name="connsiteY13" fmla="*/ 2631 h 36303"/>
                    <a:gd name="connsiteX14" fmla="*/ 10495 w 32454"/>
                    <a:gd name="connsiteY14" fmla="*/ 637 h 36303"/>
                    <a:gd name="connsiteX15" fmla="*/ 15784 w 32454"/>
                    <a:gd name="connsiteY15" fmla="*/ 0 h 36303"/>
                    <a:gd name="connsiteX16" fmla="*/ 20658 w 32454"/>
                    <a:gd name="connsiteY16" fmla="*/ 554 h 36303"/>
                    <a:gd name="connsiteX17" fmla="*/ 24645 w 32454"/>
                    <a:gd name="connsiteY17" fmla="*/ 2354 h 36303"/>
                    <a:gd name="connsiteX18" fmla="*/ 27304 w 32454"/>
                    <a:gd name="connsiteY18" fmla="*/ 5649 h 36303"/>
                    <a:gd name="connsiteX19" fmla="*/ 28273 w 32454"/>
                    <a:gd name="connsiteY19" fmla="*/ 10689 h 36303"/>
                    <a:gd name="connsiteX20" fmla="*/ 28273 w 32454"/>
                    <a:gd name="connsiteY20" fmla="*/ 29436 h 36303"/>
                    <a:gd name="connsiteX21" fmla="*/ 29104 w 32454"/>
                    <a:gd name="connsiteY21" fmla="*/ 32399 h 36303"/>
                    <a:gd name="connsiteX22" fmla="*/ 32454 w 32454"/>
                    <a:gd name="connsiteY22" fmla="*/ 32094 h 36303"/>
                    <a:gd name="connsiteX23" fmla="*/ 32454 w 32454"/>
                    <a:gd name="connsiteY23" fmla="*/ 35223 h 36303"/>
                    <a:gd name="connsiteX24" fmla="*/ 31097 w 32454"/>
                    <a:gd name="connsiteY24" fmla="*/ 35611 h 36303"/>
                    <a:gd name="connsiteX25" fmla="*/ 29325 w 32454"/>
                    <a:gd name="connsiteY25" fmla="*/ 35888 h 36303"/>
                    <a:gd name="connsiteX26" fmla="*/ 27525 w 32454"/>
                    <a:gd name="connsiteY26" fmla="*/ 35694 h 36303"/>
                    <a:gd name="connsiteX27" fmla="*/ 25919 w 32454"/>
                    <a:gd name="connsiteY27" fmla="*/ 35057 h 36303"/>
                    <a:gd name="connsiteX28" fmla="*/ 24950 w 32454"/>
                    <a:gd name="connsiteY28" fmla="*/ 33867 h 36303"/>
                    <a:gd name="connsiteX29" fmla="*/ 24451 w 32454"/>
                    <a:gd name="connsiteY29" fmla="*/ 32343 h 36303"/>
                    <a:gd name="connsiteX30" fmla="*/ 24313 w 32454"/>
                    <a:gd name="connsiteY30" fmla="*/ 30571 h 36303"/>
                    <a:gd name="connsiteX31" fmla="*/ 18526 w 32454"/>
                    <a:gd name="connsiteY31" fmla="*/ 34836 h 36303"/>
                    <a:gd name="connsiteX32" fmla="*/ 11492 w 32454"/>
                    <a:gd name="connsiteY32" fmla="*/ 36303 h 36303"/>
                    <a:gd name="connsiteX33" fmla="*/ 7144 w 32454"/>
                    <a:gd name="connsiteY33" fmla="*/ 35694 h 36303"/>
                    <a:gd name="connsiteX34" fmla="*/ 3461 w 32454"/>
                    <a:gd name="connsiteY34" fmla="*/ 33839 h 36303"/>
                    <a:gd name="connsiteX35" fmla="*/ 941 w 32454"/>
                    <a:gd name="connsiteY35" fmla="*/ 30737 h 36303"/>
                    <a:gd name="connsiteX36" fmla="*/ 0 w 32454"/>
                    <a:gd name="connsiteY36" fmla="*/ 26390 h 36303"/>
                    <a:gd name="connsiteX37" fmla="*/ 12018 w 32454"/>
                    <a:gd name="connsiteY37" fmla="*/ 16033 h 36303"/>
                    <a:gd name="connsiteX38" fmla="*/ 17529 w 32454"/>
                    <a:gd name="connsiteY38" fmla="*/ 15313 h 36303"/>
                    <a:gd name="connsiteX39" fmla="*/ 24368 w 32454"/>
                    <a:gd name="connsiteY39" fmla="*/ 17224 h 36303"/>
                    <a:gd name="connsiteX40" fmla="*/ 19246 w 32454"/>
                    <a:gd name="connsiteY40" fmla="*/ 18609 h 36303"/>
                    <a:gd name="connsiteX41" fmla="*/ 14067 w 32454"/>
                    <a:gd name="connsiteY41" fmla="*/ 19135 h 36303"/>
                    <a:gd name="connsiteX42" fmla="*/ 6923 w 32454"/>
                    <a:gd name="connsiteY42" fmla="*/ 21184 h 36303"/>
                    <a:gd name="connsiteX43" fmla="*/ 4375 w 32454"/>
                    <a:gd name="connsiteY43" fmla="*/ 26445 h 36303"/>
                    <a:gd name="connsiteX44" fmla="*/ 5012 w 32454"/>
                    <a:gd name="connsiteY44" fmla="*/ 29214 h 36303"/>
                    <a:gd name="connsiteX45" fmla="*/ 6674 w 32454"/>
                    <a:gd name="connsiteY45" fmla="*/ 31153 h 36303"/>
                    <a:gd name="connsiteX46" fmla="*/ 9055 w 32454"/>
                    <a:gd name="connsiteY46" fmla="*/ 32288 h 36303"/>
                    <a:gd name="connsiteX47" fmla="*/ 11824 w 32454"/>
                    <a:gd name="connsiteY47" fmla="*/ 32648 h 36303"/>
                    <a:gd name="connsiteX48" fmla="*/ 16476 w 32454"/>
                    <a:gd name="connsiteY48" fmla="*/ 32039 h 36303"/>
                    <a:gd name="connsiteX49" fmla="*/ 20492 w 32454"/>
                    <a:gd name="connsiteY49" fmla="*/ 30211 h 36303"/>
                    <a:gd name="connsiteX50" fmla="*/ 23316 w 32454"/>
                    <a:gd name="connsiteY50" fmla="*/ 27082 h 36303"/>
                    <a:gd name="connsiteX51" fmla="*/ 24368 w 32454"/>
                    <a:gd name="connsiteY51" fmla="*/ 22596 h 36303"/>
                    <a:gd name="connsiteX52" fmla="*/ 24368 w 32454"/>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2454" h="36303">
                      <a:moveTo>
                        <a:pt x="17639" y="15230"/>
                      </a:moveTo>
                      <a:cubicBezTo>
                        <a:pt x="18387" y="15147"/>
                        <a:pt x="19301" y="15009"/>
                        <a:pt x="20325" y="14843"/>
                      </a:cubicBezTo>
                      <a:cubicBezTo>
                        <a:pt x="21378" y="14677"/>
                        <a:pt x="22208" y="14427"/>
                        <a:pt x="22873" y="14123"/>
                      </a:cubicBezTo>
                      <a:cubicBezTo>
                        <a:pt x="23538" y="13818"/>
                        <a:pt x="23953" y="13292"/>
                        <a:pt x="24092" y="12572"/>
                      </a:cubicBezTo>
                      <a:cubicBezTo>
                        <a:pt x="24258" y="11852"/>
                        <a:pt x="24313" y="11160"/>
                        <a:pt x="24313" y="10550"/>
                      </a:cubicBezTo>
                      <a:cubicBezTo>
                        <a:pt x="24313" y="8501"/>
                        <a:pt x="23648" y="6840"/>
                        <a:pt x="22347" y="5538"/>
                      </a:cubicBezTo>
                      <a:cubicBezTo>
                        <a:pt x="21045" y="4237"/>
                        <a:pt x="18830" y="3572"/>
                        <a:pt x="15729" y="3572"/>
                      </a:cubicBezTo>
                      <a:cubicBezTo>
                        <a:pt x="14344" y="3572"/>
                        <a:pt x="13098" y="3683"/>
                        <a:pt x="11935" y="3932"/>
                      </a:cubicBezTo>
                      <a:cubicBezTo>
                        <a:pt x="10772" y="4181"/>
                        <a:pt x="9775" y="4597"/>
                        <a:pt x="8917" y="5206"/>
                      </a:cubicBezTo>
                      <a:cubicBezTo>
                        <a:pt x="8058" y="5815"/>
                        <a:pt x="7338" y="6591"/>
                        <a:pt x="6784" y="7587"/>
                      </a:cubicBezTo>
                      <a:cubicBezTo>
                        <a:pt x="6231" y="8584"/>
                        <a:pt x="5871" y="9831"/>
                        <a:pt x="5677" y="11354"/>
                      </a:cubicBezTo>
                      <a:lnTo>
                        <a:pt x="1634" y="11354"/>
                      </a:lnTo>
                      <a:cubicBezTo>
                        <a:pt x="1772" y="9304"/>
                        <a:pt x="2243" y="7587"/>
                        <a:pt x="3018" y="6148"/>
                      </a:cubicBezTo>
                      <a:cubicBezTo>
                        <a:pt x="3794" y="4708"/>
                        <a:pt x="4846" y="3545"/>
                        <a:pt x="6120" y="2631"/>
                      </a:cubicBezTo>
                      <a:cubicBezTo>
                        <a:pt x="7394" y="1717"/>
                        <a:pt x="8834" y="1052"/>
                        <a:pt x="10495" y="637"/>
                      </a:cubicBezTo>
                      <a:cubicBezTo>
                        <a:pt x="12157" y="222"/>
                        <a:pt x="13929" y="0"/>
                        <a:pt x="15784" y="0"/>
                      </a:cubicBezTo>
                      <a:cubicBezTo>
                        <a:pt x="17501" y="0"/>
                        <a:pt x="19135" y="194"/>
                        <a:pt x="20658" y="554"/>
                      </a:cubicBezTo>
                      <a:cubicBezTo>
                        <a:pt x="22181" y="942"/>
                        <a:pt x="23510" y="1523"/>
                        <a:pt x="24645" y="2354"/>
                      </a:cubicBezTo>
                      <a:cubicBezTo>
                        <a:pt x="25781" y="3185"/>
                        <a:pt x="26667" y="4265"/>
                        <a:pt x="27304" y="5649"/>
                      </a:cubicBezTo>
                      <a:cubicBezTo>
                        <a:pt x="27941" y="7034"/>
                        <a:pt x="28273" y="8695"/>
                        <a:pt x="28273" y="10689"/>
                      </a:cubicBezTo>
                      <a:lnTo>
                        <a:pt x="28273" y="29436"/>
                      </a:lnTo>
                      <a:cubicBezTo>
                        <a:pt x="28273" y="30987"/>
                        <a:pt x="28550" y="31984"/>
                        <a:pt x="29104" y="32399"/>
                      </a:cubicBezTo>
                      <a:cubicBezTo>
                        <a:pt x="29657" y="32814"/>
                        <a:pt x="30765" y="32731"/>
                        <a:pt x="32454" y="32094"/>
                      </a:cubicBezTo>
                      <a:lnTo>
                        <a:pt x="32454" y="35223"/>
                      </a:lnTo>
                      <a:cubicBezTo>
                        <a:pt x="32150" y="35306"/>
                        <a:pt x="31679" y="35445"/>
                        <a:pt x="31097" y="35611"/>
                      </a:cubicBezTo>
                      <a:cubicBezTo>
                        <a:pt x="30488" y="35777"/>
                        <a:pt x="29907" y="35888"/>
                        <a:pt x="29325" y="35888"/>
                      </a:cubicBezTo>
                      <a:cubicBezTo>
                        <a:pt x="28716" y="35888"/>
                        <a:pt x="28107" y="35833"/>
                        <a:pt x="27525" y="35694"/>
                      </a:cubicBezTo>
                      <a:cubicBezTo>
                        <a:pt x="26861" y="35611"/>
                        <a:pt x="26334" y="35390"/>
                        <a:pt x="25919" y="35057"/>
                      </a:cubicBezTo>
                      <a:cubicBezTo>
                        <a:pt x="25504" y="34725"/>
                        <a:pt x="25199" y="34337"/>
                        <a:pt x="24950" y="33867"/>
                      </a:cubicBezTo>
                      <a:cubicBezTo>
                        <a:pt x="24701" y="33396"/>
                        <a:pt x="24534" y="32897"/>
                        <a:pt x="24451" y="32343"/>
                      </a:cubicBezTo>
                      <a:cubicBezTo>
                        <a:pt x="24368" y="31790"/>
                        <a:pt x="24313" y="31208"/>
                        <a:pt x="24313" y="30571"/>
                      </a:cubicBezTo>
                      <a:cubicBezTo>
                        <a:pt x="22624" y="32427"/>
                        <a:pt x="20713" y="33839"/>
                        <a:pt x="18526" y="34836"/>
                      </a:cubicBezTo>
                      <a:cubicBezTo>
                        <a:pt x="16366" y="35805"/>
                        <a:pt x="14012" y="36303"/>
                        <a:pt x="11492" y="36303"/>
                      </a:cubicBezTo>
                      <a:cubicBezTo>
                        <a:pt x="9997" y="36303"/>
                        <a:pt x="8529" y="36110"/>
                        <a:pt x="7144" y="35694"/>
                      </a:cubicBezTo>
                      <a:cubicBezTo>
                        <a:pt x="5760" y="35279"/>
                        <a:pt x="4514" y="34670"/>
                        <a:pt x="3461" y="33839"/>
                      </a:cubicBezTo>
                      <a:cubicBezTo>
                        <a:pt x="2409" y="33008"/>
                        <a:pt x="1551" y="31956"/>
                        <a:pt x="941" y="30737"/>
                      </a:cubicBezTo>
                      <a:cubicBezTo>
                        <a:pt x="332" y="29519"/>
                        <a:pt x="0" y="28079"/>
                        <a:pt x="0" y="26390"/>
                      </a:cubicBezTo>
                      <a:cubicBezTo>
                        <a:pt x="0" y="20547"/>
                        <a:pt x="4015" y="17086"/>
                        <a:pt x="12018" y="16033"/>
                      </a:cubicBezTo>
                      <a:lnTo>
                        <a:pt x="17529" y="15313"/>
                      </a:lnTo>
                      <a:close/>
                      <a:moveTo>
                        <a:pt x="24368" y="17224"/>
                      </a:moveTo>
                      <a:cubicBezTo>
                        <a:pt x="22679" y="17944"/>
                        <a:pt x="20990" y="18387"/>
                        <a:pt x="19246" y="18609"/>
                      </a:cubicBezTo>
                      <a:cubicBezTo>
                        <a:pt x="17501" y="18830"/>
                        <a:pt x="15784" y="18996"/>
                        <a:pt x="14067" y="19135"/>
                      </a:cubicBezTo>
                      <a:cubicBezTo>
                        <a:pt x="11021" y="19356"/>
                        <a:pt x="8640" y="20049"/>
                        <a:pt x="6923" y="21184"/>
                      </a:cubicBezTo>
                      <a:cubicBezTo>
                        <a:pt x="5206" y="22347"/>
                        <a:pt x="4375" y="24091"/>
                        <a:pt x="4375" y="26445"/>
                      </a:cubicBezTo>
                      <a:cubicBezTo>
                        <a:pt x="4375" y="27497"/>
                        <a:pt x="4597" y="28439"/>
                        <a:pt x="5012" y="29214"/>
                      </a:cubicBezTo>
                      <a:cubicBezTo>
                        <a:pt x="5427" y="29990"/>
                        <a:pt x="5981" y="30627"/>
                        <a:pt x="6674" y="31153"/>
                      </a:cubicBezTo>
                      <a:cubicBezTo>
                        <a:pt x="7366" y="31651"/>
                        <a:pt x="8169" y="32039"/>
                        <a:pt x="9055" y="32288"/>
                      </a:cubicBezTo>
                      <a:cubicBezTo>
                        <a:pt x="9969" y="32537"/>
                        <a:pt x="10883" y="32648"/>
                        <a:pt x="11824" y="32648"/>
                      </a:cubicBezTo>
                      <a:cubicBezTo>
                        <a:pt x="13430" y="32648"/>
                        <a:pt x="14981" y="32454"/>
                        <a:pt x="16476" y="32039"/>
                      </a:cubicBezTo>
                      <a:cubicBezTo>
                        <a:pt x="17972" y="31651"/>
                        <a:pt x="19329" y="31042"/>
                        <a:pt x="20492" y="30211"/>
                      </a:cubicBezTo>
                      <a:cubicBezTo>
                        <a:pt x="21655" y="29381"/>
                        <a:pt x="22596" y="28356"/>
                        <a:pt x="23316" y="27082"/>
                      </a:cubicBezTo>
                      <a:cubicBezTo>
                        <a:pt x="24036" y="25808"/>
                        <a:pt x="24368" y="24313"/>
                        <a:pt x="24368" y="22596"/>
                      </a:cubicBezTo>
                      <a:lnTo>
                        <a:pt x="24368" y="1722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55" name="Freeform 54">
                  <a:extLst>
                    <a:ext uri="{FF2B5EF4-FFF2-40B4-BE49-F238E27FC236}">
                      <a16:creationId xmlns:a16="http://schemas.microsoft.com/office/drawing/2014/main" id="{44589F1C-9C20-18D4-DD49-FD13E2514811}"/>
                    </a:ext>
                  </a:extLst>
                </p:cNvPr>
                <p:cNvSpPr/>
                <p:nvPr/>
              </p:nvSpPr>
              <p:spPr>
                <a:xfrm>
                  <a:off x="2518327" y="2780761"/>
                  <a:ext cx="15368" cy="35361"/>
                </a:xfrm>
                <a:custGeom>
                  <a:avLst/>
                  <a:gdLst>
                    <a:gd name="connsiteX0" fmla="*/ 3988 w 15368"/>
                    <a:gd name="connsiteY0" fmla="*/ 35362 h 35361"/>
                    <a:gd name="connsiteX1" fmla="*/ 0 w 15368"/>
                    <a:gd name="connsiteY1" fmla="*/ 35362 h 35361"/>
                    <a:gd name="connsiteX2" fmla="*/ 0 w 15368"/>
                    <a:gd name="connsiteY2" fmla="*/ 941 h 35361"/>
                    <a:gd name="connsiteX3" fmla="*/ 3988 w 15368"/>
                    <a:gd name="connsiteY3" fmla="*/ 941 h 35361"/>
                    <a:gd name="connsiteX4" fmla="*/ 3988 w 15368"/>
                    <a:gd name="connsiteY4" fmla="*/ 7394 h 35361"/>
                    <a:gd name="connsiteX5" fmla="*/ 4126 w 15368"/>
                    <a:gd name="connsiteY5" fmla="*/ 7394 h 35361"/>
                    <a:gd name="connsiteX6" fmla="*/ 8418 w 15368"/>
                    <a:gd name="connsiteY6" fmla="*/ 1634 h 35361"/>
                    <a:gd name="connsiteX7" fmla="*/ 15369 w 15368"/>
                    <a:gd name="connsiteY7" fmla="*/ 0 h 35361"/>
                    <a:gd name="connsiteX8" fmla="*/ 15369 w 15368"/>
                    <a:gd name="connsiteY8" fmla="*/ 4320 h 35361"/>
                    <a:gd name="connsiteX9" fmla="*/ 9775 w 15368"/>
                    <a:gd name="connsiteY9" fmla="*/ 5372 h 35361"/>
                    <a:gd name="connsiteX10" fmla="*/ 6286 w 15368"/>
                    <a:gd name="connsiteY10" fmla="*/ 8418 h 35361"/>
                    <a:gd name="connsiteX11" fmla="*/ 4486 w 15368"/>
                    <a:gd name="connsiteY11" fmla="*/ 12960 h 35361"/>
                    <a:gd name="connsiteX12" fmla="*/ 3988 w 15368"/>
                    <a:gd name="connsiteY12" fmla="*/ 18442 h 35361"/>
                    <a:gd name="connsiteX13" fmla="*/ 3988 w 15368"/>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68" h="35361">
                      <a:moveTo>
                        <a:pt x="3988" y="35362"/>
                      </a:moveTo>
                      <a:lnTo>
                        <a:pt x="0" y="35362"/>
                      </a:lnTo>
                      <a:lnTo>
                        <a:pt x="0" y="941"/>
                      </a:lnTo>
                      <a:lnTo>
                        <a:pt x="3988" y="941"/>
                      </a:lnTo>
                      <a:lnTo>
                        <a:pt x="3988" y="7394"/>
                      </a:lnTo>
                      <a:lnTo>
                        <a:pt x="4126" y="7394"/>
                      </a:lnTo>
                      <a:cubicBezTo>
                        <a:pt x="5234" y="4652"/>
                        <a:pt x="6674" y="2741"/>
                        <a:pt x="8418" y="1634"/>
                      </a:cubicBezTo>
                      <a:cubicBezTo>
                        <a:pt x="10163" y="554"/>
                        <a:pt x="12489" y="0"/>
                        <a:pt x="15369" y="0"/>
                      </a:cubicBezTo>
                      <a:lnTo>
                        <a:pt x="15369" y="4320"/>
                      </a:lnTo>
                      <a:cubicBezTo>
                        <a:pt x="13098" y="4264"/>
                        <a:pt x="11243" y="4624"/>
                        <a:pt x="9775" y="5372"/>
                      </a:cubicBezTo>
                      <a:cubicBezTo>
                        <a:pt x="8307" y="6120"/>
                        <a:pt x="7144" y="7144"/>
                        <a:pt x="6286" y="8418"/>
                      </a:cubicBezTo>
                      <a:cubicBezTo>
                        <a:pt x="5428" y="9692"/>
                        <a:pt x="4818" y="11215"/>
                        <a:pt x="4486" y="12960"/>
                      </a:cubicBezTo>
                      <a:cubicBezTo>
                        <a:pt x="4154" y="14704"/>
                        <a:pt x="3988" y="16532"/>
                        <a:pt x="3988" y="18442"/>
                      </a:cubicBezTo>
                      <a:lnTo>
                        <a:pt x="3988" y="3533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4" name="Group 3">
                <a:extLst>
                  <a:ext uri="{FF2B5EF4-FFF2-40B4-BE49-F238E27FC236}">
                    <a16:creationId xmlns:a16="http://schemas.microsoft.com/office/drawing/2014/main" id="{4C50AE4F-7FE5-8B37-E315-D5E53ADE11D6}"/>
                  </a:ext>
                </a:extLst>
              </p:cNvPr>
              <p:cNvGrpSpPr/>
              <p:nvPr/>
            </p:nvGrpSpPr>
            <p:grpSpPr>
              <a:xfrm>
                <a:off x="1792014" y="1557250"/>
                <a:ext cx="1935457" cy="241183"/>
                <a:chOff x="3172674" y="1380462"/>
                <a:chExt cx="1704848" cy="212446"/>
              </a:xfrm>
            </p:grpSpPr>
            <p:grpSp>
              <p:nvGrpSpPr>
                <p:cNvPr id="3458" name="Graphic 14">
                  <a:extLst>
                    <a:ext uri="{FF2B5EF4-FFF2-40B4-BE49-F238E27FC236}">
                      <a16:creationId xmlns:a16="http://schemas.microsoft.com/office/drawing/2014/main" id="{5A40BA42-9543-9514-F86E-BA2AC9ED7A95}"/>
                    </a:ext>
                  </a:extLst>
                </p:cNvPr>
                <p:cNvGrpSpPr/>
                <p:nvPr/>
              </p:nvGrpSpPr>
              <p:grpSpPr>
                <a:xfrm>
                  <a:off x="3172674" y="1388667"/>
                  <a:ext cx="698974" cy="195871"/>
                  <a:chOff x="1969290" y="2367800"/>
                  <a:chExt cx="233604" cy="65462"/>
                </a:xfrm>
                <a:solidFill>
                  <a:srgbClr val="8371B3"/>
                </a:solidFill>
              </p:grpSpPr>
              <p:grpSp>
                <p:nvGrpSpPr>
                  <p:cNvPr id="3459" name="Graphic 14">
                    <a:extLst>
                      <a:ext uri="{FF2B5EF4-FFF2-40B4-BE49-F238E27FC236}">
                        <a16:creationId xmlns:a16="http://schemas.microsoft.com/office/drawing/2014/main" id="{86D173D7-D000-D0C7-00C9-00930D3CCA01}"/>
                      </a:ext>
                    </a:extLst>
                  </p:cNvPr>
                  <p:cNvGrpSpPr/>
                  <p:nvPr/>
                </p:nvGrpSpPr>
                <p:grpSpPr>
                  <a:xfrm>
                    <a:off x="2059010" y="2367800"/>
                    <a:ext cx="67649" cy="47850"/>
                    <a:chOff x="2059010" y="2367800"/>
                    <a:chExt cx="67649" cy="47850"/>
                  </a:xfrm>
                  <a:solidFill>
                    <a:srgbClr val="8371B3"/>
                  </a:solidFill>
                </p:grpSpPr>
                <p:sp>
                  <p:nvSpPr>
                    <p:cNvPr id="3461" name="Freeform 3460">
                      <a:extLst>
                        <a:ext uri="{FF2B5EF4-FFF2-40B4-BE49-F238E27FC236}">
                          <a16:creationId xmlns:a16="http://schemas.microsoft.com/office/drawing/2014/main" id="{D89F492A-0882-A550-F9BF-7F333F1DFE25}"/>
                        </a:ext>
                      </a:extLst>
                    </p:cNvPr>
                    <p:cNvSpPr/>
                    <p:nvPr/>
                  </p:nvSpPr>
                  <p:spPr>
                    <a:xfrm>
                      <a:off x="2059010" y="2367800"/>
                      <a:ext cx="42256" cy="47850"/>
                    </a:xfrm>
                    <a:custGeom>
                      <a:avLst/>
                      <a:gdLst>
                        <a:gd name="connsiteX0" fmla="*/ 0 w 42256"/>
                        <a:gd name="connsiteY0" fmla="*/ 47851 h 47850"/>
                        <a:gd name="connsiteX1" fmla="*/ 18802 w 42256"/>
                        <a:gd name="connsiteY1" fmla="*/ 0 h 47850"/>
                        <a:gd name="connsiteX2" fmla="*/ 23925 w 42256"/>
                        <a:gd name="connsiteY2" fmla="*/ 0 h 47850"/>
                        <a:gd name="connsiteX3" fmla="*/ 42257 w 42256"/>
                        <a:gd name="connsiteY3" fmla="*/ 47851 h 47850"/>
                        <a:gd name="connsiteX4" fmla="*/ 37605 w 42256"/>
                        <a:gd name="connsiteY4" fmla="*/ 47851 h 47850"/>
                        <a:gd name="connsiteX5" fmla="*/ 32094 w 42256"/>
                        <a:gd name="connsiteY5" fmla="*/ 32842 h 47850"/>
                        <a:gd name="connsiteX6" fmla="*/ 10301 w 42256"/>
                        <a:gd name="connsiteY6" fmla="*/ 32842 h 47850"/>
                        <a:gd name="connsiteX7" fmla="*/ 4652 w 42256"/>
                        <a:gd name="connsiteY7" fmla="*/ 47851 h 47850"/>
                        <a:gd name="connsiteX8" fmla="*/ 0 w 42256"/>
                        <a:gd name="connsiteY8" fmla="*/ 47851 h 47850"/>
                        <a:gd name="connsiteX9" fmla="*/ 11824 w 42256"/>
                        <a:gd name="connsiteY9" fmla="*/ 28965 h 47850"/>
                        <a:gd name="connsiteX10" fmla="*/ 30571 w 42256"/>
                        <a:gd name="connsiteY10" fmla="*/ 28965 h 47850"/>
                        <a:gd name="connsiteX11" fmla="*/ 21212 w 42256"/>
                        <a:gd name="connsiteY11" fmla="*/ 3849 h 47850"/>
                        <a:gd name="connsiteX12" fmla="*/ 11852 w 42256"/>
                        <a:gd name="connsiteY12" fmla="*/ 28965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6"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24" y="28965"/>
                          </a:moveTo>
                          <a:lnTo>
                            <a:pt x="30571" y="28965"/>
                          </a:lnTo>
                          <a:lnTo>
                            <a:pt x="21212" y="3849"/>
                          </a:lnTo>
                          <a:lnTo>
                            <a:pt x="11852" y="28965"/>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62" name="Freeform 3461">
                      <a:extLst>
                        <a:ext uri="{FF2B5EF4-FFF2-40B4-BE49-F238E27FC236}">
                          <a16:creationId xmlns:a16="http://schemas.microsoft.com/office/drawing/2014/main" id="{7F7883E2-E4E5-321D-1B84-333995CF4131}"/>
                        </a:ext>
                      </a:extLst>
                    </p:cNvPr>
                    <p:cNvSpPr/>
                    <p:nvPr/>
                  </p:nvSpPr>
                  <p:spPr>
                    <a:xfrm>
                      <a:off x="2110322" y="2368769"/>
                      <a:ext cx="16337" cy="46853"/>
                    </a:xfrm>
                    <a:custGeom>
                      <a:avLst/>
                      <a:gdLst>
                        <a:gd name="connsiteX0" fmla="*/ 12101 w 16337"/>
                        <a:gd name="connsiteY0" fmla="*/ 12046 h 46853"/>
                        <a:gd name="connsiteX1" fmla="*/ 0 w 16337"/>
                        <a:gd name="connsiteY1" fmla="*/ 12046 h 46853"/>
                        <a:gd name="connsiteX2" fmla="*/ 0 w 16337"/>
                        <a:gd name="connsiteY2" fmla="*/ 9249 h 46853"/>
                        <a:gd name="connsiteX3" fmla="*/ 4818 w 16337"/>
                        <a:gd name="connsiteY3" fmla="*/ 8723 h 46853"/>
                        <a:gd name="connsiteX4" fmla="*/ 8612 w 16337"/>
                        <a:gd name="connsiteY4" fmla="*/ 7449 h 46853"/>
                        <a:gd name="connsiteX5" fmla="*/ 11326 w 16337"/>
                        <a:gd name="connsiteY5" fmla="*/ 4763 h 46853"/>
                        <a:gd name="connsiteX6" fmla="*/ 12960 w 16337"/>
                        <a:gd name="connsiteY6" fmla="*/ 0 h 46853"/>
                        <a:gd name="connsiteX7" fmla="*/ 16338 w 16337"/>
                        <a:gd name="connsiteY7" fmla="*/ 0 h 46853"/>
                        <a:gd name="connsiteX8" fmla="*/ 16338 w 16337"/>
                        <a:gd name="connsiteY8" fmla="*/ 46854 h 46853"/>
                        <a:gd name="connsiteX9" fmla="*/ 12073 w 16337"/>
                        <a:gd name="connsiteY9" fmla="*/ 46854 h 46853"/>
                        <a:gd name="connsiteX10" fmla="*/ 12073 w 16337"/>
                        <a:gd name="connsiteY10" fmla="*/ 120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7" h="46853">
                          <a:moveTo>
                            <a:pt x="12101" y="12046"/>
                          </a:moveTo>
                          <a:lnTo>
                            <a:pt x="0" y="12046"/>
                          </a:lnTo>
                          <a:lnTo>
                            <a:pt x="0" y="9249"/>
                          </a:lnTo>
                          <a:cubicBezTo>
                            <a:pt x="1772" y="9110"/>
                            <a:pt x="3378" y="8944"/>
                            <a:pt x="4818" y="8723"/>
                          </a:cubicBezTo>
                          <a:cubicBezTo>
                            <a:pt x="6258" y="8501"/>
                            <a:pt x="7532" y="8086"/>
                            <a:pt x="8612" y="7449"/>
                          </a:cubicBezTo>
                          <a:cubicBezTo>
                            <a:pt x="9692" y="6812"/>
                            <a:pt x="10606" y="5926"/>
                            <a:pt x="11326" y="4763"/>
                          </a:cubicBezTo>
                          <a:cubicBezTo>
                            <a:pt x="12046" y="3600"/>
                            <a:pt x="12600" y="1994"/>
                            <a:pt x="12960" y="0"/>
                          </a:cubicBezTo>
                          <a:lnTo>
                            <a:pt x="16338" y="0"/>
                          </a:lnTo>
                          <a:lnTo>
                            <a:pt x="16338" y="46854"/>
                          </a:lnTo>
                          <a:lnTo>
                            <a:pt x="12073" y="46854"/>
                          </a:lnTo>
                          <a:lnTo>
                            <a:pt x="12073" y="12018"/>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460" name="Freeform 3459">
                    <a:extLst>
                      <a:ext uri="{FF2B5EF4-FFF2-40B4-BE49-F238E27FC236}">
                        <a16:creationId xmlns:a16="http://schemas.microsoft.com/office/drawing/2014/main" id="{46B62B88-AAB8-01CA-E803-D4118BE6C9A6}"/>
                      </a:ext>
                    </a:extLst>
                  </p:cNvPr>
                  <p:cNvSpPr/>
                  <p:nvPr/>
                </p:nvSpPr>
                <p:spPr>
                  <a:xfrm>
                    <a:off x="1969290" y="2433262"/>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nvGrpSpPr>
                <p:cNvPr id="3463" name="Graphic 14">
                  <a:extLst>
                    <a:ext uri="{FF2B5EF4-FFF2-40B4-BE49-F238E27FC236}">
                      <a16:creationId xmlns:a16="http://schemas.microsoft.com/office/drawing/2014/main" id="{4A4765FF-83C5-164B-F11A-7594A4589D4B}"/>
                    </a:ext>
                  </a:extLst>
                </p:cNvPr>
                <p:cNvGrpSpPr/>
                <p:nvPr/>
              </p:nvGrpSpPr>
              <p:grpSpPr>
                <a:xfrm>
                  <a:off x="4442610" y="1380462"/>
                  <a:ext cx="189243" cy="143173"/>
                  <a:chOff x="2393715" y="2365058"/>
                  <a:chExt cx="63247" cy="47850"/>
                </a:xfrm>
                <a:solidFill>
                  <a:srgbClr val="8371B3"/>
                </a:solidFill>
              </p:grpSpPr>
              <p:sp>
                <p:nvSpPr>
                  <p:cNvPr id="3464" name="Freeform 3463">
                    <a:extLst>
                      <a:ext uri="{FF2B5EF4-FFF2-40B4-BE49-F238E27FC236}">
                        <a16:creationId xmlns:a16="http://schemas.microsoft.com/office/drawing/2014/main" id="{180D4075-BB61-98C1-ED06-34AEBF112395}"/>
                      </a:ext>
                    </a:extLst>
                  </p:cNvPr>
                  <p:cNvSpPr/>
                  <p:nvPr/>
                </p:nvSpPr>
                <p:spPr>
                  <a:xfrm>
                    <a:off x="2393715" y="2365058"/>
                    <a:ext cx="35168" cy="47850"/>
                  </a:xfrm>
                  <a:custGeom>
                    <a:avLst/>
                    <a:gdLst>
                      <a:gd name="connsiteX0" fmla="*/ 0 w 35168"/>
                      <a:gd name="connsiteY0" fmla="*/ 47851 h 47850"/>
                      <a:gd name="connsiteX1" fmla="*/ 0 w 35168"/>
                      <a:gd name="connsiteY1" fmla="*/ 0 h 47850"/>
                      <a:gd name="connsiteX2" fmla="*/ 17279 w 35168"/>
                      <a:gd name="connsiteY2" fmla="*/ 0 h 47850"/>
                      <a:gd name="connsiteX3" fmla="*/ 24452 w 35168"/>
                      <a:gd name="connsiteY3" fmla="*/ 858 h 47850"/>
                      <a:gd name="connsiteX4" fmla="*/ 29325 w 35168"/>
                      <a:gd name="connsiteY4" fmla="*/ 3323 h 47850"/>
                      <a:gd name="connsiteX5" fmla="*/ 32094 w 35168"/>
                      <a:gd name="connsiteY5" fmla="*/ 7144 h 47850"/>
                      <a:gd name="connsiteX6" fmla="*/ 32953 w 35168"/>
                      <a:gd name="connsiteY6" fmla="*/ 12018 h 47850"/>
                      <a:gd name="connsiteX7" fmla="*/ 32288 w 35168"/>
                      <a:gd name="connsiteY7" fmla="*/ 16366 h 47850"/>
                      <a:gd name="connsiteX8" fmla="*/ 30571 w 35168"/>
                      <a:gd name="connsiteY8" fmla="*/ 19412 h 47850"/>
                      <a:gd name="connsiteX9" fmla="*/ 28134 w 35168"/>
                      <a:gd name="connsiteY9" fmla="*/ 21350 h 47850"/>
                      <a:gd name="connsiteX10" fmla="*/ 25310 w 35168"/>
                      <a:gd name="connsiteY10" fmla="*/ 22319 h 47850"/>
                      <a:gd name="connsiteX11" fmla="*/ 25310 w 35168"/>
                      <a:gd name="connsiteY11" fmla="*/ 22458 h 47850"/>
                      <a:gd name="connsiteX12" fmla="*/ 32731 w 35168"/>
                      <a:gd name="connsiteY12" fmla="*/ 26390 h 47850"/>
                      <a:gd name="connsiteX13" fmla="*/ 35168 w 35168"/>
                      <a:gd name="connsiteY13" fmla="*/ 34365 h 47850"/>
                      <a:gd name="connsiteX14" fmla="*/ 34005 w 35168"/>
                      <a:gd name="connsiteY14" fmla="*/ 40679 h 47850"/>
                      <a:gd name="connsiteX15" fmla="*/ 30793 w 35168"/>
                      <a:gd name="connsiteY15" fmla="*/ 44860 h 47850"/>
                      <a:gd name="connsiteX16" fmla="*/ 25836 w 35168"/>
                      <a:gd name="connsiteY16" fmla="*/ 47158 h 47850"/>
                      <a:gd name="connsiteX17" fmla="*/ 19550 w 35168"/>
                      <a:gd name="connsiteY17" fmla="*/ 47851 h 47850"/>
                      <a:gd name="connsiteX18" fmla="*/ 0 w 35168"/>
                      <a:gd name="connsiteY18" fmla="*/ 47851 h 47850"/>
                      <a:gd name="connsiteX19" fmla="*/ 4514 w 35168"/>
                      <a:gd name="connsiteY19" fmla="*/ 21129 h 47850"/>
                      <a:gd name="connsiteX20" fmla="*/ 15950 w 35168"/>
                      <a:gd name="connsiteY20" fmla="*/ 21129 h 47850"/>
                      <a:gd name="connsiteX21" fmla="*/ 21876 w 35168"/>
                      <a:gd name="connsiteY21" fmla="*/ 20519 h 47850"/>
                      <a:gd name="connsiteX22" fmla="*/ 25725 w 35168"/>
                      <a:gd name="connsiteY22" fmla="*/ 18747 h 47850"/>
                      <a:gd name="connsiteX23" fmla="*/ 27830 w 35168"/>
                      <a:gd name="connsiteY23" fmla="*/ 15895 h 47850"/>
                      <a:gd name="connsiteX24" fmla="*/ 28467 w 35168"/>
                      <a:gd name="connsiteY24" fmla="*/ 12018 h 47850"/>
                      <a:gd name="connsiteX25" fmla="*/ 27747 w 35168"/>
                      <a:gd name="connsiteY25" fmla="*/ 8197 h 47850"/>
                      <a:gd name="connsiteX26" fmla="*/ 25421 w 35168"/>
                      <a:gd name="connsiteY26" fmla="*/ 5677 h 47850"/>
                      <a:gd name="connsiteX27" fmla="*/ 21267 w 35168"/>
                      <a:gd name="connsiteY27" fmla="*/ 4292 h 47850"/>
                      <a:gd name="connsiteX28" fmla="*/ 14981 w 35168"/>
                      <a:gd name="connsiteY28" fmla="*/ 3849 h 47850"/>
                      <a:gd name="connsiteX29" fmla="*/ 4541 w 35168"/>
                      <a:gd name="connsiteY29" fmla="*/ 3849 h 47850"/>
                      <a:gd name="connsiteX30" fmla="*/ 4541 w 35168"/>
                      <a:gd name="connsiteY30" fmla="*/ 21129 h 47850"/>
                      <a:gd name="connsiteX31" fmla="*/ 4514 w 35168"/>
                      <a:gd name="connsiteY31" fmla="*/ 44002 h 47850"/>
                      <a:gd name="connsiteX32" fmla="*/ 16006 w 35168"/>
                      <a:gd name="connsiteY32" fmla="*/ 44002 h 47850"/>
                      <a:gd name="connsiteX33" fmla="*/ 22485 w 35168"/>
                      <a:gd name="connsiteY33" fmla="*/ 43669 h 47850"/>
                      <a:gd name="connsiteX34" fmla="*/ 27027 w 35168"/>
                      <a:gd name="connsiteY34" fmla="*/ 42312 h 47850"/>
                      <a:gd name="connsiteX35" fmla="*/ 29713 w 35168"/>
                      <a:gd name="connsiteY35" fmla="*/ 39377 h 47850"/>
                      <a:gd name="connsiteX36" fmla="*/ 30599 w 35168"/>
                      <a:gd name="connsiteY36" fmla="*/ 34365 h 47850"/>
                      <a:gd name="connsiteX37" fmla="*/ 29602 w 35168"/>
                      <a:gd name="connsiteY37" fmla="*/ 29547 h 47850"/>
                      <a:gd name="connsiteX38" fmla="*/ 26750 w 35168"/>
                      <a:gd name="connsiteY38" fmla="*/ 26722 h 47850"/>
                      <a:gd name="connsiteX39" fmla="*/ 22292 w 35168"/>
                      <a:gd name="connsiteY39" fmla="*/ 25365 h 47850"/>
                      <a:gd name="connsiteX40" fmla="*/ 16504 w 35168"/>
                      <a:gd name="connsiteY40" fmla="*/ 25005 h 47850"/>
                      <a:gd name="connsiteX41" fmla="*/ 4486 w 35168"/>
                      <a:gd name="connsiteY41" fmla="*/ 25005 h 47850"/>
                      <a:gd name="connsiteX42" fmla="*/ 4486 w 35168"/>
                      <a:gd name="connsiteY42" fmla="*/ 44002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168" h="47850">
                        <a:moveTo>
                          <a:pt x="0" y="47851"/>
                        </a:moveTo>
                        <a:lnTo>
                          <a:pt x="0" y="0"/>
                        </a:lnTo>
                        <a:lnTo>
                          <a:pt x="17279" y="0"/>
                        </a:lnTo>
                        <a:cubicBezTo>
                          <a:pt x="20076" y="0"/>
                          <a:pt x="22458" y="277"/>
                          <a:pt x="24452" y="858"/>
                        </a:cubicBezTo>
                        <a:cubicBezTo>
                          <a:pt x="26445" y="1440"/>
                          <a:pt x="28079" y="2243"/>
                          <a:pt x="29325" y="3323"/>
                        </a:cubicBezTo>
                        <a:cubicBezTo>
                          <a:pt x="30599" y="4375"/>
                          <a:pt x="31513" y="5649"/>
                          <a:pt x="32094" y="7144"/>
                        </a:cubicBezTo>
                        <a:cubicBezTo>
                          <a:pt x="32676" y="8640"/>
                          <a:pt x="32953" y="10246"/>
                          <a:pt x="32953" y="12018"/>
                        </a:cubicBezTo>
                        <a:cubicBezTo>
                          <a:pt x="32953" y="13790"/>
                          <a:pt x="32731" y="15147"/>
                          <a:pt x="32288" y="16366"/>
                        </a:cubicBezTo>
                        <a:cubicBezTo>
                          <a:pt x="31845" y="17584"/>
                          <a:pt x="31264" y="18609"/>
                          <a:pt x="30571" y="19412"/>
                        </a:cubicBezTo>
                        <a:cubicBezTo>
                          <a:pt x="29879" y="20215"/>
                          <a:pt x="29048" y="20879"/>
                          <a:pt x="28134" y="21350"/>
                        </a:cubicBezTo>
                        <a:cubicBezTo>
                          <a:pt x="27221" y="21821"/>
                          <a:pt x="26279" y="22125"/>
                          <a:pt x="25310" y="22319"/>
                        </a:cubicBezTo>
                        <a:lnTo>
                          <a:pt x="25310" y="22458"/>
                        </a:lnTo>
                        <a:cubicBezTo>
                          <a:pt x="28633" y="22956"/>
                          <a:pt x="31097" y="24258"/>
                          <a:pt x="32731" y="26390"/>
                        </a:cubicBezTo>
                        <a:cubicBezTo>
                          <a:pt x="34337" y="28522"/>
                          <a:pt x="35168" y="31180"/>
                          <a:pt x="35168" y="34365"/>
                        </a:cubicBezTo>
                        <a:cubicBezTo>
                          <a:pt x="35168" y="36857"/>
                          <a:pt x="34780" y="38962"/>
                          <a:pt x="34005" y="40679"/>
                        </a:cubicBezTo>
                        <a:cubicBezTo>
                          <a:pt x="33230" y="42395"/>
                          <a:pt x="32150" y="43808"/>
                          <a:pt x="30793" y="44860"/>
                        </a:cubicBezTo>
                        <a:cubicBezTo>
                          <a:pt x="29408" y="45912"/>
                          <a:pt x="27774" y="46688"/>
                          <a:pt x="25836" y="47158"/>
                        </a:cubicBezTo>
                        <a:cubicBezTo>
                          <a:pt x="23898" y="47629"/>
                          <a:pt x="21821" y="47851"/>
                          <a:pt x="19550" y="47851"/>
                        </a:cubicBezTo>
                        <a:lnTo>
                          <a:pt x="0" y="47851"/>
                        </a:lnTo>
                        <a:close/>
                        <a:moveTo>
                          <a:pt x="4514" y="21129"/>
                        </a:moveTo>
                        <a:lnTo>
                          <a:pt x="15950" y="21129"/>
                        </a:lnTo>
                        <a:cubicBezTo>
                          <a:pt x="18304" y="21129"/>
                          <a:pt x="20270" y="20935"/>
                          <a:pt x="21876" y="20519"/>
                        </a:cubicBezTo>
                        <a:cubicBezTo>
                          <a:pt x="23482" y="20132"/>
                          <a:pt x="24756" y="19522"/>
                          <a:pt x="25725" y="18747"/>
                        </a:cubicBezTo>
                        <a:cubicBezTo>
                          <a:pt x="26694" y="17972"/>
                          <a:pt x="27387" y="17030"/>
                          <a:pt x="27830" y="15895"/>
                        </a:cubicBezTo>
                        <a:cubicBezTo>
                          <a:pt x="28245" y="14760"/>
                          <a:pt x="28467" y="13458"/>
                          <a:pt x="28467" y="12018"/>
                        </a:cubicBezTo>
                        <a:cubicBezTo>
                          <a:pt x="28467" y="10578"/>
                          <a:pt x="28217" y="9249"/>
                          <a:pt x="27747" y="8197"/>
                        </a:cubicBezTo>
                        <a:cubicBezTo>
                          <a:pt x="27248" y="7144"/>
                          <a:pt x="26473" y="6314"/>
                          <a:pt x="25421" y="5677"/>
                        </a:cubicBezTo>
                        <a:cubicBezTo>
                          <a:pt x="24368" y="5040"/>
                          <a:pt x="22984" y="4569"/>
                          <a:pt x="21267" y="4292"/>
                        </a:cubicBezTo>
                        <a:cubicBezTo>
                          <a:pt x="19550" y="4015"/>
                          <a:pt x="17473" y="3849"/>
                          <a:pt x="14981" y="3849"/>
                        </a:cubicBezTo>
                        <a:lnTo>
                          <a:pt x="4541" y="3849"/>
                        </a:lnTo>
                        <a:lnTo>
                          <a:pt x="4541" y="21129"/>
                        </a:lnTo>
                        <a:close/>
                        <a:moveTo>
                          <a:pt x="4514" y="44002"/>
                        </a:moveTo>
                        <a:lnTo>
                          <a:pt x="16006" y="44002"/>
                        </a:lnTo>
                        <a:cubicBezTo>
                          <a:pt x="18498" y="44002"/>
                          <a:pt x="20658" y="43891"/>
                          <a:pt x="22485" y="43669"/>
                        </a:cubicBezTo>
                        <a:cubicBezTo>
                          <a:pt x="24313" y="43448"/>
                          <a:pt x="25836" y="43005"/>
                          <a:pt x="27027" y="42312"/>
                        </a:cubicBezTo>
                        <a:cubicBezTo>
                          <a:pt x="28217" y="41620"/>
                          <a:pt x="29131" y="40651"/>
                          <a:pt x="29713" y="39377"/>
                        </a:cubicBezTo>
                        <a:cubicBezTo>
                          <a:pt x="30322" y="38103"/>
                          <a:pt x="30599" y="36442"/>
                          <a:pt x="30599" y="34365"/>
                        </a:cubicBezTo>
                        <a:cubicBezTo>
                          <a:pt x="30599" y="32288"/>
                          <a:pt x="30267" y="30765"/>
                          <a:pt x="29602" y="29547"/>
                        </a:cubicBezTo>
                        <a:cubicBezTo>
                          <a:pt x="28937" y="28328"/>
                          <a:pt x="27996" y="27387"/>
                          <a:pt x="26750" y="26722"/>
                        </a:cubicBezTo>
                        <a:cubicBezTo>
                          <a:pt x="25504" y="26058"/>
                          <a:pt x="24036" y="25614"/>
                          <a:pt x="22292" y="25365"/>
                        </a:cubicBezTo>
                        <a:cubicBezTo>
                          <a:pt x="20575" y="25116"/>
                          <a:pt x="18636" y="25005"/>
                          <a:pt x="16504" y="25005"/>
                        </a:cubicBezTo>
                        <a:lnTo>
                          <a:pt x="4486" y="25005"/>
                        </a:lnTo>
                        <a:lnTo>
                          <a:pt x="4486" y="44002"/>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65" name="Freeform 3464">
                    <a:extLst>
                      <a:ext uri="{FF2B5EF4-FFF2-40B4-BE49-F238E27FC236}">
                        <a16:creationId xmlns:a16="http://schemas.microsoft.com/office/drawing/2014/main" id="{7932C0DF-CEAD-F3DF-4DDC-1826E70DD5BD}"/>
                      </a:ext>
                    </a:extLst>
                  </p:cNvPr>
                  <p:cNvSpPr/>
                  <p:nvPr/>
                </p:nvSpPr>
                <p:spPr>
                  <a:xfrm>
                    <a:off x="2440625" y="2366028"/>
                    <a:ext cx="16337" cy="46853"/>
                  </a:xfrm>
                  <a:custGeom>
                    <a:avLst/>
                    <a:gdLst>
                      <a:gd name="connsiteX0" fmla="*/ 12101 w 16337"/>
                      <a:gd name="connsiteY0" fmla="*/ 12046 h 46853"/>
                      <a:gd name="connsiteX1" fmla="*/ 0 w 16337"/>
                      <a:gd name="connsiteY1" fmla="*/ 12046 h 46853"/>
                      <a:gd name="connsiteX2" fmla="*/ 0 w 16337"/>
                      <a:gd name="connsiteY2" fmla="*/ 9249 h 46853"/>
                      <a:gd name="connsiteX3" fmla="*/ 4818 w 16337"/>
                      <a:gd name="connsiteY3" fmla="*/ 8723 h 46853"/>
                      <a:gd name="connsiteX4" fmla="*/ 8612 w 16337"/>
                      <a:gd name="connsiteY4" fmla="*/ 7449 h 46853"/>
                      <a:gd name="connsiteX5" fmla="*/ 11326 w 16337"/>
                      <a:gd name="connsiteY5" fmla="*/ 4763 h 46853"/>
                      <a:gd name="connsiteX6" fmla="*/ 12960 w 16337"/>
                      <a:gd name="connsiteY6" fmla="*/ 0 h 46853"/>
                      <a:gd name="connsiteX7" fmla="*/ 16338 w 16337"/>
                      <a:gd name="connsiteY7" fmla="*/ 0 h 46853"/>
                      <a:gd name="connsiteX8" fmla="*/ 16338 w 16337"/>
                      <a:gd name="connsiteY8" fmla="*/ 46854 h 46853"/>
                      <a:gd name="connsiteX9" fmla="*/ 12073 w 16337"/>
                      <a:gd name="connsiteY9" fmla="*/ 46854 h 46853"/>
                      <a:gd name="connsiteX10" fmla="*/ 12073 w 16337"/>
                      <a:gd name="connsiteY10" fmla="*/ 120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7" h="46853">
                        <a:moveTo>
                          <a:pt x="12101" y="12046"/>
                        </a:moveTo>
                        <a:lnTo>
                          <a:pt x="0" y="12046"/>
                        </a:lnTo>
                        <a:lnTo>
                          <a:pt x="0" y="9249"/>
                        </a:lnTo>
                        <a:cubicBezTo>
                          <a:pt x="1772" y="9110"/>
                          <a:pt x="3378" y="8944"/>
                          <a:pt x="4818" y="8723"/>
                        </a:cubicBezTo>
                        <a:cubicBezTo>
                          <a:pt x="6258" y="8501"/>
                          <a:pt x="7532" y="8086"/>
                          <a:pt x="8612" y="7449"/>
                        </a:cubicBezTo>
                        <a:cubicBezTo>
                          <a:pt x="9692" y="6812"/>
                          <a:pt x="10606" y="5926"/>
                          <a:pt x="11326" y="4763"/>
                        </a:cubicBezTo>
                        <a:cubicBezTo>
                          <a:pt x="12046" y="3600"/>
                          <a:pt x="12600" y="1994"/>
                          <a:pt x="12960" y="0"/>
                        </a:cubicBezTo>
                        <a:lnTo>
                          <a:pt x="16338" y="0"/>
                        </a:lnTo>
                        <a:lnTo>
                          <a:pt x="16338" y="46854"/>
                        </a:lnTo>
                        <a:lnTo>
                          <a:pt x="12073" y="46854"/>
                        </a:lnTo>
                        <a:lnTo>
                          <a:pt x="12073" y="12018"/>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539" name="Freeform 3538">
                  <a:extLst>
                    <a:ext uri="{FF2B5EF4-FFF2-40B4-BE49-F238E27FC236}">
                      <a16:creationId xmlns:a16="http://schemas.microsoft.com/office/drawing/2014/main" id="{28C7DF28-B5A1-8D12-A0CC-1470C437D577}"/>
                    </a:ext>
                  </a:extLst>
                </p:cNvPr>
                <p:cNvSpPr/>
                <p:nvPr/>
              </p:nvSpPr>
              <p:spPr>
                <a:xfrm>
                  <a:off x="4178548" y="1584623"/>
                  <a:ext cx="698974" cy="8285"/>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nvGrpSpPr>
              <p:cNvPr id="6" name="Group 5">
                <a:extLst>
                  <a:ext uri="{FF2B5EF4-FFF2-40B4-BE49-F238E27FC236}">
                    <a16:creationId xmlns:a16="http://schemas.microsoft.com/office/drawing/2014/main" id="{0D0B6107-D22C-D2B8-EDE7-8EB1D956FEA8}"/>
                  </a:ext>
                </a:extLst>
              </p:cNvPr>
              <p:cNvGrpSpPr/>
              <p:nvPr/>
            </p:nvGrpSpPr>
            <p:grpSpPr>
              <a:xfrm>
                <a:off x="3575841" y="3358104"/>
                <a:ext cx="2765007" cy="208632"/>
                <a:chOff x="4743959" y="2966745"/>
                <a:chExt cx="2435557" cy="183774"/>
              </a:xfrm>
            </p:grpSpPr>
            <p:grpSp>
              <p:nvGrpSpPr>
                <p:cNvPr id="3560" name="Graphic 14">
                  <a:extLst>
                    <a:ext uri="{FF2B5EF4-FFF2-40B4-BE49-F238E27FC236}">
                      <a16:creationId xmlns:a16="http://schemas.microsoft.com/office/drawing/2014/main" id="{10BA4DCB-206B-2C5C-AAD4-2677EF7ED684}"/>
                    </a:ext>
                  </a:extLst>
                </p:cNvPr>
                <p:cNvGrpSpPr/>
                <p:nvPr/>
              </p:nvGrpSpPr>
              <p:grpSpPr>
                <a:xfrm>
                  <a:off x="5122447" y="2966745"/>
                  <a:ext cx="2057069" cy="183774"/>
                  <a:chOff x="2620923" y="2895209"/>
                  <a:chExt cx="687493" cy="61419"/>
                </a:xfrm>
                <a:solidFill>
                  <a:srgbClr val="8371B3"/>
                </a:solidFill>
              </p:grpSpPr>
              <p:sp>
                <p:nvSpPr>
                  <p:cNvPr id="3561" name="Freeform 3560">
                    <a:extLst>
                      <a:ext uri="{FF2B5EF4-FFF2-40B4-BE49-F238E27FC236}">
                        <a16:creationId xmlns:a16="http://schemas.microsoft.com/office/drawing/2014/main" id="{36923441-F4DB-C2AE-F5F1-70E6F0746C22}"/>
                      </a:ext>
                    </a:extLst>
                  </p:cNvPr>
                  <p:cNvSpPr/>
                  <p:nvPr/>
                </p:nvSpPr>
                <p:spPr>
                  <a:xfrm>
                    <a:off x="2620923" y="2907725"/>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3 h 36303"/>
                      <a:gd name="connsiteX5" fmla="*/ 22208 w 30517"/>
                      <a:gd name="connsiteY5" fmla="*/ 30654 h 36303"/>
                      <a:gd name="connsiteX6" fmla="*/ 25864 w 30517"/>
                      <a:gd name="connsiteY6" fmla="*/ 24812 h 36303"/>
                      <a:gd name="connsiteX7" fmla="*/ 30239 w 30517"/>
                      <a:gd name="connsiteY7" fmla="*/ 24812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34 w 30517"/>
                      <a:gd name="connsiteY23" fmla="*/ 15729 h 36303"/>
                      <a:gd name="connsiteX24" fmla="*/ 25642 w 30517"/>
                      <a:gd name="connsiteY24" fmla="*/ 10966 h 36303"/>
                      <a:gd name="connsiteX25" fmla="*/ 23621 w 30517"/>
                      <a:gd name="connsiteY25" fmla="*/ 7117 h 36303"/>
                      <a:gd name="connsiteX26" fmla="*/ 20242 w 30517"/>
                      <a:gd name="connsiteY26" fmla="*/ 4514 h 36303"/>
                      <a:gd name="connsiteX27" fmla="*/ 15590 w 30517"/>
                      <a:gd name="connsiteY27" fmla="*/ 3545 h 36303"/>
                      <a:gd name="connsiteX28" fmla="*/ 10966 w 30517"/>
                      <a:gd name="connsiteY28" fmla="*/ 4541 h 36303"/>
                      <a:gd name="connsiteX29" fmla="*/ 7560 w 30517"/>
                      <a:gd name="connsiteY29" fmla="*/ 7200 h 36303"/>
                      <a:gd name="connsiteX30" fmla="*/ 5289 w 30517"/>
                      <a:gd name="connsiteY30" fmla="*/ 11049 h 36303"/>
                      <a:gd name="connsiteX31" fmla="*/ 4181 w 30517"/>
                      <a:gd name="connsiteY31" fmla="*/ 15701 h 36303"/>
                      <a:gd name="connsiteX32" fmla="*/ 26307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43"/>
                          <a:pt x="13707" y="32703"/>
                          <a:pt x="15590" y="32703"/>
                        </a:cubicBezTo>
                        <a:cubicBezTo>
                          <a:pt x="18166" y="32703"/>
                          <a:pt x="20381" y="32011"/>
                          <a:pt x="22208" y="30654"/>
                        </a:cubicBezTo>
                        <a:cubicBezTo>
                          <a:pt x="24036" y="29270"/>
                          <a:pt x="25254" y="27331"/>
                          <a:pt x="25864" y="24812"/>
                        </a:cubicBezTo>
                        <a:lnTo>
                          <a:pt x="30239" y="24812"/>
                        </a:lnTo>
                        <a:cubicBezTo>
                          <a:pt x="29768" y="26445"/>
                          <a:pt x="29131" y="27968"/>
                          <a:pt x="28328" y="29353"/>
                        </a:cubicBezTo>
                        <a:cubicBezTo>
                          <a:pt x="27525" y="30737"/>
                          <a:pt x="26556" y="31956"/>
                          <a:pt x="25393" y="33008"/>
                        </a:cubicBezTo>
                        <a:cubicBezTo>
                          <a:pt x="24202" y="34060"/>
                          <a:pt x="22818" y="34863"/>
                          <a:pt x="21212" y="35445"/>
                        </a:cubicBezTo>
                        <a:cubicBezTo>
                          <a:pt x="19605" y="36026"/>
                          <a:pt x="17722" y="36303"/>
                          <a:pt x="15590" y="36303"/>
                        </a:cubicBezTo>
                        <a:cubicBezTo>
                          <a:pt x="12876" y="36303"/>
                          <a:pt x="10550" y="35833"/>
                          <a:pt x="8584" y="34919"/>
                        </a:cubicBezTo>
                        <a:cubicBezTo>
                          <a:pt x="6618" y="33977"/>
                          <a:pt x="5012" y="32703"/>
                          <a:pt x="3738" y="31097"/>
                        </a:cubicBezTo>
                        <a:cubicBezTo>
                          <a:pt x="2464" y="29491"/>
                          <a:pt x="1523" y="27581"/>
                          <a:pt x="914" y="25393"/>
                        </a:cubicBezTo>
                        <a:cubicBezTo>
                          <a:pt x="305" y="23205"/>
                          <a:pt x="0" y="20852"/>
                          <a:pt x="0" y="18304"/>
                        </a:cubicBezTo>
                        <a:cubicBezTo>
                          <a:pt x="0" y="15756"/>
                          <a:pt x="360" y="13403"/>
                          <a:pt x="1080" y="11187"/>
                        </a:cubicBezTo>
                        <a:cubicBezTo>
                          <a:pt x="1800" y="8972"/>
                          <a:pt x="2824" y="7034"/>
                          <a:pt x="4154" y="5372"/>
                        </a:cubicBezTo>
                        <a:cubicBezTo>
                          <a:pt x="5483" y="3711"/>
                          <a:pt x="7117" y="2409"/>
                          <a:pt x="9027" y="1440"/>
                        </a:cubicBezTo>
                        <a:cubicBezTo>
                          <a:pt x="10938" y="498"/>
                          <a:pt x="13126" y="0"/>
                          <a:pt x="15590" y="0"/>
                        </a:cubicBezTo>
                        <a:cubicBezTo>
                          <a:pt x="20270" y="0"/>
                          <a:pt x="23925" y="1634"/>
                          <a:pt x="26584" y="4874"/>
                        </a:cubicBezTo>
                        <a:cubicBezTo>
                          <a:pt x="29242" y="8141"/>
                          <a:pt x="30571" y="12849"/>
                          <a:pt x="30516" y="19052"/>
                        </a:cubicBezTo>
                        <a:lnTo>
                          <a:pt x="4181" y="19052"/>
                        </a:lnTo>
                        <a:close/>
                        <a:moveTo>
                          <a:pt x="26334" y="15729"/>
                        </a:moveTo>
                        <a:cubicBezTo>
                          <a:pt x="26334" y="14040"/>
                          <a:pt x="26113" y="12461"/>
                          <a:pt x="25642" y="10966"/>
                        </a:cubicBezTo>
                        <a:cubicBezTo>
                          <a:pt x="25171" y="9470"/>
                          <a:pt x="24507" y="8197"/>
                          <a:pt x="23621" y="7117"/>
                        </a:cubicBezTo>
                        <a:cubicBezTo>
                          <a:pt x="22735" y="6037"/>
                          <a:pt x="21599" y="5178"/>
                          <a:pt x="20242" y="4514"/>
                        </a:cubicBezTo>
                        <a:cubicBezTo>
                          <a:pt x="18886" y="3877"/>
                          <a:pt x="17335" y="3545"/>
                          <a:pt x="15590" y="3545"/>
                        </a:cubicBezTo>
                        <a:cubicBezTo>
                          <a:pt x="13846" y="3545"/>
                          <a:pt x="12295" y="3877"/>
                          <a:pt x="10966" y="4541"/>
                        </a:cubicBezTo>
                        <a:cubicBezTo>
                          <a:pt x="9637" y="5206"/>
                          <a:pt x="8501" y="6092"/>
                          <a:pt x="7560" y="7200"/>
                        </a:cubicBezTo>
                        <a:cubicBezTo>
                          <a:pt x="6618" y="8307"/>
                          <a:pt x="5871" y="9581"/>
                          <a:pt x="5289" y="11049"/>
                        </a:cubicBezTo>
                        <a:cubicBezTo>
                          <a:pt x="4707" y="12517"/>
                          <a:pt x="4348" y="14067"/>
                          <a:pt x="4181" y="15701"/>
                        </a:cubicBezTo>
                        <a:lnTo>
                          <a:pt x="26307" y="15701"/>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2" name="Freeform 3561">
                    <a:extLst>
                      <a:ext uri="{FF2B5EF4-FFF2-40B4-BE49-F238E27FC236}">
                        <a16:creationId xmlns:a16="http://schemas.microsoft.com/office/drawing/2014/main" id="{3EB12767-A51E-1F57-2797-7A710C288E89}"/>
                      </a:ext>
                    </a:extLst>
                  </p:cNvPr>
                  <p:cNvSpPr/>
                  <p:nvPr/>
                </p:nvSpPr>
                <p:spPr>
                  <a:xfrm>
                    <a:off x="2659109" y="2907698"/>
                    <a:ext cx="26915" cy="35389"/>
                  </a:xfrm>
                  <a:custGeom>
                    <a:avLst/>
                    <a:gdLst>
                      <a:gd name="connsiteX0" fmla="*/ 3932 w 26915"/>
                      <a:gd name="connsiteY0" fmla="*/ 35362 h 35389"/>
                      <a:gd name="connsiteX1" fmla="*/ 0 w 26915"/>
                      <a:gd name="connsiteY1" fmla="*/ 35362 h 35389"/>
                      <a:gd name="connsiteX2" fmla="*/ 0 w 26915"/>
                      <a:gd name="connsiteY2" fmla="*/ 942 h 35389"/>
                      <a:gd name="connsiteX3" fmla="*/ 3932 w 26915"/>
                      <a:gd name="connsiteY3" fmla="*/ 942 h 35389"/>
                      <a:gd name="connsiteX4" fmla="*/ 3932 w 26915"/>
                      <a:gd name="connsiteY4" fmla="*/ 5732 h 35389"/>
                      <a:gd name="connsiteX5" fmla="*/ 8806 w 26915"/>
                      <a:gd name="connsiteY5" fmla="*/ 1606 h 35389"/>
                      <a:gd name="connsiteX6" fmla="*/ 14870 w 26915"/>
                      <a:gd name="connsiteY6" fmla="*/ 0 h 35389"/>
                      <a:gd name="connsiteX7" fmla="*/ 20713 w 26915"/>
                      <a:gd name="connsiteY7" fmla="*/ 1108 h 35389"/>
                      <a:gd name="connsiteX8" fmla="*/ 25227 w 26915"/>
                      <a:gd name="connsiteY8" fmla="*/ 4929 h 35389"/>
                      <a:gd name="connsiteX9" fmla="*/ 26694 w 26915"/>
                      <a:gd name="connsiteY9" fmla="*/ 8751 h 35389"/>
                      <a:gd name="connsiteX10" fmla="*/ 26916 w 26915"/>
                      <a:gd name="connsiteY10" fmla="*/ 12849 h 35389"/>
                      <a:gd name="connsiteX11" fmla="*/ 26916 w 26915"/>
                      <a:gd name="connsiteY11" fmla="*/ 35390 h 35389"/>
                      <a:gd name="connsiteX12" fmla="*/ 22984 w 26915"/>
                      <a:gd name="connsiteY12" fmla="*/ 35390 h 35389"/>
                      <a:gd name="connsiteX13" fmla="*/ 22984 w 26915"/>
                      <a:gd name="connsiteY13" fmla="*/ 12932 h 35389"/>
                      <a:gd name="connsiteX14" fmla="*/ 20962 w 26915"/>
                      <a:gd name="connsiteY14" fmla="*/ 5954 h 35389"/>
                      <a:gd name="connsiteX15" fmla="*/ 14206 w 26915"/>
                      <a:gd name="connsiteY15" fmla="*/ 3628 h 35389"/>
                      <a:gd name="connsiteX16" fmla="*/ 10855 w 26915"/>
                      <a:gd name="connsiteY16" fmla="*/ 4181 h 35389"/>
                      <a:gd name="connsiteX17" fmla="*/ 8141 w 26915"/>
                      <a:gd name="connsiteY17" fmla="*/ 5677 h 35389"/>
                      <a:gd name="connsiteX18" fmla="*/ 6092 w 26915"/>
                      <a:gd name="connsiteY18" fmla="*/ 7809 h 35389"/>
                      <a:gd name="connsiteX19" fmla="*/ 4791 w 26915"/>
                      <a:gd name="connsiteY19" fmla="*/ 10329 h 35389"/>
                      <a:gd name="connsiteX20" fmla="*/ 4071 w 26915"/>
                      <a:gd name="connsiteY20" fmla="*/ 13513 h 35389"/>
                      <a:gd name="connsiteX21" fmla="*/ 3932 w 26915"/>
                      <a:gd name="connsiteY21" fmla="*/ 16836 h 35389"/>
                      <a:gd name="connsiteX22" fmla="*/ 3932 w 26915"/>
                      <a:gd name="connsiteY22" fmla="*/ 35390 h 3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15" h="35389">
                        <a:moveTo>
                          <a:pt x="3932" y="35362"/>
                        </a:moveTo>
                        <a:lnTo>
                          <a:pt x="0" y="35362"/>
                        </a:lnTo>
                        <a:lnTo>
                          <a:pt x="0" y="942"/>
                        </a:lnTo>
                        <a:lnTo>
                          <a:pt x="3932" y="942"/>
                        </a:lnTo>
                        <a:lnTo>
                          <a:pt x="3932" y="5732"/>
                        </a:lnTo>
                        <a:cubicBezTo>
                          <a:pt x="5511" y="4043"/>
                          <a:pt x="7117" y="2686"/>
                          <a:pt x="8806" y="1606"/>
                        </a:cubicBezTo>
                        <a:cubicBezTo>
                          <a:pt x="10495" y="554"/>
                          <a:pt x="12516" y="0"/>
                          <a:pt x="14870" y="0"/>
                        </a:cubicBezTo>
                        <a:cubicBezTo>
                          <a:pt x="16975" y="0"/>
                          <a:pt x="18913" y="360"/>
                          <a:pt x="20713" y="1108"/>
                        </a:cubicBezTo>
                        <a:cubicBezTo>
                          <a:pt x="22513" y="1828"/>
                          <a:pt x="24008" y="3101"/>
                          <a:pt x="25227" y="4929"/>
                        </a:cubicBezTo>
                        <a:cubicBezTo>
                          <a:pt x="26057" y="6175"/>
                          <a:pt x="26556" y="7449"/>
                          <a:pt x="26694" y="8751"/>
                        </a:cubicBezTo>
                        <a:cubicBezTo>
                          <a:pt x="26861" y="10052"/>
                          <a:pt x="26916" y="11409"/>
                          <a:pt x="26916" y="12849"/>
                        </a:cubicBezTo>
                        <a:lnTo>
                          <a:pt x="26916" y="35390"/>
                        </a:lnTo>
                        <a:lnTo>
                          <a:pt x="22984" y="35390"/>
                        </a:lnTo>
                        <a:lnTo>
                          <a:pt x="22984" y="12932"/>
                        </a:lnTo>
                        <a:cubicBezTo>
                          <a:pt x="22984" y="9830"/>
                          <a:pt x="22319" y="7504"/>
                          <a:pt x="20962" y="5954"/>
                        </a:cubicBezTo>
                        <a:cubicBezTo>
                          <a:pt x="19605" y="4403"/>
                          <a:pt x="17362" y="3628"/>
                          <a:pt x="14206" y="3628"/>
                        </a:cubicBezTo>
                        <a:cubicBezTo>
                          <a:pt x="12987" y="3628"/>
                          <a:pt x="11880" y="3821"/>
                          <a:pt x="10855" y="4181"/>
                        </a:cubicBezTo>
                        <a:cubicBezTo>
                          <a:pt x="9858" y="4569"/>
                          <a:pt x="8944" y="5068"/>
                          <a:pt x="8141" y="5677"/>
                        </a:cubicBezTo>
                        <a:cubicBezTo>
                          <a:pt x="7338" y="6286"/>
                          <a:pt x="6646" y="7006"/>
                          <a:pt x="6092" y="7809"/>
                        </a:cubicBezTo>
                        <a:cubicBezTo>
                          <a:pt x="5511" y="8612"/>
                          <a:pt x="5095" y="9443"/>
                          <a:pt x="4791" y="10329"/>
                        </a:cubicBezTo>
                        <a:cubicBezTo>
                          <a:pt x="4403" y="11437"/>
                          <a:pt x="4154" y="12489"/>
                          <a:pt x="4071" y="13513"/>
                        </a:cubicBezTo>
                        <a:cubicBezTo>
                          <a:pt x="3987" y="14538"/>
                          <a:pt x="3932" y="15646"/>
                          <a:pt x="3932" y="16836"/>
                        </a:cubicBezTo>
                        <a:lnTo>
                          <a:pt x="3932" y="35390"/>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3" name="Freeform 3562">
                    <a:extLst>
                      <a:ext uri="{FF2B5EF4-FFF2-40B4-BE49-F238E27FC236}">
                        <a16:creationId xmlns:a16="http://schemas.microsoft.com/office/drawing/2014/main" id="{6BE5A6C9-723A-1FBC-D32D-D4DF3186F406}"/>
                      </a:ext>
                    </a:extLst>
                  </p:cNvPr>
                  <p:cNvSpPr/>
                  <p:nvPr/>
                </p:nvSpPr>
                <p:spPr>
                  <a:xfrm>
                    <a:off x="2693862" y="2907698"/>
                    <a:ext cx="30183" cy="36275"/>
                  </a:xfrm>
                  <a:custGeom>
                    <a:avLst/>
                    <a:gdLst>
                      <a:gd name="connsiteX0" fmla="*/ 25698 w 30183"/>
                      <a:gd name="connsiteY0" fmla="*/ 11769 h 36275"/>
                      <a:gd name="connsiteX1" fmla="*/ 22098 w 30183"/>
                      <a:gd name="connsiteY1" fmla="*/ 5760 h 36275"/>
                      <a:gd name="connsiteX2" fmla="*/ 15618 w 30183"/>
                      <a:gd name="connsiteY2" fmla="*/ 3600 h 36275"/>
                      <a:gd name="connsiteX3" fmla="*/ 10440 w 30183"/>
                      <a:gd name="connsiteY3" fmla="*/ 4874 h 36275"/>
                      <a:gd name="connsiteX4" fmla="*/ 6895 w 30183"/>
                      <a:gd name="connsiteY4" fmla="*/ 8224 h 36275"/>
                      <a:gd name="connsiteX5" fmla="*/ 4874 w 30183"/>
                      <a:gd name="connsiteY5" fmla="*/ 12932 h 36275"/>
                      <a:gd name="connsiteX6" fmla="*/ 4209 w 30183"/>
                      <a:gd name="connsiteY6" fmla="*/ 18221 h 36275"/>
                      <a:gd name="connsiteX7" fmla="*/ 4818 w 30183"/>
                      <a:gd name="connsiteY7" fmla="*/ 23538 h 36275"/>
                      <a:gd name="connsiteX8" fmla="*/ 6812 w 30183"/>
                      <a:gd name="connsiteY8" fmla="*/ 28190 h 36275"/>
                      <a:gd name="connsiteX9" fmla="*/ 10357 w 30183"/>
                      <a:gd name="connsiteY9" fmla="*/ 31485 h 36275"/>
                      <a:gd name="connsiteX10" fmla="*/ 15590 w 30183"/>
                      <a:gd name="connsiteY10" fmla="*/ 32703 h 36275"/>
                      <a:gd name="connsiteX11" fmla="*/ 22624 w 30183"/>
                      <a:gd name="connsiteY11" fmla="*/ 30239 h 36275"/>
                      <a:gd name="connsiteX12" fmla="*/ 26002 w 30183"/>
                      <a:gd name="connsiteY12" fmla="*/ 23455 h 36275"/>
                      <a:gd name="connsiteX13" fmla="*/ 30184 w 30183"/>
                      <a:gd name="connsiteY13" fmla="*/ 23455 h 36275"/>
                      <a:gd name="connsiteX14" fmla="*/ 28522 w 30183"/>
                      <a:gd name="connsiteY14" fmla="*/ 28661 h 36275"/>
                      <a:gd name="connsiteX15" fmla="*/ 25587 w 30183"/>
                      <a:gd name="connsiteY15" fmla="*/ 32703 h 36275"/>
                      <a:gd name="connsiteX16" fmla="*/ 21295 w 30183"/>
                      <a:gd name="connsiteY16" fmla="*/ 35334 h 36275"/>
                      <a:gd name="connsiteX17" fmla="*/ 15590 w 30183"/>
                      <a:gd name="connsiteY17" fmla="*/ 36276 h 36275"/>
                      <a:gd name="connsiteX18" fmla="*/ 8584 w 30183"/>
                      <a:gd name="connsiteY18" fmla="*/ 34891 h 36275"/>
                      <a:gd name="connsiteX19" fmla="*/ 3738 w 30183"/>
                      <a:gd name="connsiteY19" fmla="*/ 31070 h 36275"/>
                      <a:gd name="connsiteX20" fmla="*/ 914 w 30183"/>
                      <a:gd name="connsiteY20" fmla="*/ 25310 h 36275"/>
                      <a:gd name="connsiteX21" fmla="*/ 0 w 30183"/>
                      <a:gd name="connsiteY21" fmla="*/ 18193 h 36275"/>
                      <a:gd name="connsiteX22" fmla="*/ 1025 w 30183"/>
                      <a:gd name="connsiteY22" fmla="*/ 11326 h 36275"/>
                      <a:gd name="connsiteX23" fmla="*/ 4015 w 30183"/>
                      <a:gd name="connsiteY23" fmla="*/ 5511 h 36275"/>
                      <a:gd name="connsiteX24" fmla="*/ 8889 w 30183"/>
                      <a:gd name="connsiteY24" fmla="*/ 1495 h 36275"/>
                      <a:gd name="connsiteX25" fmla="*/ 15590 w 30183"/>
                      <a:gd name="connsiteY25" fmla="*/ 0 h 36275"/>
                      <a:gd name="connsiteX26" fmla="*/ 25116 w 30183"/>
                      <a:gd name="connsiteY26" fmla="*/ 2852 h 36275"/>
                      <a:gd name="connsiteX27" fmla="*/ 29657 w 30183"/>
                      <a:gd name="connsiteY27" fmla="*/ 11769 h 36275"/>
                      <a:gd name="connsiteX28" fmla="*/ 25670 w 30183"/>
                      <a:gd name="connsiteY28" fmla="*/ 11769 h 3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183" h="36275">
                        <a:moveTo>
                          <a:pt x="25698" y="11769"/>
                        </a:moveTo>
                        <a:cubicBezTo>
                          <a:pt x="25005" y="9194"/>
                          <a:pt x="23787" y="7200"/>
                          <a:pt x="22098" y="5760"/>
                        </a:cubicBezTo>
                        <a:cubicBezTo>
                          <a:pt x="20381" y="4320"/>
                          <a:pt x="18221" y="3600"/>
                          <a:pt x="15618" y="3600"/>
                        </a:cubicBezTo>
                        <a:cubicBezTo>
                          <a:pt x="13596" y="3600"/>
                          <a:pt x="11880" y="4015"/>
                          <a:pt x="10440" y="4874"/>
                        </a:cubicBezTo>
                        <a:cubicBezTo>
                          <a:pt x="9000" y="5704"/>
                          <a:pt x="7809" y="6840"/>
                          <a:pt x="6895" y="8224"/>
                        </a:cubicBezTo>
                        <a:cubicBezTo>
                          <a:pt x="5981" y="9609"/>
                          <a:pt x="5289" y="11187"/>
                          <a:pt x="4874" y="12932"/>
                        </a:cubicBezTo>
                        <a:cubicBezTo>
                          <a:pt x="4431" y="14676"/>
                          <a:pt x="4209" y="16449"/>
                          <a:pt x="4209" y="18221"/>
                        </a:cubicBezTo>
                        <a:cubicBezTo>
                          <a:pt x="4209" y="19993"/>
                          <a:pt x="4403" y="21821"/>
                          <a:pt x="4818" y="23538"/>
                        </a:cubicBezTo>
                        <a:cubicBezTo>
                          <a:pt x="5234" y="25254"/>
                          <a:pt x="5898" y="26805"/>
                          <a:pt x="6812" y="28190"/>
                        </a:cubicBezTo>
                        <a:cubicBezTo>
                          <a:pt x="7726" y="29574"/>
                          <a:pt x="8917" y="30654"/>
                          <a:pt x="10357" y="31485"/>
                        </a:cubicBezTo>
                        <a:cubicBezTo>
                          <a:pt x="11797" y="32316"/>
                          <a:pt x="13541" y="32703"/>
                          <a:pt x="15590" y="32703"/>
                        </a:cubicBezTo>
                        <a:cubicBezTo>
                          <a:pt x="18526" y="32703"/>
                          <a:pt x="20852" y="31873"/>
                          <a:pt x="22624" y="30239"/>
                        </a:cubicBezTo>
                        <a:cubicBezTo>
                          <a:pt x="24396" y="28605"/>
                          <a:pt x="25504" y="26334"/>
                          <a:pt x="26002" y="23455"/>
                        </a:cubicBezTo>
                        <a:lnTo>
                          <a:pt x="30184" y="23455"/>
                        </a:lnTo>
                        <a:cubicBezTo>
                          <a:pt x="29824" y="25365"/>
                          <a:pt x="29270" y="27110"/>
                          <a:pt x="28522" y="28661"/>
                        </a:cubicBezTo>
                        <a:cubicBezTo>
                          <a:pt x="27747" y="30239"/>
                          <a:pt x="26778" y="31596"/>
                          <a:pt x="25587" y="32703"/>
                        </a:cubicBezTo>
                        <a:cubicBezTo>
                          <a:pt x="24396" y="33839"/>
                          <a:pt x="22956" y="34697"/>
                          <a:pt x="21295" y="35334"/>
                        </a:cubicBezTo>
                        <a:cubicBezTo>
                          <a:pt x="19633" y="35943"/>
                          <a:pt x="17722" y="36276"/>
                          <a:pt x="15590" y="36276"/>
                        </a:cubicBezTo>
                        <a:cubicBezTo>
                          <a:pt x="12876" y="36276"/>
                          <a:pt x="10550" y="35805"/>
                          <a:pt x="8584" y="34891"/>
                        </a:cubicBezTo>
                        <a:cubicBezTo>
                          <a:pt x="6618" y="33977"/>
                          <a:pt x="5012" y="32676"/>
                          <a:pt x="3738" y="31070"/>
                        </a:cubicBezTo>
                        <a:cubicBezTo>
                          <a:pt x="2464" y="29464"/>
                          <a:pt x="1523" y="27525"/>
                          <a:pt x="914" y="25310"/>
                        </a:cubicBezTo>
                        <a:cubicBezTo>
                          <a:pt x="305" y="23095"/>
                          <a:pt x="0" y="20713"/>
                          <a:pt x="0" y="18193"/>
                        </a:cubicBezTo>
                        <a:cubicBezTo>
                          <a:pt x="0" y="15812"/>
                          <a:pt x="332" y="13513"/>
                          <a:pt x="1025" y="11326"/>
                        </a:cubicBezTo>
                        <a:cubicBezTo>
                          <a:pt x="1717" y="9138"/>
                          <a:pt x="2686" y="7200"/>
                          <a:pt x="4015" y="5511"/>
                        </a:cubicBezTo>
                        <a:cubicBezTo>
                          <a:pt x="5317" y="3821"/>
                          <a:pt x="6951" y="2492"/>
                          <a:pt x="8889" y="1495"/>
                        </a:cubicBezTo>
                        <a:cubicBezTo>
                          <a:pt x="10827" y="498"/>
                          <a:pt x="13070" y="0"/>
                          <a:pt x="15590" y="0"/>
                        </a:cubicBezTo>
                        <a:cubicBezTo>
                          <a:pt x="19522" y="0"/>
                          <a:pt x="22707" y="942"/>
                          <a:pt x="25116" y="2852"/>
                        </a:cubicBezTo>
                        <a:cubicBezTo>
                          <a:pt x="27553" y="4763"/>
                          <a:pt x="29048" y="7726"/>
                          <a:pt x="29657" y="11769"/>
                        </a:cubicBezTo>
                        <a:lnTo>
                          <a:pt x="25670" y="11769"/>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4" name="Freeform 3563">
                    <a:extLst>
                      <a:ext uri="{FF2B5EF4-FFF2-40B4-BE49-F238E27FC236}">
                        <a16:creationId xmlns:a16="http://schemas.microsoft.com/office/drawing/2014/main" id="{8F129C57-E4B5-D9E3-08A9-A11360174968}"/>
                      </a:ext>
                    </a:extLst>
                  </p:cNvPr>
                  <p:cNvSpPr/>
                  <p:nvPr/>
                </p:nvSpPr>
                <p:spPr>
                  <a:xfrm>
                    <a:off x="2729695" y="2907698"/>
                    <a:ext cx="31374" cy="36303"/>
                  </a:xfrm>
                  <a:custGeom>
                    <a:avLst/>
                    <a:gdLst>
                      <a:gd name="connsiteX0" fmla="*/ 15729 w 31374"/>
                      <a:gd name="connsiteY0" fmla="*/ 36303 h 36303"/>
                      <a:gd name="connsiteX1" fmla="*/ 9609 w 31374"/>
                      <a:gd name="connsiteY1" fmla="*/ 35113 h 36303"/>
                      <a:gd name="connsiteX2" fmla="*/ 4624 w 31374"/>
                      <a:gd name="connsiteY2" fmla="*/ 31734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76 w 31374"/>
                      <a:gd name="connsiteY17" fmla="*/ 18166 h 36303"/>
                      <a:gd name="connsiteX18" fmla="*/ 26611 w 31374"/>
                      <a:gd name="connsiteY18" fmla="*/ 12461 h 36303"/>
                      <a:gd name="connsiteX19" fmla="*/ 24590 w 31374"/>
                      <a:gd name="connsiteY19" fmla="*/ 7837 h 36303"/>
                      <a:gd name="connsiteX20" fmla="*/ 21045 w 31374"/>
                      <a:gd name="connsiteY20" fmla="*/ 4735 h 36303"/>
                      <a:gd name="connsiteX21" fmla="*/ 15729 w 31374"/>
                      <a:gd name="connsiteY21" fmla="*/ 3600 h 36303"/>
                      <a:gd name="connsiteX22" fmla="*/ 10467 w 31374"/>
                      <a:gd name="connsiteY22" fmla="*/ 4818 h 36303"/>
                      <a:gd name="connsiteX23" fmla="*/ 6895 w 31374"/>
                      <a:gd name="connsiteY23" fmla="*/ 8086 h 36303"/>
                      <a:gd name="connsiteX24" fmla="*/ 4874 w 31374"/>
                      <a:gd name="connsiteY24" fmla="*/ 12738 h 36303"/>
                      <a:gd name="connsiteX25" fmla="*/ 4209 w 31374"/>
                      <a:gd name="connsiteY25" fmla="*/ 18166 h 36303"/>
                      <a:gd name="connsiteX26" fmla="*/ 4957 w 31374"/>
                      <a:gd name="connsiteY26" fmla="*/ 24036 h 36303"/>
                      <a:gd name="connsiteX27" fmla="*/ 7144 w 31374"/>
                      <a:gd name="connsiteY27" fmla="*/ 28661 h 36303"/>
                      <a:gd name="connsiteX28" fmla="*/ 10744 w 31374"/>
                      <a:gd name="connsiteY28" fmla="*/ 31651 h 36303"/>
                      <a:gd name="connsiteX29" fmla="*/ 15729 w 31374"/>
                      <a:gd name="connsiteY29" fmla="*/ 32703 h 36303"/>
                      <a:gd name="connsiteX30" fmla="*/ 20990 w 31374"/>
                      <a:gd name="connsiteY30" fmla="*/ 31485 h 36303"/>
                      <a:gd name="connsiteX31" fmla="*/ 24562 w 31374"/>
                      <a:gd name="connsiteY31" fmla="*/ 28190 h 36303"/>
                      <a:gd name="connsiteX32" fmla="*/ 26584 w 31374"/>
                      <a:gd name="connsiteY32" fmla="*/ 23538 h 36303"/>
                      <a:gd name="connsiteX33" fmla="*/ 27248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4"/>
                        </a:cubicBezTo>
                        <a:cubicBezTo>
                          <a:pt x="3212" y="30239"/>
                          <a:pt x="2077" y="28356"/>
                          <a:pt x="1246" y="26085"/>
                        </a:cubicBezTo>
                        <a:cubicBezTo>
                          <a:pt x="415" y="23815"/>
                          <a:pt x="0" y="21184"/>
                          <a:pt x="0" y="18166"/>
                        </a:cubicBezTo>
                        <a:cubicBezTo>
                          <a:pt x="0" y="15646"/>
                          <a:pt x="332" y="13292"/>
                          <a:pt x="969" y="11077"/>
                        </a:cubicBezTo>
                        <a:cubicBezTo>
                          <a:pt x="1634" y="8889"/>
                          <a:pt x="2603" y="6978"/>
                          <a:pt x="3904" y="5317"/>
                        </a:cubicBezTo>
                        <a:cubicBezTo>
                          <a:pt x="5206" y="3683"/>
                          <a:pt x="6840" y="2381"/>
                          <a:pt x="8806" y="1440"/>
                        </a:cubicBezTo>
                        <a:cubicBezTo>
                          <a:pt x="10772" y="498"/>
                          <a:pt x="13070" y="0"/>
                          <a:pt x="15673" y="0"/>
                        </a:cubicBezTo>
                        <a:cubicBezTo>
                          <a:pt x="18276" y="0"/>
                          <a:pt x="20658" y="471"/>
                          <a:pt x="22624" y="1440"/>
                        </a:cubicBezTo>
                        <a:cubicBezTo>
                          <a:pt x="24590" y="2381"/>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925"/>
                          <a:pt x="24036" y="34143"/>
                          <a:pt x="22098" y="35002"/>
                        </a:cubicBezTo>
                        <a:cubicBezTo>
                          <a:pt x="20159" y="35860"/>
                          <a:pt x="17999" y="36303"/>
                          <a:pt x="15646" y="36303"/>
                        </a:cubicBezTo>
                        <a:close/>
                        <a:moveTo>
                          <a:pt x="27276" y="18166"/>
                        </a:moveTo>
                        <a:cubicBezTo>
                          <a:pt x="27276" y="16116"/>
                          <a:pt x="27054" y="14233"/>
                          <a:pt x="26611" y="12461"/>
                        </a:cubicBezTo>
                        <a:cubicBezTo>
                          <a:pt x="26168" y="10689"/>
                          <a:pt x="25504" y="9138"/>
                          <a:pt x="24590" y="7837"/>
                        </a:cubicBezTo>
                        <a:cubicBezTo>
                          <a:pt x="23676" y="6535"/>
                          <a:pt x="22485" y="5511"/>
                          <a:pt x="21045" y="4735"/>
                        </a:cubicBezTo>
                        <a:cubicBezTo>
                          <a:pt x="19605" y="3960"/>
                          <a:pt x="17833" y="3600"/>
                          <a:pt x="15729" y="3600"/>
                        </a:cubicBezTo>
                        <a:cubicBezTo>
                          <a:pt x="13624" y="3600"/>
                          <a:pt x="11907" y="4015"/>
                          <a:pt x="10467" y="4818"/>
                        </a:cubicBezTo>
                        <a:cubicBezTo>
                          <a:pt x="9000" y="5649"/>
                          <a:pt x="7809" y="6729"/>
                          <a:pt x="6895" y="8086"/>
                        </a:cubicBezTo>
                        <a:cubicBezTo>
                          <a:pt x="5981" y="9443"/>
                          <a:pt x="5289" y="10994"/>
                          <a:pt x="4874" y="12738"/>
                        </a:cubicBezTo>
                        <a:cubicBezTo>
                          <a:pt x="4431" y="14483"/>
                          <a:pt x="4209" y="16283"/>
                          <a:pt x="4209" y="18166"/>
                        </a:cubicBezTo>
                        <a:cubicBezTo>
                          <a:pt x="4209" y="20298"/>
                          <a:pt x="4458" y="22264"/>
                          <a:pt x="4957" y="24036"/>
                        </a:cubicBezTo>
                        <a:cubicBezTo>
                          <a:pt x="5455" y="25836"/>
                          <a:pt x="6203" y="27359"/>
                          <a:pt x="7144" y="28661"/>
                        </a:cubicBezTo>
                        <a:cubicBezTo>
                          <a:pt x="8114" y="29934"/>
                          <a:pt x="9304" y="30931"/>
                          <a:pt x="10744" y="31651"/>
                        </a:cubicBezTo>
                        <a:cubicBezTo>
                          <a:pt x="12184" y="32371"/>
                          <a:pt x="13846" y="32703"/>
                          <a:pt x="15729" y="32703"/>
                        </a:cubicBezTo>
                        <a:cubicBezTo>
                          <a:pt x="17778" y="32703"/>
                          <a:pt x="19550" y="32288"/>
                          <a:pt x="20990" y="31485"/>
                        </a:cubicBezTo>
                        <a:cubicBezTo>
                          <a:pt x="22458" y="30654"/>
                          <a:pt x="23648" y="29574"/>
                          <a:pt x="24562" y="28190"/>
                        </a:cubicBezTo>
                        <a:cubicBezTo>
                          <a:pt x="25476" y="26805"/>
                          <a:pt x="26168" y="25254"/>
                          <a:pt x="26584" y="23538"/>
                        </a:cubicBezTo>
                        <a:cubicBezTo>
                          <a:pt x="26999" y="21821"/>
                          <a:pt x="27248" y="20021"/>
                          <a:pt x="27248" y="18166"/>
                        </a:cubicBez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5" name="Freeform 3564">
                    <a:extLst>
                      <a:ext uri="{FF2B5EF4-FFF2-40B4-BE49-F238E27FC236}">
                        <a16:creationId xmlns:a16="http://schemas.microsoft.com/office/drawing/2014/main" id="{D3A9356A-FCAB-6ADC-9CA9-3C5C79A6FA2F}"/>
                      </a:ext>
                    </a:extLst>
                  </p:cNvPr>
                  <p:cNvSpPr/>
                  <p:nvPr/>
                </p:nvSpPr>
                <p:spPr>
                  <a:xfrm>
                    <a:off x="2767327" y="2895209"/>
                    <a:ext cx="31152" cy="48792"/>
                  </a:xfrm>
                  <a:custGeom>
                    <a:avLst/>
                    <a:gdLst>
                      <a:gd name="connsiteX0" fmla="*/ 27221 w 31152"/>
                      <a:gd name="connsiteY0" fmla="*/ 0 h 48792"/>
                      <a:gd name="connsiteX1" fmla="*/ 31153 w 31152"/>
                      <a:gd name="connsiteY1" fmla="*/ 0 h 48792"/>
                      <a:gd name="connsiteX2" fmla="*/ 31153 w 31152"/>
                      <a:gd name="connsiteY2" fmla="*/ 47851 h 48792"/>
                      <a:gd name="connsiteX3" fmla="*/ 27221 w 31152"/>
                      <a:gd name="connsiteY3" fmla="*/ 47851 h 48792"/>
                      <a:gd name="connsiteX4" fmla="*/ 27221 w 31152"/>
                      <a:gd name="connsiteY4" fmla="*/ 41814 h 48792"/>
                      <a:gd name="connsiteX5" fmla="*/ 27082 w 31152"/>
                      <a:gd name="connsiteY5" fmla="*/ 41814 h 48792"/>
                      <a:gd name="connsiteX6" fmla="*/ 24894 w 31152"/>
                      <a:gd name="connsiteY6" fmla="*/ 44832 h 48792"/>
                      <a:gd name="connsiteX7" fmla="*/ 21959 w 31152"/>
                      <a:gd name="connsiteY7" fmla="*/ 46992 h 48792"/>
                      <a:gd name="connsiteX8" fmla="*/ 18664 w 31152"/>
                      <a:gd name="connsiteY8" fmla="*/ 48321 h 48792"/>
                      <a:gd name="connsiteX9" fmla="*/ 15313 w 31152"/>
                      <a:gd name="connsiteY9" fmla="*/ 48792 h 48792"/>
                      <a:gd name="connsiteX10" fmla="*/ 8307 w 31152"/>
                      <a:gd name="connsiteY10" fmla="*/ 47408 h 48792"/>
                      <a:gd name="connsiteX11" fmla="*/ 3572 w 31152"/>
                      <a:gd name="connsiteY11" fmla="*/ 43586 h 48792"/>
                      <a:gd name="connsiteX12" fmla="*/ 858 w 31152"/>
                      <a:gd name="connsiteY12" fmla="*/ 37826 h 48792"/>
                      <a:gd name="connsiteX13" fmla="*/ 0 w 31152"/>
                      <a:gd name="connsiteY13" fmla="*/ 30710 h 48792"/>
                      <a:gd name="connsiteX14" fmla="*/ 914 w 31152"/>
                      <a:gd name="connsiteY14" fmla="*/ 23787 h 48792"/>
                      <a:gd name="connsiteX15" fmla="*/ 3683 w 31152"/>
                      <a:gd name="connsiteY15" fmla="*/ 17972 h 48792"/>
                      <a:gd name="connsiteX16" fmla="*/ 8390 w 31152"/>
                      <a:gd name="connsiteY16" fmla="*/ 13984 h 48792"/>
                      <a:gd name="connsiteX17" fmla="*/ 15092 w 31152"/>
                      <a:gd name="connsiteY17" fmla="*/ 12489 h 48792"/>
                      <a:gd name="connsiteX18" fmla="*/ 22015 w 31152"/>
                      <a:gd name="connsiteY18" fmla="*/ 14123 h 48792"/>
                      <a:gd name="connsiteX19" fmla="*/ 27221 w 31152"/>
                      <a:gd name="connsiteY19" fmla="*/ 18941 h 48792"/>
                      <a:gd name="connsiteX20" fmla="*/ 27221 w 31152"/>
                      <a:gd name="connsiteY20" fmla="*/ 0 h 48792"/>
                      <a:gd name="connsiteX21" fmla="*/ 27221 w 31152"/>
                      <a:gd name="connsiteY21" fmla="*/ 30516 h 48792"/>
                      <a:gd name="connsiteX22" fmla="*/ 26445 w 31152"/>
                      <a:gd name="connsiteY22" fmla="*/ 24978 h 48792"/>
                      <a:gd name="connsiteX23" fmla="*/ 24175 w 31152"/>
                      <a:gd name="connsiteY23" fmla="*/ 20381 h 48792"/>
                      <a:gd name="connsiteX24" fmla="*/ 20575 w 31152"/>
                      <a:gd name="connsiteY24" fmla="*/ 17252 h 48792"/>
                      <a:gd name="connsiteX25" fmla="*/ 15756 w 31152"/>
                      <a:gd name="connsiteY25" fmla="*/ 16089 h 48792"/>
                      <a:gd name="connsiteX26" fmla="*/ 10440 w 31152"/>
                      <a:gd name="connsiteY26" fmla="*/ 17307 h 48792"/>
                      <a:gd name="connsiteX27" fmla="*/ 6784 w 31152"/>
                      <a:gd name="connsiteY27" fmla="*/ 20658 h 48792"/>
                      <a:gd name="connsiteX28" fmla="*/ 4680 w 31152"/>
                      <a:gd name="connsiteY28" fmla="*/ 25614 h 48792"/>
                      <a:gd name="connsiteX29" fmla="*/ 4154 w 31152"/>
                      <a:gd name="connsiteY29" fmla="*/ 31707 h 48792"/>
                      <a:gd name="connsiteX30" fmla="*/ 5040 w 31152"/>
                      <a:gd name="connsiteY30" fmla="*/ 37466 h 48792"/>
                      <a:gd name="connsiteX31" fmla="*/ 7504 w 31152"/>
                      <a:gd name="connsiteY31" fmla="*/ 41676 h 48792"/>
                      <a:gd name="connsiteX32" fmla="*/ 11160 w 31152"/>
                      <a:gd name="connsiteY32" fmla="*/ 44306 h 48792"/>
                      <a:gd name="connsiteX33" fmla="*/ 15756 w 31152"/>
                      <a:gd name="connsiteY33" fmla="*/ 45192 h 48792"/>
                      <a:gd name="connsiteX34" fmla="*/ 20658 w 31152"/>
                      <a:gd name="connsiteY34" fmla="*/ 44057 h 48792"/>
                      <a:gd name="connsiteX35" fmla="*/ 24258 w 31152"/>
                      <a:gd name="connsiteY35" fmla="*/ 40956 h 48792"/>
                      <a:gd name="connsiteX36" fmla="*/ 26445 w 31152"/>
                      <a:gd name="connsiteY36" fmla="*/ 36303 h 48792"/>
                      <a:gd name="connsiteX37" fmla="*/ 27193 w 31152"/>
                      <a:gd name="connsiteY37" fmla="*/ 30488 h 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792">
                        <a:moveTo>
                          <a:pt x="27221" y="0"/>
                        </a:moveTo>
                        <a:lnTo>
                          <a:pt x="31153" y="0"/>
                        </a:lnTo>
                        <a:lnTo>
                          <a:pt x="31153" y="47851"/>
                        </a:lnTo>
                        <a:lnTo>
                          <a:pt x="27221" y="47851"/>
                        </a:lnTo>
                        <a:lnTo>
                          <a:pt x="27221" y="41814"/>
                        </a:lnTo>
                        <a:lnTo>
                          <a:pt x="27082" y="41814"/>
                        </a:lnTo>
                        <a:cubicBezTo>
                          <a:pt x="26501" y="42977"/>
                          <a:pt x="25781" y="43974"/>
                          <a:pt x="24894" y="44832"/>
                        </a:cubicBezTo>
                        <a:cubicBezTo>
                          <a:pt x="24008" y="45691"/>
                          <a:pt x="23011" y="46411"/>
                          <a:pt x="21959" y="46992"/>
                        </a:cubicBezTo>
                        <a:cubicBezTo>
                          <a:pt x="20879" y="47574"/>
                          <a:pt x="19799" y="48017"/>
                          <a:pt x="18664" y="48321"/>
                        </a:cubicBezTo>
                        <a:cubicBezTo>
                          <a:pt x="17529" y="48626"/>
                          <a:pt x="16421" y="48792"/>
                          <a:pt x="15313" y="48792"/>
                        </a:cubicBezTo>
                        <a:cubicBezTo>
                          <a:pt x="12572" y="48792"/>
                          <a:pt x="10218" y="48321"/>
                          <a:pt x="8307" y="47408"/>
                        </a:cubicBezTo>
                        <a:cubicBezTo>
                          <a:pt x="6397" y="46494"/>
                          <a:pt x="4791" y="45192"/>
                          <a:pt x="3572" y="43586"/>
                        </a:cubicBezTo>
                        <a:cubicBezTo>
                          <a:pt x="2326" y="41980"/>
                          <a:pt x="1412" y="40042"/>
                          <a:pt x="858" y="37826"/>
                        </a:cubicBezTo>
                        <a:cubicBezTo>
                          <a:pt x="277" y="35611"/>
                          <a:pt x="0" y="33230"/>
                          <a:pt x="0" y="30710"/>
                        </a:cubicBezTo>
                        <a:cubicBezTo>
                          <a:pt x="0" y="28328"/>
                          <a:pt x="305" y="26002"/>
                          <a:pt x="914" y="23787"/>
                        </a:cubicBezTo>
                        <a:cubicBezTo>
                          <a:pt x="1523" y="21572"/>
                          <a:pt x="2465" y="19633"/>
                          <a:pt x="3683" y="17972"/>
                        </a:cubicBezTo>
                        <a:cubicBezTo>
                          <a:pt x="4929" y="16310"/>
                          <a:pt x="6507" y="14981"/>
                          <a:pt x="8390" y="13984"/>
                        </a:cubicBezTo>
                        <a:cubicBezTo>
                          <a:pt x="10273" y="12987"/>
                          <a:pt x="12516" y="12489"/>
                          <a:pt x="15092" y="12489"/>
                        </a:cubicBezTo>
                        <a:cubicBezTo>
                          <a:pt x="17501" y="12489"/>
                          <a:pt x="19799" y="13043"/>
                          <a:pt x="22015" y="14123"/>
                        </a:cubicBezTo>
                        <a:cubicBezTo>
                          <a:pt x="24230" y="15203"/>
                          <a:pt x="25947" y="16809"/>
                          <a:pt x="27221" y="18941"/>
                        </a:cubicBezTo>
                        <a:lnTo>
                          <a:pt x="27221" y="0"/>
                        </a:lnTo>
                        <a:close/>
                        <a:moveTo>
                          <a:pt x="27221" y="30516"/>
                        </a:moveTo>
                        <a:cubicBezTo>
                          <a:pt x="27221" y="28577"/>
                          <a:pt x="26971" y="26722"/>
                          <a:pt x="26445" y="24978"/>
                        </a:cubicBezTo>
                        <a:cubicBezTo>
                          <a:pt x="25919" y="23233"/>
                          <a:pt x="25171" y="21710"/>
                          <a:pt x="24175" y="20381"/>
                        </a:cubicBezTo>
                        <a:cubicBezTo>
                          <a:pt x="23205" y="19079"/>
                          <a:pt x="21987" y="18027"/>
                          <a:pt x="20575" y="17252"/>
                        </a:cubicBezTo>
                        <a:cubicBezTo>
                          <a:pt x="19162" y="16476"/>
                          <a:pt x="17556" y="16089"/>
                          <a:pt x="15756" y="16089"/>
                        </a:cubicBezTo>
                        <a:cubicBezTo>
                          <a:pt x="13707" y="16089"/>
                          <a:pt x="11935" y="16504"/>
                          <a:pt x="10440" y="17307"/>
                        </a:cubicBezTo>
                        <a:cubicBezTo>
                          <a:pt x="8944" y="18138"/>
                          <a:pt x="7726" y="19246"/>
                          <a:pt x="6784" y="20658"/>
                        </a:cubicBezTo>
                        <a:cubicBezTo>
                          <a:pt x="5815" y="22070"/>
                          <a:pt x="5123" y="23731"/>
                          <a:pt x="4680" y="25614"/>
                        </a:cubicBezTo>
                        <a:cubicBezTo>
                          <a:pt x="4237" y="27497"/>
                          <a:pt x="4071" y="29519"/>
                          <a:pt x="4154" y="31707"/>
                        </a:cubicBezTo>
                        <a:cubicBezTo>
                          <a:pt x="4154" y="33867"/>
                          <a:pt x="4458" y="35805"/>
                          <a:pt x="5040" y="37466"/>
                        </a:cubicBezTo>
                        <a:cubicBezTo>
                          <a:pt x="5621" y="39128"/>
                          <a:pt x="6452" y="40540"/>
                          <a:pt x="7504" y="41676"/>
                        </a:cubicBezTo>
                        <a:cubicBezTo>
                          <a:pt x="8557" y="42811"/>
                          <a:pt x="9775" y="43697"/>
                          <a:pt x="11160" y="44306"/>
                        </a:cubicBezTo>
                        <a:cubicBezTo>
                          <a:pt x="12544" y="44915"/>
                          <a:pt x="14095" y="45192"/>
                          <a:pt x="15756" y="45192"/>
                        </a:cubicBezTo>
                        <a:cubicBezTo>
                          <a:pt x="17584" y="45192"/>
                          <a:pt x="19218" y="44805"/>
                          <a:pt x="20658" y="44057"/>
                        </a:cubicBezTo>
                        <a:cubicBezTo>
                          <a:pt x="22098" y="43309"/>
                          <a:pt x="23288" y="42285"/>
                          <a:pt x="24258" y="40956"/>
                        </a:cubicBezTo>
                        <a:cubicBezTo>
                          <a:pt x="25227" y="39654"/>
                          <a:pt x="25947" y="38103"/>
                          <a:pt x="26445" y="36303"/>
                        </a:cubicBezTo>
                        <a:cubicBezTo>
                          <a:pt x="26944" y="34503"/>
                          <a:pt x="27193" y="32565"/>
                          <a:pt x="27193" y="30488"/>
                        </a:cubicBez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6" name="Freeform 3565">
                    <a:extLst>
                      <a:ext uri="{FF2B5EF4-FFF2-40B4-BE49-F238E27FC236}">
                        <a16:creationId xmlns:a16="http://schemas.microsoft.com/office/drawing/2014/main" id="{0C048D34-2B83-E73B-97CE-28DBC178E018}"/>
                      </a:ext>
                    </a:extLst>
                  </p:cNvPr>
                  <p:cNvSpPr/>
                  <p:nvPr/>
                </p:nvSpPr>
                <p:spPr>
                  <a:xfrm>
                    <a:off x="2806621" y="2907725"/>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3 h 36303"/>
                      <a:gd name="connsiteX5" fmla="*/ 22208 w 30517"/>
                      <a:gd name="connsiteY5" fmla="*/ 30654 h 36303"/>
                      <a:gd name="connsiteX6" fmla="*/ 25864 w 30517"/>
                      <a:gd name="connsiteY6" fmla="*/ 24812 h 36303"/>
                      <a:gd name="connsiteX7" fmla="*/ 30239 w 30517"/>
                      <a:gd name="connsiteY7" fmla="*/ 24812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07 w 30517"/>
                      <a:gd name="connsiteY23" fmla="*/ 15729 h 36303"/>
                      <a:gd name="connsiteX24" fmla="*/ 25614 w 30517"/>
                      <a:gd name="connsiteY24" fmla="*/ 10966 h 36303"/>
                      <a:gd name="connsiteX25" fmla="*/ 23593 w 30517"/>
                      <a:gd name="connsiteY25" fmla="*/ 7117 h 36303"/>
                      <a:gd name="connsiteX26" fmla="*/ 20215 w 30517"/>
                      <a:gd name="connsiteY26" fmla="*/ 4514 h 36303"/>
                      <a:gd name="connsiteX27" fmla="*/ 15563 w 30517"/>
                      <a:gd name="connsiteY27" fmla="*/ 3545 h 36303"/>
                      <a:gd name="connsiteX28" fmla="*/ 10938 w 30517"/>
                      <a:gd name="connsiteY28" fmla="*/ 4541 h 36303"/>
                      <a:gd name="connsiteX29" fmla="*/ 7532 w 30517"/>
                      <a:gd name="connsiteY29" fmla="*/ 7200 h 36303"/>
                      <a:gd name="connsiteX30" fmla="*/ 5261 w 30517"/>
                      <a:gd name="connsiteY30" fmla="*/ 11049 h 36303"/>
                      <a:gd name="connsiteX31" fmla="*/ 4154 w 30517"/>
                      <a:gd name="connsiteY31" fmla="*/ 15701 h 36303"/>
                      <a:gd name="connsiteX32" fmla="*/ 26279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43"/>
                          <a:pt x="13707" y="32703"/>
                          <a:pt x="15590" y="32703"/>
                        </a:cubicBezTo>
                        <a:cubicBezTo>
                          <a:pt x="18166" y="32703"/>
                          <a:pt x="20381" y="32011"/>
                          <a:pt x="22208" y="30654"/>
                        </a:cubicBezTo>
                        <a:cubicBezTo>
                          <a:pt x="24036" y="29270"/>
                          <a:pt x="25254" y="27331"/>
                          <a:pt x="25864" y="24812"/>
                        </a:cubicBezTo>
                        <a:lnTo>
                          <a:pt x="30239" y="24812"/>
                        </a:lnTo>
                        <a:cubicBezTo>
                          <a:pt x="29768" y="26445"/>
                          <a:pt x="29131" y="27968"/>
                          <a:pt x="28328" y="29353"/>
                        </a:cubicBezTo>
                        <a:cubicBezTo>
                          <a:pt x="27525" y="30737"/>
                          <a:pt x="26556" y="31956"/>
                          <a:pt x="25393" y="33008"/>
                        </a:cubicBezTo>
                        <a:cubicBezTo>
                          <a:pt x="24202" y="34060"/>
                          <a:pt x="22818" y="34863"/>
                          <a:pt x="21212" y="35445"/>
                        </a:cubicBezTo>
                        <a:cubicBezTo>
                          <a:pt x="19605" y="36026"/>
                          <a:pt x="17722" y="36303"/>
                          <a:pt x="15590" y="36303"/>
                        </a:cubicBezTo>
                        <a:cubicBezTo>
                          <a:pt x="12876" y="36303"/>
                          <a:pt x="10550" y="35833"/>
                          <a:pt x="8584" y="34919"/>
                        </a:cubicBezTo>
                        <a:cubicBezTo>
                          <a:pt x="6618" y="33977"/>
                          <a:pt x="5012" y="32703"/>
                          <a:pt x="3738" y="31097"/>
                        </a:cubicBezTo>
                        <a:cubicBezTo>
                          <a:pt x="2464" y="29491"/>
                          <a:pt x="1523" y="27581"/>
                          <a:pt x="914" y="25393"/>
                        </a:cubicBezTo>
                        <a:cubicBezTo>
                          <a:pt x="305" y="23205"/>
                          <a:pt x="0" y="20852"/>
                          <a:pt x="0" y="18304"/>
                        </a:cubicBezTo>
                        <a:cubicBezTo>
                          <a:pt x="0" y="15756"/>
                          <a:pt x="360" y="13403"/>
                          <a:pt x="1080" y="11187"/>
                        </a:cubicBezTo>
                        <a:cubicBezTo>
                          <a:pt x="1800" y="8972"/>
                          <a:pt x="2824" y="7034"/>
                          <a:pt x="4154" y="5372"/>
                        </a:cubicBezTo>
                        <a:cubicBezTo>
                          <a:pt x="5483" y="3711"/>
                          <a:pt x="7117" y="2409"/>
                          <a:pt x="9027" y="1440"/>
                        </a:cubicBezTo>
                        <a:cubicBezTo>
                          <a:pt x="10938" y="498"/>
                          <a:pt x="13126" y="0"/>
                          <a:pt x="15590" y="0"/>
                        </a:cubicBezTo>
                        <a:cubicBezTo>
                          <a:pt x="20270" y="0"/>
                          <a:pt x="23925" y="1634"/>
                          <a:pt x="26584" y="4874"/>
                        </a:cubicBezTo>
                        <a:cubicBezTo>
                          <a:pt x="29242" y="8141"/>
                          <a:pt x="30571" y="12849"/>
                          <a:pt x="30516" y="19052"/>
                        </a:cubicBezTo>
                        <a:lnTo>
                          <a:pt x="4181" y="19052"/>
                        </a:lnTo>
                        <a:close/>
                        <a:moveTo>
                          <a:pt x="26307" y="15729"/>
                        </a:moveTo>
                        <a:cubicBezTo>
                          <a:pt x="26307" y="14040"/>
                          <a:pt x="26085" y="12461"/>
                          <a:pt x="25614" y="10966"/>
                        </a:cubicBezTo>
                        <a:cubicBezTo>
                          <a:pt x="25144" y="9470"/>
                          <a:pt x="24479" y="8197"/>
                          <a:pt x="23593" y="7117"/>
                        </a:cubicBezTo>
                        <a:cubicBezTo>
                          <a:pt x="22707" y="6037"/>
                          <a:pt x="21572" y="5178"/>
                          <a:pt x="20215" y="4514"/>
                        </a:cubicBezTo>
                        <a:cubicBezTo>
                          <a:pt x="18858" y="3877"/>
                          <a:pt x="17307" y="3545"/>
                          <a:pt x="15563" y="3545"/>
                        </a:cubicBezTo>
                        <a:cubicBezTo>
                          <a:pt x="13818" y="3545"/>
                          <a:pt x="12267" y="3877"/>
                          <a:pt x="10938" y="4541"/>
                        </a:cubicBezTo>
                        <a:cubicBezTo>
                          <a:pt x="9609" y="5206"/>
                          <a:pt x="8474" y="6092"/>
                          <a:pt x="7532" y="7200"/>
                        </a:cubicBezTo>
                        <a:cubicBezTo>
                          <a:pt x="6591" y="8307"/>
                          <a:pt x="5843" y="9581"/>
                          <a:pt x="5261" y="11049"/>
                        </a:cubicBezTo>
                        <a:cubicBezTo>
                          <a:pt x="4680" y="12517"/>
                          <a:pt x="4320" y="14067"/>
                          <a:pt x="4154" y="15701"/>
                        </a:cubicBezTo>
                        <a:lnTo>
                          <a:pt x="26279" y="15701"/>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7" name="Freeform 3566">
                    <a:extLst>
                      <a:ext uri="{FF2B5EF4-FFF2-40B4-BE49-F238E27FC236}">
                        <a16:creationId xmlns:a16="http://schemas.microsoft.com/office/drawing/2014/main" id="{41D5B19B-B535-6DF6-6370-CC10A955CAA0}"/>
                      </a:ext>
                    </a:extLst>
                  </p:cNvPr>
                  <p:cNvSpPr/>
                  <p:nvPr/>
                </p:nvSpPr>
                <p:spPr>
                  <a:xfrm>
                    <a:off x="2843755" y="2895209"/>
                    <a:ext cx="31152" cy="48792"/>
                  </a:xfrm>
                  <a:custGeom>
                    <a:avLst/>
                    <a:gdLst>
                      <a:gd name="connsiteX0" fmla="*/ 27221 w 31152"/>
                      <a:gd name="connsiteY0" fmla="*/ 0 h 48792"/>
                      <a:gd name="connsiteX1" fmla="*/ 31153 w 31152"/>
                      <a:gd name="connsiteY1" fmla="*/ 0 h 48792"/>
                      <a:gd name="connsiteX2" fmla="*/ 31153 w 31152"/>
                      <a:gd name="connsiteY2" fmla="*/ 47851 h 48792"/>
                      <a:gd name="connsiteX3" fmla="*/ 27221 w 31152"/>
                      <a:gd name="connsiteY3" fmla="*/ 47851 h 48792"/>
                      <a:gd name="connsiteX4" fmla="*/ 27221 w 31152"/>
                      <a:gd name="connsiteY4" fmla="*/ 41814 h 48792"/>
                      <a:gd name="connsiteX5" fmla="*/ 27082 w 31152"/>
                      <a:gd name="connsiteY5" fmla="*/ 41814 h 48792"/>
                      <a:gd name="connsiteX6" fmla="*/ 24894 w 31152"/>
                      <a:gd name="connsiteY6" fmla="*/ 44832 h 48792"/>
                      <a:gd name="connsiteX7" fmla="*/ 21959 w 31152"/>
                      <a:gd name="connsiteY7" fmla="*/ 46992 h 48792"/>
                      <a:gd name="connsiteX8" fmla="*/ 18664 w 31152"/>
                      <a:gd name="connsiteY8" fmla="*/ 48321 h 48792"/>
                      <a:gd name="connsiteX9" fmla="*/ 15313 w 31152"/>
                      <a:gd name="connsiteY9" fmla="*/ 48792 h 48792"/>
                      <a:gd name="connsiteX10" fmla="*/ 8307 w 31152"/>
                      <a:gd name="connsiteY10" fmla="*/ 47408 h 48792"/>
                      <a:gd name="connsiteX11" fmla="*/ 3572 w 31152"/>
                      <a:gd name="connsiteY11" fmla="*/ 43586 h 48792"/>
                      <a:gd name="connsiteX12" fmla="*/ 858 w 31152"/>
                      <a:gd name="connsiteY12" fmla="*/ 37826 h 48792"/>
                      <a:gd name="connsiteX13" fmla="*/ 0 w 31152"/>
                      <a:gd name="connsiteY13" fmla="*/ 30710 h 48792"/>
                      <a:gd name="connsiteX14" fmla="*/ 914 w 31152"/>
                      <a:gd name="connsiteY14" fmla="*/ 23787 h 48792"/>
                      <a:gd name="connsiteX15" fmla="*/ 3683 w 31152"/>
                      <a:gd name="connsiteY15" fmla="*/ 17972 h 48792"/>
                      <a:gd name="connsiteX16" fmla="*/ 8390 w 31152"/>
                      <a:gd name="connsiteY16" fmla="*/ 13984 h 48792"/>
                      <a:gd name="connsiteX17" fmla="*/ 15092 w 31152"/>
                      <a:gd name="connsiteY17" fmla="*/ 12489 h 48792"/>
                      <a:gd name="connsiteX18" fmla="*/ 22015 w 31152"/>
                      <a:gd name="connsiteY18" fmla="*/ 14123 h 48792"/>
                      <a:gd name="connsiteX19" fmla="*/ 27221 w 31152"/>
                      <a:gd name="connsiteY19" fmla="*/ 18941 h 48792"/>
                      <a:gd name="connsiteX20" fmla="*/ 27221 w 31152"/>
                      <a:gd name="connsiteY20" fmla="*/ 0 h 48792"/>
                      <a:gd name="connsiteX21" fmla="*/ 27221 w 31152"/>
                      <a:gd name="connsiteY21" fmla="*/ 30516 h 48792"/>
                      <a:gd name="connsiteX22" fmla="*/ 26445 w 31152"/>
                      <a:gd name="connsiteY22" fmla="*/ 24978 h 48792"/>
                      <a:gd name="connsiteX23" fmla="*/ 24174 w 31152"/>
                      <a:gd name="connsiteY23" fmla="*/ 20381 h 48792"/>
                      <a:gd name="connsiteX24" fmla="*/ 20575 w 31152"/>
                      <a:gd name="connsiteY24" fmla="*/ 17252 h 48792"/>
                      <a:gd name="connsiteX25" fmla="*/ 15756 w 31152"/>
                      <a:gd name="connsiteY25" fmla="*/ 16089 h 48792"/>
                      <a:gd name="connsiteX26" fmla="*/ 10440 w 31152"/>
                      <a:gd name="connsiteY26" fmla="*/ 17307 h 48792"/>
                      <a:gd name="connsiteX27" fmla="*/ 6784 w 31152"/>
                      <a:gd name="connsiteY27" fmla="*/ 20658 h 48792"/>
                      <a:gd name="connsiteX28" fmla="*/ 4680 w 31152"/>
                      <a:gd name="connsiteY28" fmla="*/ 25614 h 48792"/>
                      <a:gd name="connsiteX29" fmla="*/ 4154 w 31152"/>
                      <a:gd name="connsiteY29" fmla="*/ 31707 h 48792"/>
                      <a:gd name="connsiteX30" fmla="*/ 5040 w 31152"/>
                      <a:gd name="connsiteY30" fmla="*/ 37466 h 48792"/>
                      <a:gd name="connsiteX31" fmla="*/ 7504 w 31152"/>
                      <a:gd name="connsiteY31" fmla="*/ 41676 h 48792"/>
                      <a:gd name="connsiteX32" fmla="*/ 11160 w 31152"/>
                      <a:gd name="connsiteY32" fmla="*/ 44306 h 48792"/>
                      <a:gd name="connsiteX33" fmla="*/ 15756 w 31152"/>
                      <a:gd name="connsiteY33" fmla="*/ 45192 h 48792"/>
                      <a:gd name="connsiteX34" fmla="*/ 20658 w 31152"/>
                      <a:gd name="connsiteY34" fmla="*/ 44057 h 48792"/>
                      <a:gd name="connsiteX35" fmla="*/ 24258 w 31152"/>
                      <a:gd name="connsiteY35" fmla="*/ 40956 h 48792"/>
                      <a:gd name="connsiteX36" fmla="*/ 26445 w 31152"/>
                      <a:gd name="connsiteY36" fmla="*/ 36303 h 48792"/>
                      <a:gd name="connsiteX37" fmla="*/ 27193 w 31152"/>
                      <a:gd name="connsiteY37" fmla="*/ 30488 h 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792">
                        <a:moveTo>
                          <a:pt x="27221" y="0"/>
                        </a:moveTo>
                        <a:lnTo>
                          <a:pt x="31153" y="0"/>
                        </a:lnTo>
                        <a:lnTo>
                          <a:pt x="31153" y="47851"/>
                        </a:lnTo>
                        <a:lnTo>
                          <a:pt x="27221" y="47851"/>
                        </a:lnTo>
                        <a:lnTo>
                          <a:pt x="27221" y="41814"/>
                        </a:lnTo>
                        <a:lnTo>
                          <a:pt x="27082" y="41814"/>
                        </a:lnTo>
                        <a:cubicBezTo>
                          <a:pt x="26501" y="42977"/>
                          <a:pt x="25781" y="43974"/>
                          <a:pt x="24894" y="44832"/>
                        </a:cubicBezTo>
                        <a:cubicBezTo>
                          <a:pt x="24008" y="45691"/>
                          <a:pt x="23011" y="46411"/>
                          <a:pt x="21959" y="46992"/>
                        </a:cubicBezTo>
                        <a:cubicBezTo>
                          <a:pt x="20879" y="47574"/>
                          <a:pt x="19799" y="48017"/>
                          <a:pt x="18664" y="48321"/>
                        </a:cubicBezTo>
                        <a:cubicBezTo>
                          <a:pt x="17529" y="48626"/>
                          <a:pt x="16421" y="48792"/>
                          <a:pt x="15313" y="48792"/>
                        </a:cubicBezTo>
                        <a:cubicBezTo>
                          <a:pt x="12572" y="48792"/>
                          <a:pt x="10218" y="48321"/>
                          <a:pt x="8307" y="47408"/>
                        </a:cubicBezTo>
                        <a:cubicBezTo>
                          <a:pt x="6397" y="46494"/>
                          <a:pt x="4791" y="45192"/>
                          <a:pt x="3572" y="43586"/>
                        </a:cubicBezTo>
                        <a:cubicBezTo>
                          <a:pt x="2326" y="41980"/>
                          <a:pt x="1412" y="40042"/>
                          <a:pt x="858" y="37826"/>
                        </a:cubicBezTo>
                        <a:cubicBezTo>
                          <a:pt x="277" y="35611"/>
                          <a:pt x="0" y="33230"/>
                          <a:pt x="0" y="30710"/>
                        </a:cubicBezTo>
                        <a:cubicBezTo>
                          <a:pt x="0" y="28328"/>
                          <a:pt x="305" y="26002"/>
                          <a:pt x="914" y="23787"/>
                        </a:cubicBezTo>
                        <a:cubicBezTo>
                          <a:pt x="1523" y="21572"/>
                          <a:pt x="2464" y="19633"/>
                          <a:pt x="3683" y="17972"/>
                        </a:cubicBezTo>
                        <a:cubicBezTo>
                          <a:pt x="4929" y="16310"/>
                          <a:pt x="6507" y="14981"/>
                          <a:pt x="8390" y="13984"/>
                        </a:cubicBezTo>
                        <a:cubicBezTo>
                          <a:pt x="10273" y="12987"/>
                          <a:pt x="12516" y="12489"/>
                          <a:pt x="15092" y="12489"/>
                        </a:cubicBezTo>
                        <a:cubicBezTo>
                          <a:pt x="17501" y="12489"/>
                          <a:pt x="19799" y="13043"/>
                          <a:pt x="22015" y="14123"/>
                        </a:cubicBezTo>
                        <a:cubicBezTo>
                          <a:pt x="24230" y="15203"/>
                          <a:pt x="25947" y="16809"/>
                          <a:pt x="27221" y="18941"/>
                        </a:cubicBezTo>
                        <a:lnTo>
                          <a:pt x="27221" y="0"/>
                        </a:lnTo>
                        <a:close/>
                        <a:moveTo>
                          <a:pt x="27221" y="30516"/>
                        </a:moveTo>
                        <a:cubicBezTo>
                          <a:pt x="27221" y="28577"/>
                          <a:pt x="26971" y="26722"/>
                          <a:pt x="26445" y="24978"/>
                        </a:cubicBezTo>
                        <a:cubicBezTo>
                          <a:pt x="25919" y="23233"/>
                          <a:pt x="25171" y="21710"/>
                          <a:pt x="24174" y="20381"/>
                        </a:cubicBezTo>
                        <a:cubicBezTo>
                          <a:pt x="23205" y="19079"/>
                          <a:pt x="21987" y="18027"/>
                          <a:pt x="20575" y="17252"/>
                        </a:cubicBezTo>
                        <a:cubicBezTo>
                          <a:pt x="19162" y="16476"/>
                          <a:pt x="17556" y="16089"/>
                          <a:pt x="15756" y="16089"/>
                        </a:cubicBezTo>
                        <a:cubicBezTo>
                          <a:pt x="13707" y="16089"/>
                          <a:pt x="11935" y="16504"/>
                          <a:pt x="10440" y="17307"/>
                        </a:cubicBezTo>
                        <a:cubicBezTo>
                          <a:pt x="8944" y="18138"/>
                          <a:pt x="7726" y="19246"/>
                          <a:pt x="6784" y="20658"/>
                        </a:cubicBezTo>
                        <a:cubicBezTo>
                          <a:pt x="5815" y="22070"/>
                          <a:pt x="5123" y="23731"/>
                          <a:pt x="4680" y="25614"/>
                        </a:cubicBezTo>
                        <a:cubicBezTo>
                          <a:pt x="4237" y="27497"/>
                          <a:pt x="4071" y="29519"/>
                          <a:pt x="4154" y="31707"/>
                        </a:cubicBezTo>
                        <a:cubicBezTo>
                          <a:pt x="4154" y="33867"/>
                          <a:pt x="4458" y="35805"/>
                          <a:pt x="5040" y="37466"/>
                        </a:cubicBezTo>
                        <a:cubicBezTo>
                          <a:pt x="5621" y="39128"/>
                          <a:pt x="6452" y="40540"/>
                          <a:pt x="7504" y="41676"/>
                        </a:cubicBezTo>
                        <a:cubicBezTo>
                          <a:pt x="8557" y="42811"/>
                          <a:pt x="9775" y="43697"/>
                          <a:pt x="11160" y="44306"/>
                        </a:cubicBezTo>
                        <a:cubicBezTo>
                          <a:pt x="12544" y="44915"/>
                          <a:pt x="14095" y="45192"/>
                          <a:pt x="15756" y="45192"/>
                        </a:cubicBezTo>
                        <a:cubicBezTo>
                          <a:pt x="17584" y="45192"/>
                          <a:pt x="19218" y="44805"/>
                          <a:pt x="20658" y="44057"/>
                        </a:cubicBezTo>
                        <a:cubicBezTo>
                          <a:pt x="22098" y="43309"/>
                          <a:pt x="23288" y="42285"/>
                          <a:pt x="24258" y="40956"/>
                        </a:cubicBezTo>
                        <a:cubicBezTo>
                          <a:pt x="25227" y="39654"/>
                          <a:pt x="25947" y="38103"/>
                          <a:pt x="26445" y="36303"/>
                        </a:cubicBezTo>
                        <a:cubicBezTo>
                          <a:pt x="26944" y="34503"/>
                          <a:pt x="27193" y="32565"/>
                          <a:pt x="27193" y="30488"/>
                        </a:cubicBez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8" name="Freeform 3567">
                    <a:extLst>
                      <a:ext uri="{FF2B5EF4-FFF2-40B4-BE49-F238E27FC236}">
                        <a16:creationId xmlns:a16="http://schemas.microsoft.com/office/drawing/2014/main" id="{CC320E14-7F23-A861-54FC-DE0A83F1FCDD}"/>
                      </a:ext>
                    </a:extLst>
                  </p:cNvPr>
                  <p:cNvSpPr/>
                  <p:nvPr/>
                </p:nvSpPr>
                <p:spPr>
                  <a:xfrm>
                    <a:off x="2903402" y="2895209"/>
                    <a:ext cx="4319" cy="47850"/>
                  </a:xfrm>
                  <a:custGeom>
                    <a:avLst/>
                    <a:gdLst>
                      <a:gd name="connsiteX0" fmla="*/ 0 w 4319"/>
                      <a:gd name="connsiteY0" fmla="*/ 5926 h 47850"/>
                      <a:gd name="connsiteX1" fmla="*/ 0 w 4319"/>
                      <a:gd name="connsiteY1" fmla="*/ 0 h 47850"/>
                      <a:gd name="connsiteX2" fmla="*/ 4320 w 4319"/>
                      <a:gd name="connsiteY2" fmla="*/ 0 h 47850"/>
                      <a:gd name="connsiteX3" fmla="*/ 4320 w 4319"/>
                      <a:gd name="connsiteY3" fmla="*/ 5926 h 47850"/>
                      <a:gd name="connsiteX4" fmla="*/ 0 w 4319"/>
                      <a:gd name="connsiteY4" fmla="*/ 5926 h 47850"/>
                      <a:gd name="connsiteX5" fmla="*/ 194 w 4319"/>
                      <a:gd name="connsiteY5" fmla="*/ 47851 h 47850"/>
                      <a:gd name="connsiteX6" fmla="*/ 194 w 4319"/>
                      <a:gd name="connsiteY6" fmla="*/ 13430 h 47850"/>
                      <a:gd name="connsiteX7" fmla="*/ 4126 w 4319"/>
                      <a:gd name="connsiteY7" fmla="*/ 13430 h 47850"/>
                      <a:gd name="connsiteX8" fmla="*/ 4126 w 4319"/>
                      <a:gd name="connsiteY8" fmla="*/ 47851 h 47850"/>
                      <a:gd name="connsiteX9" fmla="*/ 194 w 4319"/>
                      <a:gd name="connsiteY9" fmla="*/ 4785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50">
                        <a:moveTo>
                          <a:pt x="0" y="5926"/>
                        </a:moveTo>
                        <a:lnTo>
                          <a:pt x="0" y="0"/>
                        </a:lnTo>
                        <a:lnTo>
                          <a:pt x="4320" y="0"/>
                        </a:lnTo>
                        <a:lnTo>
                          <a:pt x="4320" y="5926"/>
                        </a:lnTo>
                        <a:lnTo>
                          <a:pt x="0" y="5926"/>
                        </a:lnTo>
                        <a:close/>
                        <a:moveTo>
                          <a:pt x="194" y="47851"/>
                        </a:moveTo>
                        <a:lnTo>
                          <a:pt x="194" y="13430"/>
                        </a:lnTo>
                        <a:lnTo>
                          <a:pt x="4126" y="13430"/>
                        </a:lnTo>
                        <a:lnTo>
                          <a:pt x="4126" y="47851"/>
                        </a:lnTo>
                        <a:lnTo>
                          <a:pt x="194" y="47851"/>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69" name="Freeform 3568">
                    <a:extLst>
                      <a:ext uri="{FF2B5EF4-FFF2-40B4-BE49-F238E27FC236}">
                        <a16:creationId xmlns:a16="http://schemas.microsoft.com/office/drawing/2014/main" id="{DD46DDA8-80B0-BA5B-D5C5-BFDAC584CB1F}"/>
                      </a:ext>
                    </a:extLst>
                  </p:cNvPr>
                  <p:cNvSpPr/>
                  <p:nvPr/>
                </p:nvSpPr>
                <p:spPr>
                  <a:xfrm>
                    <a:off x="2917553" y="2907698"/>
                    <a:ext cx="26915" cy="35389"/>
                  </a:xfrm>
                  <a:custGeom>
                    <a:avLst/>
                    <a:gdLst>
                      <a:gd name="connsiteX0" fmla="*/ 3932 w 26915"/>
                      <a:gd name="connsiteY0" fmla="*/ 35362 h 35389"/>
                      <a:gd name="connsiteX1" fmla="*/ 0 w 26915"/>
                      <a:gd name="connsiteY1" fmla="*/ 35362 h 35389"/>
                      <a:gd name="connsiteX2" fmla="*/ 0 w 26915"/>
                      <a:gd name="connsiteY2" fmla="*/ 942 h 35389"/>
                      <a:gd name="connsiteX3" fmla="*/ 3932 w 26915"/>
                      <a:gd name="connsiteY3" fmla="*/ 942 h 35389"/>
                      <a:gd name="connsiteX4" fmla="*/ 3932 w 26915"/>
                      <a:gd name="connsiteY4" fmla="*/ 5732 h 35389"/>
                      <a:gd name="connsiteX5" fmla="*/ 8806 w 26915"/>
                      <a:gd name="connsiteY5" fmla="*/ 1606 h 35389"/>
                      <a:gd name="connsiteX6" fmla="*/ 14870 w 26915"/>
                      <a:gd name="connsiteY6" fmla="*/ 0 h 35389"/>
                      <a:gd name="connsiteX7" fmla="*/ 20713 w 26915"/>
                      <a:gd name="connsiteY7" fmla="*/ 1108 h 35389"/>
                      <a:gd name="connsiteX8" fmla="*/ 25227 w 26915"/>
                      <a:gd name="connsiteY8" fmla="*/ 4929 h 35389"/>
                      <a:gd name="connsiteX9" fmla="*/ 26694 w 26915"/>
                      <a:gd name="connsiteY9" fmla="*/ 8751 h 35389"/>
                      <a:gd name="connsiteX10" fmla="*/ 26916 w 26915"/>
                      <a:gd name="connsiteY10" fmla="*/ 12849 h 35389"/>
                      <a:gd name="connsiteX11" fmla="*/ 26916 w 26915"/>
                      <a:gd name="connsiteY11" fmla="*/ 35390 h 35389"/>
                      <a:gd name="connsiteX12" fmla="*/ 22984 w 26915"/>
                      <a:gd name="connsiteY12" fmla="*/ 35390 h 35389"/>
                      <a:gd name="connsiteX13" fmla="*/ 22984 w 26915"/>
                      <a:gd name="connsiteY13" fmla="*/ 12932 h 35389"/>
                      <a:gd name="connsiteX14" fmla="*/ 20962 w 26915"/>
                      <a:gd name="connsiteY14" fmla="*/ 5954 h 35389"/>
                      <a:gd name="connsiteX15" fmla="*/ 14206 w 26915"/>
                      <a:gd name="connsiteY15" fmla="*/ 3628 h 35389"/>
                      <a:gd name="connsiteX16" fmla="*/ 10855 w 26915"/>
                      <a:gd name="connsiteY16" fmla="*/ 4181 h 35389"/>
                      <a:gd name="connsiteX17" fmla="*/ 8141 w 26915"/>
                      <a:gd name="connsiteY17" fmla="*/ 5677 h 35389"/>
                      <a:gd name="connsiteX18" fmla="*/ 6092 w 26915"/>
                      <a:gd name="connsiteY18" fmla="*/ 7809 h 35389"/>
                      <a:gd name="connsiteX19" fmla="*/ 4791 w 26915"/>
                      <a:gd name="connsiteY19" fmla="*/ 10329 h 35389"/>
                      <a:gd name="connsiteX20" fmla="*/ 4071 w 26915"/>
                      <a:gd name="connsiteY20" fmla="*/ 13513 h 35389"/>
                      <a:gd name="connsiteX21" fmla="*/ 3932 w 26915"/>
                      <a:gd name="connsiteY21" fmla="*/ 16836 h 35389"/>
                      <a:gd name="connsiteX22" fmla="*/ 3932 w 26915"/>
                      <a:gd name="connsiteY22" fmla="*/ 35390 h 3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15" h="35389">
                        <a:moveTo>
                          <a:pt x="3932" y="35362"/>
                        </a:moveTo>
                        <a:lnTo>
                          <a:pt x="0" y="35362"/>
                        </a:lnTo>
                        <a:lnTo>
                          <a:pt x="0" y="942"/>
                        </a:lnTo>
                        <a:lnTo>
                          <a:pt x="3932" y="942"/>
                        </a:lnTo>
                        <a:lnTo>
                          <a:pt x="3932" y="5732"/>
                        </a:lnTo>
                        <a:cubicBezTo>
                          <a:pt x="5511" y="4043"/>
                          <a:pt x="7117" y="2686"/>
                          <a:pt x="8806" y="1606"/>
                        </a:cubicBezTo>
                        <a:cubicBezTo>
                          <a:pt x="10495" y="554"/>
                          <a:pt x="12517" y="0"/>
                          <a:pt x="14870" y="0"/>
                        </a:cubicBezTo>
                        <a:cubicBezTo>
                          <a:pt x="16975" y="0"/>
                          <a:pt x="18913" y="360"/>
                          <a:pt x="20713" y="1108"/>
                        </a:cubicBezTo>
                        <a:cubicBezTo>
                          <a:pt x="22513" y="1828"/>
                          <a:pt x="24008" y="3101"/>
                          <a:pt x="25227" y="4929"/>
                        </a:cubicBezTo>
                        <a:cubicBezTo>
                          <a:pt x="26057" y="6175"/>
                          <a:pt x="26556" y="7449"/>
                          <a:pt x="26694" y="8751"/>
                        </a:cubicBezTo>
                        <a:cubicBezTo>
                          <a:pt x="26861" y="10052"/>
                          <a:pt x="26916" y="11409"/>
                          <a:pt x="26916" y="12849"/>
                        </a:cubicBezTo>
                        <a:lnTo>
                          <a:pt x="26916" y="35390"/>
                        </a:lnTo>
                        <a:lnTo>
                          <a:pt x="22984" y="35390"/>
                        </a:lnTo>
                        <a:lnTo>
                          <a:pt x="22984" y="12932"/>
                        </a:lnTo>
                        <a:cubicBezTo>
                          <a:pt x="22984" y="9830"/>
                          <a:pt x="22319" y="7504"/>
                          <a:pt x="20962" y="5954"/>
                        </a:cubicBezTo>
                        <a:cubicBezTo>
                          <a:pt x="19606" y="4403"/>
                          <a:pt x="17363" y="3628"/>
                          <a:pt x="14206" y="3628"/>
                        </a:cubicBezTo>
                        <a:cubicBezTo>
                          <a:pt x="12987" y="3628"/>
                          <a:pt x="11880" y="3821"/>
                          <a:pt x="10855" y="4181"/>
                        </a:cubicBezTo>
                        <a:cubicBezTo>
                          <a:pt x="9858" y="4569"/>
                          <a:pt x="8944" y="5068"/>
                          <a:pt x="8141" y="5677"/>
                        </a:cubicBezTo>
                        <a:cubicBezTo>
                          <a:pt x="7338" y="6286"/>
                          <a:pt x="6646" y="7006"/>
                          <a:pt x="6092" y="7809"/>
                        </a:cubicBezTo>
                        <a:cubicBezTo>
                          <a:pt x="5511" y="8612"/>
                          <a:pt x="5095" y="9443"/>
                          <a:pt x="4791" y="10329"/>
                        </a:cubicBezTo>
                        <a:cubicBezTo>
                          <a:pt x="4403" y="11437"/>
                          <a:pt x="4154" y="12489"/>
                          <a:pt x="4071" y="13513"/>
                        </a:cubicBezTo>
                        <a:cubicBezTo>
                          <a:pt x="3988" y="14538"/>
                          <a:pt x="3932" y="15646"/>
                          <a:pt x="3932" y="16836"/>
                        </a:cubicBezTo>
                        <a:lnTo>
                          <a:pt x="3932" y="35390"/>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0" name="Freeform 3569">
                    <a:extLst>
                      <a:ext uri="{FF2B5EF4-FFF2-40B4-BE49-F238E27FC236}">
                        <a16:creationId xmlns:a16="http://schemas.microsoft.com/office/drawing/2014/main" id="{300434AB-60D4-8D06-0C2A-02F3164A529A}"/>
                      </a:ext>
                    </a:extLst>
                  </p:cNvPr>
                  <p:cNvSpPr/>
                  <p:nvPr/>
                </p:nvSpPr>
                <p:spPr>
                  <a:xfrm>
                    <a:off x="2970526" y="2907698"/>
                    <a:ext cx="30183" cy="36275"/>
                  </a:xfrm>
                  <a:custGeom>
                    <a:avLst/>
                    <a:gdLst>
                      <a:gd name="connsiteX0" fmla="*/ 25697 w 30183"/>
                      <a:gd name="connsiteY0" fmla="*/ 11769 h 36275"/>
                      <a:gd name="connsiteX1" fmla="*/ 22098 w 30183"/>
                      <a:gd name="connsiteY1" fmla="*/ 5760 h 36275"/>
                      <a:gd name="connsiteX2" fmla="*/ 15618 w 30183"/>
                      <a:gd name="connsiteY2" fmla="*/ 3600 h 36275"/>
                      <a:gd name="connsiteX3" fmla="*/ 10440 w 30183"/>
                      <a:gd name="connsiteY3" fmla="*/ 4874 h 36275"/>
                      <a:gd name="connsiteX4" fmla="*/ 6895 w 30183"/>
                      <a:gd name="connsiteY4" fmla="*/ 8224 h 36275"/>
                      <a:gd name="connsiteX5" fmla="*/ 4874 w 30183"/>
                      <a:gd name="connsiteY5" fmla="*/ 12932 h 36275"/>
                      <a:gd name="connsiteX6" fmla="*/ 4209 w 30183"/>
                      <a:gd name="connsiteY6" fmla="*/ 18221 h 36275"/>
                      <a:gd name="connsiteX7" fmla="*/ 4818 w 30183"/>
                      <a:gd name="connsiteY7" fmla="*/ 23538 h 36275"/>
                      <a:gd name="connsiteX8" fmla="*/ 6812 w 30183"/>
                      <a:gd name="connsiteY8" fmla="*/ 28190 h 36275"/>
                      <a:gd name="connsiteX9" fmla="*/ 10357 w 30183"/>
                      <a:gd name="connsiteY9" fmla="*/ 31485 h 36275"/>
                      <a:gd name="connsiteX10" fmla="*/ 15590 w 30183"/>
                      <a:gd name="connsiteY10" fmla="*/ 32703 h 36275"/>
                      <a:gd name="connsiteX11" fmla="*/ 22624 w 30183"/>
                      <a:gd name="connsiteY11" fmla="*/ 30239 h 36275"/>
                      <a:gd name="connsiteX12" fmla="*/ 26002 w 30183"/>
                      <a:gd name="connsiteY12" fmla="*/ 23455 h 36275"/>
                      <a:gd name="connsiteX13" fmla="*/ 30184 w 30183"/>
                      <a:gd name="connsiteY13" fmla="*/ 23455 h 36275"/>
                      <a:gd name="connsiteX14" fmla="*/ 28522 w 30183"/>
                      <a:gd name="connsiteY14" fmla="*/ 28661 h 36275"/>
                      <a:gd name="connsiteX15" fmla="*/ 25587 w 30183"/>
                      <a:gd name="connsiteY15" fmla="*/ 32703 h 36275"/>
                      <a:gd name="connsiteX16" fmla="*/ 21295 w 30183"/>
                      <a:gd name="connsiteY16" fmla="*/ 35334 h 36275"/>
                      <a:gd name="connsiteX17" fmla="*/ 15590 w 30183"/>
                      <a:gd name="connsiteY17" fmla="*/ 36276 h 36275"/>
                      <a:gd name="connsiteX18" fmla="*/ 8584 w 30183"/>
                      <a:gd name="connsiteY18" fmla="*/ 34891 h 36275"/>
                      <a:gd name="connsiteX19" fmla="*/ 3738 w 30183"/>
                      <a:gd name="connsiteY19" fmla="*/ 31070 h 36275"/>
                      <a:gd name="connsiteX20" fmla="*/ 914 w 30183"/>
                      <a:gd name="connsiteY20" fmla="*/ 25310 h 36275"/>
                      <a:gd name="connsiteX21" fmla="*/ 0 w 30183"/>
                      <a:gd name="connsiteY21" fmla="*/ 18193 h 36275"/>
                      <a:gd name="connsiteX22" fmla="*/ 1025 w 30183"/>
                      <a:gd name="connsiteY22" fmla="*/ 11326 h 36275"/>
                      <a:gd name="connsiteX23" fmla="*/ 4015 w 30183"/>
                      <a:gd name="connsiteY23" fmla="*/ 5511 h 36275"/>
                      <a:gd name="connsiteX24" fmla="*/ 8889 w 30183"/>
                      <a:gd name="connsiteY24" fmla="*/ 1495 h 36275"/>
                      <a:gd name="connsiteX25" fmla="*/ 15590 w 30183"/>
                      <a:gd name="connsiteY25" fmla="*/ 0 h 36275"/>
                      <a:gd name="connsiteX26" fmla="*/ 25116 w 30183"/>
                      <a:gd name="connsiteY26" fmla="*/ 2852 h 36275"/>
                      <a:gd name="connsiteX27" fmla="*/ 29657 w 30183"/>
                      <a:gd name="connsiteY27" fmla="*/ 11769 h 36275"/>
                      <a:gd name="connsiteX28" fmla="*/ 25670 w 30183"/>
                      <a:gd name="connsiteY28" fmla="*/ 11769 h 3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183" h="36275">
                        <a:moveTo>
                          <a:pt x="25697" y="11769"/>
                        </a:moveTo>
                        <a:cubicBezTo>
                          <a:pt x="25005" y="9194"/>
                          <a:pt x="23787" y="7200"/>
                          <a:pt x="22098" y="5760"/>
                        </a:cubicBezTo>
                        <a:cubicBezTo>
                          <a:pt x="20381" y="4320"/>
                          <a:pt x="18221" y="3600"/>
                          <a:pt x="15618" y="3600"/>
                        </a:cubicBezTo>
                        <a:cubicBezTo>
                          <a:pt x="13596" y="3600"/>
                          <a:pt x="11880" y="4015"/>
                          <a:pt x="10440" y="4874"/>
                        </a:cubicBezTo>
                        <a:cubicBezTo>
                          <a:pt x="9000" y="5704"/>
                          <a:pt x="7809" y="6840"/>
                          <a:pt x="6895" y="8224"/>
                        </a:cubicBezTo>
                        <a:cubicBezTo>
                          <a:pt x="5981" y="9609"/>
                          <a:pt x="5289" y="11187"/>
                          <a:pt x="4874" y="12932"/>
                        </a:cubicBezTo>
                        <a:cubicBezTo>
                          <a:pt x="4431" y="14676"/>
                          <a:pt x="4209" y="16449"/>
                          <a:pt x="4209" y="18221"/>
                        </a:cubicBezTo>
                        <a:cubicBezTo>
                          <a:pt x="4209" y="19993"/>
                          <a:pt x="4403" y="21821"/>
                          <a:pt x="4818" y="23538"/>
                        </a:cubicBezTo>
                        <a:cubicBezTo>
                          <a:pt x="5234" y="25254"/>
                          <a:pt x="5898" y="26805"/>
                          <a:pt x="6812" y="28190"/>
                        </a:cubicBezTo>
                        <a:cubicBezTo>
                          <a:pt x="7726" y="29574"/>
                          <a:pt x="8917" y="30654"/>
                          <a:pt x="10357" y="31485"/>
                        </a:cubicBezTo>
                        <a:cubicBezTo>
                          <a:pt x="11797" y="32316"/>
                          <a:pt x="13541" y="32703"/>
                          <a:pt x="15590" y="32703"/>
                        </a:cubicBezTo>
                        <a:cubicBezTo>
                          <a:pt x="18526" y="32703"/>
                          <a:pt x="20851" y="31873"/>
                          <a:pt x="22624" y="30239"/>
                        </a:cubicBezTo>
                        <a:cubicBezTo>
                          <a:pt x="24396" y="28605"/>
                          <a:pt x="25504" y="26334"/>
                          <a:pt x="26002" y="23455"/>
                        </a:cubicBezTo>
                        <a:lnTo>
                          <a:pt x="30184" y="23455"/>
                        </a:lnTo>
                        <a:cubicBezTo>
                          <a:pt x="29824" y="25365"/>
                          <a:pt x="29270" y="27110"/>
                          <a:pt x="28522" y="28661"/>
                        </a:cubicBezTo>
                        <a:cubicBezTo>
                          <a:pt x="27747" y="30239"/>
                          <a:pt x="26777" y="31596"/>
                          <a:pt x="25587" y="32703"/>
                        </a:cubicBezTo>
                        <a:cubicBezTo>
                          <a:pt x="24396" y="33839"/>
                          <a:pt x="22956" y="34697"/>
                          <a:pt x="21295" y="35334"/>
                        </a:cubicBezTo>
                        <a:cubicBezTo>
                          <a:pt x="19633" y="35943"/>
                          <a:pt x="17723" y="36276"/>
                          <a:pt x="15590" y="36276"/>
                        </a:cubicBezTo>
                        <a:cubicBezTo>
                          <a:pt x="12877" y="36276"/>
                          <a:pt x="10550" y="35805"/>
                          <a:pt x="8584" y="34891"/>
                        </a:cubicBezTo>
                        <a:cubicBezTo>
                          <a:pt x="6618" y="33977"/>
                          <a:pt x="5012" y="32676"/>
                          <a:pt x="3738" y="31070"/>
                        </a:cubicBezTo>
                        <a:cubicBezTo>
                          <a:pt x="2465" y="29464"/>
                          <a:pt x="1523" y="27525"/>
                          <a:pt x="914" y="25310"/>
                        </a:cubicBezTo>
                        <a:cubicBezTo>
                          <a:pt x="305" y="23095"/>
                          <a:pt x="0" y="20713"/>
                          <a:pt x="0" y="18193"/>
                        </a:cubicBezTo>
                        <a:cubicBezTo>
                          <a:pt x="0" y="15812"/>
                          <a:pt x="332" y="13513"/>
                          <a:pt x="1025" y="11326"/>
                        </a:cubicBezTo>
                        <a:cubicBezTo>
                          <a:pt x="1717" y="9138"/>
                          <a:pt x="2686" y="7200"/>
                          <a:pt x="4015" y="5511"/>
                        </a:cubicBezTo>
                        <a:cubicBezTo>
                          <a:pt x="5317" y="3821"/>
                          <a:pt x="6951" y="2492"/>
                          <a:pt x="8889" y="1495"/>
                        </a:cubicBezTo>
                        <a:cubicBezTo>
                          <a:pt x="10827" y="498"/>
                          <a:pt x="13070" y="0"/>
                          <a:pt x="15590" y="0"/>
                        </a:cubicBezTo>
                        <a:cubicBezTo>
                          <a:pt x="19522" y="0"/>
                          <a:pt x="22707" y="942"/>
                          <a:pt x="25116" y="2852"/>
                        </a:cubicBezTo>
                        <a:cubicBezTo>
                          <a:pt x="27553" y="4763"/>
                          <a:pt x="29048" y="7726"/>
                          <a:pt x="29657" y="11769"/>
                        </a:cubicBezTo>
                        <a:lnTo>
                          <a:pt x="25670" y="11769"/>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1" name="Freeform 3570">
                    <a:extLst>
                      <a:ext uri="{FF2B5EF4-FFF2-40B4-BE49-F238E27FC236}">
                        <a16:creationId xmlns:a16="http://schemas.microsoft.com/office/drawing/2014/main" id="{D518ECC3-8D02-71F8-DD51-72B5BD60B1EB}"/>
                      </a:ext>
                    </a:extLst>
                  </p:cNvPr>
                  <p:cNvSpPr/>
                  <p:nvPr/>
                </p:nvSpPr>
                <p:spPr>
                  <a:xfrm>
                    <a:off x="3006359" y="2907698"/>
                    <a:ext cx="31374" cy="36303"/>
                  </a:xfrm>
                  <a:custGeom>
                    <a:avLst/>
                    <a:gdLst>
                      <a:gd name="connsiteX0" fmla="*/ 15729 w 31374"/>
                      <a:gd name="connsiteY0" fmla="*/ 36303 h 36303"/>
                      <a:gd name="connsiteX1" fmla="*/ 9609 w 31374"/>
                      <a:gd name="connsiteY1" fmla="*/ 35113 h 36303"/>
                      <a:gd name="connsiteX2" fmla="*/ 4624 w 31374"/>
                      <a:gd name="connsiteY2" fmla="*/ 31734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7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1 h 36303"/>
                      <a:gd name="connsiteX28" fmla="*/ 10717 w 31374"/>
                      <a:gd name="connsiteY28" fmla="*/ 31651 h 36303"/>
                      <a:gd name="connsiteX29" fmla="*/ 15701 w 31374"/>
                      <a:gd name="connsiteY29" fmla="*/ 32703 h 36303"/>
                      <a:gd name="connsiteX30" fmla="*/ 20962 w 31374"/>
                      <a:gd name="connsiteY30" fmla="*/ 31485 h 36303"/>
                      <a:gd name="connsiteX31" fmla="*/ 24534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4"/>
                        </a:cubicBezTo>
                        <a:cubicBezTo>
                          <a:pt x="3212" y="30239"/>
                          <a:pt x="2077" y="28356"/>
                          <a:pt x="1246" y="26085"/>
                        </a:cubicBezTo>
                        <a:cubicBezTo>
                          <a:pt x="415" y="23815"/>
                          <a:pt x="0" y="21184"/>
                          <a:pt x="0" y="18166"/>
                        </a:cubicBezTo>
                        <a:cubicBezTo>
                          <a:pt x="0" y="15646"/>
                          <a:pt x="332" y="13292"/>
                          <a:pt x="969" y="11077"/>
                        </a:cubicBezTo>
                        <a:cubicBezTo>
                          <a:pt x="1634" y="8889"/>
                          <a:pt x="2603" y="6978"/>
                          <a:pt x="3904" y="5317"/>
                        </a:cubicBezTo>
                        <a:cubicBezTo>
                          <a:pt x="5206" y="3683"/>
                          <a:pt x="6840" y="2381"/>
                          <a:pt x="8806" y="1440"/>
                        </a:cubicBezTo>
                        <a:cubicBezTo>
                          <a:pt x="10772" y="498"/>
                          <a:pt x="13070" y="0"/>
                          <a:pt x="15673" y="0"/>
                        </a:cubicBezTo>
                        <a:cubicBezTo>
                          <a:pt x="18276" y="0"/>
                          <a:pt x="20658" y="471"/>
                          <a:pt x="22624" y="1440"/>
                        </a:cubicBezTo>
                        <a:cubicBezTo>
                          <a:pt x="24590" y="2381"/>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7" y="32925"/>
                          <a:pt x="24036" y="34143"/>
                          <a:pt x="22098" y="35002"/>
                        </a:cubicBezTo>
                        <a:cubicBezTo>
                          <a:pt x="20159" y="35860"/>
                          <a:pt x="17999" y="36303"/>
                          <a:pt x="15646" y="36303"/>
                        </a:cubicBezTo>
                        <a:close/>
                        <a:moveTo>
                          <a:pt x="27248" y="18166"/>
                        </a:moveTo>
                        <a:cubicBezTo>
                          <a:pt x="27248" y="16116"/>
                          <a:pt x="27027" y="14233"/>
                          <a:pt x="26584" y="12461"/>
                        </a:cubicBezTo>
                        <a:cubicBezTo>
                          <a:pt x="26141" y="10689"/>
                          <a:pt x="25476" y="9138"/>
                          <a:pt x="24562" y="7837"/>
                        </a:cubicBezTo>
                        <a:cubicBezTo>
                          <a:pt x="23648" y="6535"/>
                          <a:pt x="22458" y="5511"/>
                          <a:pt x="21018" y="4735"/>
                        </a:cubicBezTo>
                        <a:cubicBezTo>
                          <a:pt x="19578" y="3960"/>
                          <a:pt x="17806" y="3600"/>
                          <a:pt x="15701" y="3600"/>
                        </a:cubicBezTo>
                        <a:cubicBezTo>
                          <a:pt x="13596" y="3600"/>
                          <a:pt x="11880" y="4015"/>
                          <a:pt x="10440" y="4818"/>
                        </a:cubicBezTo>
                        <a:cubicBezTo>
                          <a:pt x="8972" y="5649"/>
                          <a:pt x="7781" y="6729"/>
                          <a:pt x="6867" y="8086"/>
                        </a:cubicBezTo>
                        <a:cubicBezTo>
                          <a:pt x="5954" y="9443"/>
                          <a:pt x="5261" y="10994"/>
                          <a:pt x="4846" y="12738"/>
                        </a:cubicBezTo>
                        <a:cubicBezTo>
                          <a:pt x="4403" y="14483"/>
                          <a:pt x="4181" y="16283"/>
                          <a:pt x="4181" y="18166"/>
                        </a:cubicBezTo>
                        <a:cubicBezTo>
                          <a:pt x="4181" y="20298"/>
                          <a:pt x="4431" y="22264"/>
                          <a:pt x="4929" y="24036"/>
                        </a:cubicBezTo>
                        <a:cubicBezTo>
                          <a:pt x="5428" y="25836"/>
                          <a:pt x="6175" y="27359"/>
                          <a:pt x="7117" y="28661"/>
                        </a:cubicBezTo>
                        <a:cubicBezTo>
                          <a:pt x="8086" y="29934"/>
                          <a:pt x="9277" y="30931"/>
                          <a:pt x="10717" y="31651"/>
                        </a:cubicBezTo>
                        <a:cubicBezTo>
                          <a:pt x="12157" y="32371"/>
                          <a:pt x="13818" y="32703"/>
                          <a:pt x="15701" y="32703"/>
                        </a:cubicBezTo>
                        <a:cubicBezTo>
                          <a:pt x="17750" y="32703"/>
                          <a:pt x="19522" y="32288"/>
                          <a:pt x="20962" y="31485"/>
                        </a:cubicBezTo>
                        <a:cubicBezTo>
                          <a:pt x="22430" y="30654"/>
                          <a:pt x="23621" y="29574"/>
                          <a:pt x="24534" y="28190"/>
                        </a:cubicBezTo>
                        <a:cubicBezTo>
                          <a:pt x="25448" y="26805"/>
                          <a:pt x="26141" y="25254"/>
                          <a:pt x="26556" y="23538"/>
                        </a:cubicBezTo>
                        <a:cubicBezTo>
                          <a:pt x="26971" y="21821"/>
                          <a:pt x="27221" y="20021"/>
                          <a:pt x="27221" y="18166"/>
                        </a:cubicBez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2" name="Freeform 3571">
                    <a:extLst>
                      <a:ext uri="{FF2B5EF4-FFF2-40B4-BE49-F238E27FC236}">
                        <a16:creationId xmlns:a16="http://schemas.microsoft.com/office/drawing/2014/main" id="{DBA10321-55AD-D3BD-201C-B9D26816A292}"/>
                      </a:ext>
                    </a:extLst>
                  </p:cNvPr>
                  <p:cNvSpPr/>
                  <p:nvPr/>
                </p:nvSpPr>
                <p:spPr>
                  <a:xfrm>
                    <a:off x="3044490" y="2907725"/>
                    <a:ext cx="46078" cy="35417"/>
                  </a:xfrm>
                  <a:custGeom>
                    <a:avLst/>
                    <a:gdLst>
                      <a:gd name="connsiteX0" fmla="*/ 3932 w 46078"/>
                      <a:gd name="connsiteY0" fmla="*/ 35334 h 35417"/>
                      <a:gd name="connsiteX1" fmla="*/ 0 w 46078"/>
                      <a:gd name="connsiteY1" fmla="*/ 35334 h 35417"/>
                      <a:gd name="connsiteX2" fmla="*/ 0 w 46078"/>
                      <a:gd name="connsiteY2" fmla="*/ 914 h 35417"/>
                      <a:gd name="connsiteX3" fmla="*/ 3932 w 46078"/>
                      <a:gd name="connsiteY3" fmla="*/ 914 h 35417"/>
                      <a:gd name="connsiteX4" fmla="*/ 3932 w 46078"/>
                      <a:gd name="connsiteY4" fmla="*/ 6092 h 35417"/>
                      <a:gd name="connsiteX5" fmla="*/ 4071 w 46078"/>
                      <a:gd name="connsiteY5" fmla="*/ 6092 h 35417"/>
                      <a:gd name="connsiteX6" fmla="*/ 8390 w 46078"/>
                      <a:gd name="connsiteY6" fmla="*/ 1551 h 35417"/>
                      <a:gd name="connsiteX7" fmla="*/ 14538 w 46078"/>
                      <a:gd name="connsiteY7" fmla="*/ 0 h 35417"/>
                      <a:gd name="connsiteX8" fmla="*/ 18526 w 46078"/>
                      <a:gd name="connsiteY8" fmla="*/ 526 h 35417"/>
                      <a:gd name="connsiteX9" fmla="*/ 21295 w 46078"/>
                      <a:gd name="connsiteY9" fmla="*/ 1966 h 35417"/>
                      <a:gd name="connsiteX10" fmla="*/ 23205 w 46078"/>
                      <a:gd name="connsiteY10" fmla="*/ 4071 h 35417"/>
                      <a:gd name="connsiteX11" fmla="*/ 24479 w 46078"/>
                      <a:gd name="connsiteY11" fmla="*/ 6674 h 35417"/>
                      <a:gd name="connsiteX12" fmla="*/ 29020 w 46078"/>
                      <a:gd name="connsiteY12" fmla="*/ 1661 h 35417"/>
                      <a:gd name="connsiteX13" fmla="*/ 35528 w 46078"/>
                      <a:gd name="connsiteY13" fmla="*/ 28 h 35417"/>
                      <a:gd name="connsiteX14" fmla="*/ 41066 w 46078"/>
                      <a:gd name="connsiteY14" fmla="*/ 1191 h 35417"/>
                      <a:gd name="connsiteX15" fmla="*/ 44251 w 46078"/>
                      <a:gd name="connsiteY15" fmla="*/ 4237 h 35417"/>
                      <a:gd name="connsiteX16" fmla="*/ 45718 w 46078"/>
                      <a:gd name="connsiteY16" fmla="*/ 8584 h 35417"/>
                      <a:gd name="connsiteX17" fmla="*/ 46078 w 46078"/>
                      <a:gd name="connsiteY17" fmla="*/ 13624 h 35417"/>
                      <a:gd name="connsiteX18" fmla="*/ 46078 w 46078"/>
                      <a:gd name="connsiteY18" fmla="*/ 35362 h 35417"/>
                      <a:gd name="connsiteX19" fmla="*/ 42146 w 46078"/>
                      <a:gd name="connsiteY19" fmla="*/ 35362 h 35417"/>
                      <a:gd name="connsiteX20" fmla="*/ 42146 w 46078"/>
                      <a:gd name="connsiteY20" fmla="*/ 11575 h 35417"/>
                      <a:gd name="connsiteX21" fmla="*/ 40595 w 46078"/>
                      <a:gd name="connsiteY21" fmla="*/ 5732 h 35417"/>
                      <a:gd name="connsiteX22" fmla="*/ 34863 w 46078"/>
                      <a:gd name="connsiteY22" fmla="*/ 3600 h 35417"/>
                      <a:gd name="connsiteX23" fmla="*/ 30710 w 46078"/>
                      <a:gd name="connsiteY23" fmla="*/ 4569 h 35417"/>
                      <a:gd name="connsiteX24" fmla="*/ 27193 w 46078"/>
                      <a:gd name="connsiteY24" fmla="*/ 7532 h 35417"/>
                      <a:gd name="connsiteX25" fmla="*/ 26113 w 46078"/>
                      <a:gd name="connsiteY25" fmla="*/ 9554 h 35417"/>
                      <a:gd name="connsiteX26" fmla="*/ 25421 w 46078"/>
                      <a:gd name="connsiteY26" fmla="*/ 11990 h 35417"/>
                      <a:gd name="connsiteX27" fmla="*/ 25061 w 46078"/>
                      <a:gd name="connsiteY27" fmla="*/ 14510 h 35417"/>
                      <a:gd name="connsiteX28" fmla="*/ 24950 w 46078"/>
                      <a:gd name="connsiteY28" fmla="*/ 16836 h 35417"/>
                      <a:gd name="connsiteX29" fmla="*/ 24950 w 46078"/>
                      <a:gd name="connsiteY29" fmla="*/ 35390 h 35417"/>
                      <a:gd name="connsiteX30" fmla="*/ 21018 w 46078"/>
                      <a:gd name="connsiteY30" fmla="*/ 35390 h 35417"/>
                      <a:gd name="connsiteX31" fmla="*/ 21018 w 46078"/>
                      <a:gd name="connsiteY31" fmla="*/ 11603 h 35417"/>
                      <a:gd name="connsiteX32" fmla="*/ 19467 w 46078"/>
                      <a:gd name="connsiteY32" fmla="*/ 5760 h 35417"/>
                      <a:gd name="connsiteX33" fmla="*/ 13735 w 46078"/>
                      <a:gd name="connsiteY33" fmla="*/ 3628 h 35417"/>
                      <a:gd name="connsiteX34" fmla="*/ 9581 w 46078"/>
                      <a:gd name="connsiteY34" fmla="*/ 4597 h 35417"/>
                      <a:gd name="connsiteX35" fmla="*/ 6064 w 46078"/>
                      <a:gd name="connsiteY35" fmla="*/ 7560 h 35417"/>
                      <a:gd name="connsiteX36" fmla="*/ 4984 w 46078"/>
                      <a:gd name="connsiteY36" fmla="*/ 9581 h 35417"/>
                      <a:gd name="connsiteX37" fmla="*/ 4292 w 46078"/>
                      <a:gd name="connsiteY37" fmla="*/ 12018 h 35417"/>
                      <a:gd name="connsiteX38" fmla="*/ 3932 w 46078"/>
                      <a:gd name="connsiteY38" fmla="*/ 14538 h 35417"/>
                      <a:gd name="connsiteX39" fmla="*/ 3821 w 46078"/>
                      <a:gd name="connsiteY39" fmla="*/ 16864 h 35417"/>
                      <a:gd name="connsiteX40" fmla="*/ 3821 w 4607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078" h="35417">
                        <a:moveTo>
                          <a:pt x="3932" y="35334"/>
                        </a:moveTo>
                        <a:lnTo>
                          <a:pt x="0" y="35334"/>
                        </a:lnTo>
                        <a:lnTo>
                          <a:pt x="0" y="914"/>
                        </a:lnTo>
                        <a:lnTo>
                          <a:pt x="3932" y="914"/>
                        </a:lnTo>
                        <a:lnTo>
                          <a:pt x="3932" y="6092"/>
                        </a:lnTo>
                        <a:lnTo>
                          <a:pt x="4071" y="6092"/>
                        </a:lnTo>
                        <a:cubicBezTo>
                          <a:pt x="5067" y="4098"/>
                          <a:pt x="6507" y="2575"/>
                          <a:pt x="8390" y="1551"/>
                        </a:cubicBezTo>
                        <a:cubicBezTo>
                          <a:pt x="10273" y="498"/>
                          <a:pt x="12323" y="0"/>
                          <a:pt x="14538" y="0"/>
                        </a:cubicBezTo>
                        <a:cubicBezTo>
                          <a:pt x="16116" y="0"/>
                          <a:pt x="17446" y="166"/>
                          <a:pt x="18526" y="526"/>
                        </a:cubicBezTo>
                        <a:cubicBezTo>
                          <a:pt x="19605" y="886"/>
                          <a:pt x="20547" y="1357"/>
                          <a:pt x="21295" y="1966"/>
                        </a:cubicBezTo>
                        <a:cubicBezTo>
                          <a:pt x="22042" y="2575"/>
                          <a:pt x="22679" y="3268"/>
                          <a:pt x="23205" y="4071"/>
                        </a:cubicBezTo>
                        <a:cubicBezTo>
                          <a:pt x="23704" y="4874"/>
                          <a:pt x="24119" y="5732"/>
                          <a:pt x="24479" y="6674"/>
                        </a:cubicBezTo>
                        <a:cubicBezTo>
                          <a:pt x="25614" y="4403"/>
                          <a:pt x="27137" y="2741"/>
                          <a:pt x="29020" y="1661"/>
                        </a:cubicBezTo>
                        <a:cubicBezTo>
                          <a:pt x="30931" y="582"/>
                          <a:pt x="33091" y="28"/>
                          <a:pt x="35528" y="28"/>
                        </a:cubicBezTo>
                        <a:cubicBezTo>
                          <a:pt x="37854" y="28"/>
                          <a:pt x="39682" y="415"/>
                          <a:pt x="41066" y="1191"/>
                        </a:cubicBezTo>
                        <a:cubicBezTo>
                          <a:pt x="42451" y="1966"/>
                          <a:pt x="43503" y="2991"/>
                          <a:pt x="44251" y="4237"/>
                        </a:cubicBezTo>
                        <a:cubicBezTo>
                          <a:pt x="44998" y="5483"/>
                          <a:pt x="45497" y="6951"/>
                          <a:pt x="45718" y="8584"/>
                        </a:cubicBezTo>
                        <a:cubicBezTo>
                          <a:pt x="45968" y="10218"/>
                          <a:pt x="46078" y="11907"/>
                          <a:pt x="46078" y="13624"/>
                        </a:cubicBezTo>
                        <a:lnTo>
                          <a:pt x="46078" y="35362"/>
                        </a:lnTo>
                        <a:lnTo>
                          <a:pt x="42146" y="35362"/>
                        </a:lnTo>
                        <a:lnTo>
                          <a:pt x="42146" y="11575"/>
                        </a:lnTo>
                        <a:cubicBezTo>
                          <a:pt x="42146" y="9083"/>
                          <a:pt x="41620" y="7144"/>
                          <a:pt x="40595" y="5732"/>
                        </a:cubicBezTo>
                        <a:cubicBezTo>
                          <a:pt x="39571" y="4320"/>
                          <a:pt x="37660" y="3600"/>
                          <a:pt x="34863" y="3600"/>
                        </a:cubicBezTo>
                        <a:cubicBezTo>
                          <a:pt x="33423" y="3600"/>
                          <a:pt x="32039" y="3932"/>
                          <a:pt x="30710" y="4569"/>
                        </a:cubicBezTo>
                        <a:cubicBezTo>
                          <a:pt x="29380" y="5206"/>
                          <a:pt x="28217" y="6203"/>
                          <a:pt x="27193" y="7532"/>
                        </a:cubicBezTo>
                        <a:cubicBezTo>
                          <a:pt x="26750" y="8114"/>
                          <a:pt x="26390" y="8778"/>
                          <a:pt x="26113" y="9554"/>
                        </a:cubicBezTo>
                        <a:cubicBezTo>
                          <a:pt x="25836" y="10329"/>
                          <a:pt x="25587" y="11132"/>
                          <a:pt x="25421" y="11990"/>
                        </a:cubicBezTo>
                        <a:cubicBezTo>
                          <a:pt x="25254" y="12821"/>
                          <a:pt x="25116" y="13680"/>
                          <a:pt x="25061" y="14510"/>
                        </a:cubicBezTo>
                        <a:cubicBezTo>
                          <a:pt x="25005" y="15341"/>
                          <a:pt x="24950" y="16116"/>
                          <a:pt x="24950" y="16836"/>
                        </a:cubicBezTo>
                        <a:lnTo>
                          <a:pt x="24950" y="35390"/>
                        </a:lnTo>
                        <a:lnTo>
                          <a:pt x="21018" y="35390"/>
                        </a:lnTo>
                        <a:lnTo>
                          <a:pt x="21018" y="11603"/>
                        </a:lnTo>
                        <a:cubicBezTo>
                          <a:pt x="21018" y="9110"/>
                          <a:pt x="20491" y="7172"/>
                          <a:pt x="19467" y="5760"/>
                        </a:cubicBezTo>
                        <a:cubicBezTo>
                          <a:pt x="18442" y="4348"/>
                          <a:pt x="16532" y="3628"/>
                          <a:pt x="13735" y="3628"/>
                        </a:cubicBezTo>
                        <a:cubicBezTo>
                          <a:pt x="12295" y="3628"/>
                          <a:pt x="10910" y="3960"/>
                          <a:pt x="9581" y="4597"/>
                        </a:cubicBezTo>
                        <a:cubicBezTo>
                          <a:pt x="8252" y="5234"/>
                          <a:pt x="7089" y="6231"/>
                          <a:pt x="6064" y="7560"/>
                        </a:cubicBezTo>
                        <a:cubicBezTo>
                          <a:pt x="5621" y="8141"/>
                          <a:pt x="5261" y="8806"/>
                          <a:pt x="4984" y="9581"/>
                        </a:cubicBezTo>
                        <a:cubicBezTo>
                          <a:pt x="4707" y="10357"/>
                          <a:pt x="4458" y="11160"/>
                          <a:pt x="4292" y="12018"/>
                        </a:cubicBezTo>
                        <a:cubicBezTo>
                          <a:pt x="4126" y="12849"/>
                          <a:pt x="3988" y="13707"/>
                          <a:pt x="3932" y="14538"/>
                        </a:cubicBezTo>
                        <a:cubicBezTo>
                          <a:pt x="3877" y="15369"/>
                          <a:pt x="3821" y="16144"/>
                          <a:pt x="3821" y="16864"/>
                        </a:cubicBezTo>
                        <a:lnTo>
                          <a:pt x="3821" y="35417"/>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3" name="Freeform 3572">
                    <a:extLst>
                      <a:ext uri="{FF2B5EF4-FFF2-40B4-BE49-F238E27FC236}">
                        <a16:creationId xmlns:a16="http://schemas.microsoft.com/office/drawing/2014/main" id="{2BADD7DA-7518-70E2-F616-91B2CACA602A}"/>
                      </a:ext>
                    </a:extLst>
                  </p:cNvPr>
                  <p:cNvSpPr/>
                  <p:nvPr/>
                </p:nvSpPr>
                <p:spPr>
                  <a:xfrm>
                    <a:off x="3100011" y="2907698"/>
                    <a:ext cx="31152" cy="48930"/>
                  </a:xfrm>
                  <a:custGeom>
                    <a:avLst/>
                    <a:gdLst>
                      <a:gd name="connsiteX0" fmla="*/ 3932 w 31152"/>
                      <a:gd name="connsiteY0" fmla="*/ 48931 h 48930"/>
                      <a:gd name="connsiteX1" fmla="*/ 0 w 31152"/>
                      <a:gd name="connsiteY1" fmla="*/ 48931 h 48930"/>
                      <a:gd name="connsiteX2" fmla="*/ 0 w 31152"/>
                      <a:gd name="connsiteY2" fmla="*/ 942 h 48930"/>
                      <a:gd name="connsiteX3" fmla="*/ 3932 w 31152"/>
                      <a:gd name="connsiteY3" fmla="*/ 942 h 48930"/>
                      <a:gd name="connsiteX4" fmla="*/ 3932 w 31152"/>
                      <a:gd name="connsiteY4" fmla="*/ 6978 h 48930"/>
                      <a:gd name="connsiteX5" fmla="*/ 4071 w 31152"/>
                      <a:gd name="connsiteY5" fmla="*/ 6978 h 48930"/>
                      <a:gd name="connsiteX6" fmla="*/ 6258 w 31152"/>
                      <a:gd name="connsiteY6" fmla="*/ 3988 h 48930"/>
                      <a:gd name="connsiteX7" fmla="*/ 9194 w 31152"/>
                      <a:gd name="connsiteY7" fmla="*/ 1800 h 48930"/>
                      <a:gd name="connsiteX8" fmla="*/ 12489 w 31152"/>
                      <a:gd name="connsiteY8" fmla="*/ 471 h 48930"/>
                      <a:gd name="connsiteX9" fmla="*/ 15839 w 31152"/>
                      <a:gd name="connsiteY9" fmla="*/ 0 h 48930"/>
                      <a:gd name="connsiteX10" fmla="*/ 22845 w 31152"/>
                      <a:gd name="connsiteY10" fmla="*/ 1385 h 48930"/>
                      <a:gd name="connsiteX11" fmla="*/ 27580 w 31152"/>
                      <a:gd name="connsiteY11" fmla="*/ 5206 h 48930"/>
                      <a:gd name="connsiteX12" fmla="*/ 30294 w 31152"/>
                      <a:gd name="connsiteY12" fmla="*/ 10966 h 48930"/>
                      <a:gd name="connsiteX13" fmla="*/ 31153 w 31152"/>
                      <a:gd name="connsiteY13" fmla="*/ 18083 h 48930"/>
                      <a:gd name="connsiteX14" fmla="*/ 30239 w 31152"/>
                      <a:gd name="connsiteY14" fmla="*/ 25005 h 48930"/>
                      <a:gd name="connsiteX15" fmla="*/ 27442 w 31152"/>
                      <a:gd name="connsiteY15" fmla="*/ 30820 h 48930"/>
                      <a:gd name="connsiteX16" fmla="*/ 22734 w 31152"/>
                      <a:gd name="connsiteY16" fmla="*/ 34808 h 48930"/>
                      <a:gd name="connsiteX17" fmla="*/ 16033 w 31152"/>
                      <a:gd name="connsiteY17" fmla="*/ 36303 h 48930"/>
                      <a:gd name="connsiteX18" fmla="*/ 9110 w 31152"/>
                      <a:gd name="connsiteY18" fmla="*/ 34670 h 48930"/>
                      <a:gd name="connsiteX19" fmla="*/ 3904 w 31152"/>
                      <a:gd name="connsiteY19" fmla="*/ 29851 h 48930"/>
                      <a:gd name="connsiteX20" fmla="*/ 3904 w 31152"/>
                      <a:gd name="connsiteY20" fmla="*/ 48931 h 48930"/>
                      <a:gd name="connsiteX21" fmla="*/ 3932 w 31152"/>
                      <a:gd name="connsiteY21" fmla="*/ 18304 h 48930"/>
                      <a:gd name="connsiteX22" fmla="*/ 4708 w 31152"/>
                      <a:gd name="connsiteY22" fmla="*/ 23842 h 48930"/>
                      <a:gd name="connsiteX23" fmla="*/ 6978 w 31152"/>
                      <a:gd name="connsiteY23" fmla="*/ 28439 h 48930"/>
                      <a:gd name="connsiteX24" fmla="*/ 10578 w 31152"/>
                      <a:gd name="connsiteY24" fmla="*/ 31568 h 48930"/>
                      <a:gd name="connsiteX25" fmla="*/ 15396 w 31152"/>
                      <a:gd name="connsiteY25" fmla="*/ 32731 h 48930"/>
                      <a:gd name="connsiteX26" fmla="*/ 20658 w 31152"/>
                      <a:gd name="connsiteY26" fmla="*/ 31513 h 48930"/>
                      <a:gd name="connsiteX27" fmla="*/ 24368 w 31152"/>
                      <a:gd name="connsiteY27" fmla="*/ 28162 h 48930"/>
                      <a:gd name="connsiteX28" fmla="*/ 26473 w 31152"/>
                      <a:gd name="connsiteY28" fmla="*/ 23205 h 48930"/>
                      <a:gd name="connsiteX29" fmla="*/ 26999 w 31152"/>
                      <a:gd name="connsiteY29" fmla="*/ 17113 h 48930"/>
                      <a:gd name="connsiteX30" fmla="*/ 26113 w 31152"/>
                      <a:gd name="connsiteY30" fmla="*/ 11354 h 48930"/>
                      <a:gd name="connsiteX31" fmla="*/ 23648 w 31152"/>
                      <a:gd name="connsiteY31" fmla="*/ 7144 h 48930"/>
                      <a:gd name="connsiteX32" fmla="*/ 19993 w 31152"/>
                      <a:gd name="connsiteY32" fmla="*/ 4514 h 48930"/>
                      <a:gd name="connsiteX33" fmla="*/ 15396 w 31152"/>
                      <a:gd name="connsiteY33" fmla="*/ 3628 h 48930"/>
                      <a:gd name="connsiteX34" fmla="*/ 10495 w 31152"/>
                      <a:gd name="connsiteY34" fmla="*/ 4763 h 48930"/>
                      <a:gd name="connsiteX35" fmla="*/ 6895 w 31152"/>
                      <a:gd name="connsiteY35" fmla="*/ 7864 h 48930"/>
                      <a:gd name="connsiteX36" fmla="*/ 4708 w 31152"/>
                      <a:gd name="connsiteY36" fmla="*/ 12517 h 48930"/>
                      <a:gd name="connsiteX37" fmla="*/ 3960 w 31152"/>
                      <a:gd name="connsiteY37" fmla="*/ 18332 h 48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930">
                        <a:moveTo>
                          <a:pt x="3932" y="48931"/>
                        </a:moveTo>
                        <a:lnTo>
                          <a:pt x="0" y="48931"/>
                        </a:lnTo>
                        <a:lnTo>
                          <a:pt x="0" y="942"/>
                        </a:lnTo>
                        <a:lnTo>
                          <a:pt x="3932" y="942"/>
                        </a:lnTo>
                        <a:lnTo>
                          <a:pt x="3932" y="6978"/>
                        </a:lnTo>
                        <a:lnTo>
                          <a:pt x="4071" y="6978"/>
                        </a:lnTo>
                        <a:cubicBezTo>
                          <a:pt x="4624" y="5871"/>
                          <a:pt x="5372" y="4874"/>
                          <a:pt x="6258" y="3988"/>
                        </a:cubicBezTo>
                        <a:cubicBezTo>
                          <a:pt x="7144" y="3101"/>
                          <a:pt x="8141" y="2381"/>
                          <a:pt x="9194" y="1800"/>
                        </a:cubicBezTo>
                        <a:cubicBezTo>
                          <a:pt x="10273" y="1218"/>
                          <a:pt x="11353" y="775"/>
                          <a:pt x="12489" y="471"/>
                        </a:cubicBezTo>
                        <a:cubicBezTo>
                          <a:pt x="13624" y="166"/>
                          <a:pt x="14732" y="0"/>
                          <a:pt x="15839" y="0"/>
                        </a:cubicBezTo>
                        <a:cubicBezTo>
                          <a:pt x="18581" y="0"/>
                          <a:pt x="20935" y="471"/>
                          <a:pt x="22845" y="1385"/>
                        </a:cubicBezTo>
                        <a:cubicBezTo>
                          <a:pt x="24756" y="2298"/>
                          <a:pt x="26362" y="3600"/>
                          <a:pt x="27580" y="5206"/>
                        </a:cubicBezTo>
                        <a:cubicBezTo>
                          <a:pt x="28799" y="6812"/>
                          <a:pt x="29740" y="8751"/>
                          <a:pt x="30294" y="10966"/>
                        </a:cubicBezTo>
                        <a:cubicBezTo>
                          <a:pt x="30876" y="13181"/>
                          <a:pt x="31153" y="15563"/>
                          <a:pt x="31153" y="18083"/>
                        </a:cubicBezTo>
                        <a:cubicBezTo>
                          <a:pt x="31153" y="20464"/>
                          <a:pt x="30848" y="22790"/>
                          <a:pt x="30239" y="25005"/>
                        </a:cubicBezTo>
                        <a:cubicBezTo>
                          <a:pt x="29630" y="27221"/>
                          <a:pt x="28688" y="29159"/>
                          <a:pt x="27442" y="30820"/>
                        </a:cubicBezTo>
                        <a:cubicBezTo>
                          <a:pt x="26196" y="32482"/>
                          <a:pt x="24618" y="33811"/>
                          <a:pt x="22734" y="34808"/>
                        </a:cubicBezTo>
                        <a:cubicBezTo>
                          <a:pt x="20824" y="35805"/>
                          <a:pt x="18609" y="36303"/>
                          <a:pt x="16033" y="36303"/>
                        </a:cubicBezTo>
                        <a:cubicBezTo>
                          <a:pt x="13624" y="36303"/>
                          <a:pt x="11326" y="35750"/>
                          <a:pt x="9110" y="34670"/>
                        </a:cubicBezTo>
                        <a:cubicBezTo>
                          <a:pt x="6895" y="33590"/>
                          <a:pt x="5178" y="31983"/>
                          <a:pt x="3904" y="29851"/>
                        </a:cubicBezTo>
                        <a:lnTo>
                          <a:pt x="3904" y="48931"/>
                        </a:lnTo>
                        <a:close/>
                        <a:moveTo>
                          <a:pt x="3932" y="18304"/>
                        </a:moveTo>
                        <a:cubicBezTo>
                          <a:pt x="3932" y="20242"/>
                          <a:pt x="4181" y="22098"/>
                          <a:pt x="4708" y="23842"/>
                        </a:cubicBezTo>
                        <a:cubicBezTo>
                          <a:pt x="5234" y="25587"/>
                          <a:pt x="5981" y="27110"/>
                          <a:pt x="6978" y="28439"/>
                        </a:cubicBezTo>
                        <a:cubicBezTo>
                          <a:pt x="7947" y="29740"/>
                          <a:pt x="9166" y="30793"/>
                          <a:pt x="10578" y="31568"/>
                        </a:cubicBezTo>
                        <a:cubicBezTo>
                          <a:pt x="11990" y="32343"/>
                          <a:pt x="13596" y="32731"/>
                          <a:pt x="15396" y="32731"/>
                        </a:cubicBezTo>
                        <a:cubicBezTo>
                          <a:pt x="17418" y="32731"/>
                          <a:pt x="19162" y="32316"/>
                          <a:pt x="20658" y="31513"/>
                        </a:cubicBezTo>
                        <a:cubicBezTo>
                          <a:pt x="22153" y="30682"/>
                          <a:pt x="23399" y="29574"/>
                          <a:pt x="24368" y="28162"/>
                        </a:cubicBezTo>
                        <a:cubicBezTo>
                          <a:pt x="25337" y="26750"/>
                          <a:pt x="26030" y="25088"/>
                          <a:pt x="26473" y="23205"/>
                        </a:cubicBezTo>
                        <a:cubicBezTo>
                          <a:pt x="26916" y="21322"/>
                          <a:pt x="27082" y="19301"/>
                          <a:pt x="26999" y="17113"/>
                        </a:cubicBezTo>
                        <a:cubicBezTo>
                          <a:pt x="26999" y="14953"/>
                          <a:pt x="26694" y="13015"/>
                          <a:pt x="26113" y="11354"/>
                        </a:cubicBezTo>
                        <a:cubicBezTo>
                          <a:pt x="25531" y="9692"/>
                          <a:pt x="24701" y="8280"/>
                          <a:pt x="23648" y="7144"/>
                        </a:cubicBezTo>
                        <a:cubicBezTo>
                          <a:pt x="22596" y="5981"/>
                          <a:pt x="21378" y="5123"/>
                          <a:pt x="19993" y="4514"/>
                        </a:cubicBezTo>
                        <a:cubicBezTo>
                          <a:pt x="18609" y="3905"/>
                          <a:pt x="17058" y="3628"/>
                          <a:pt x="15396" y="3628"/>
                        </a:cubicBezTo>
                        <a:cubicBezTo>
                          <a:pt x="13569" y="3628"/>
                          <a:pt x="11935" y="4015"/>
                          <a:pt x="10495" y="4763"/>
                        </a:cubicBezTo>
                        <a:cubicBezTo>
                          <a:pt x="9055" y="5511"/>
                          <a:pt x="7864" y="6535"/>
                          <a:pt x="6895" y="7864"/>
                        </a:cubicBezTo>
                        <a:cubicBezTo>
                          <a:pt x="5926" y="9166"/>
                          <a:pt x="5206" y="10717"/>
                          <a:pt x="4708" y="12517"/>
                        </a:cubicBezTo>
                        <a:cubicBezTo>
                          <a:pt x="4209" y="14316"/>
                          <a:pt x="3960" y="16255"/>
                          <a:pt x="3960" y="18332"/>
                        </a:cubicBez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4" name="Freeform 3573">
                    <a:extLst>
                      <a:ext uri="{FF2B5EF4-FFF2-40B4-BE49-F238E27FC236}">
                        <a16:creationId xmlns:a16="http://schemas.microsoft.com/office/drawing/2014/main" id="{F190D908-2FA8-9A80-4E85-7D5157D4FF22}"/>
                      </a:ext>
                    </a:extLst>
                  </p:cNvPr>
                  <p:cNvSpPr/>
                  <p:nvPr/>
                </p:nvSpPr>
                <p:spPr>
                  <a:xfrm>
                    <a:off x="3137865" y="2907781"/>
                    <a:ext cx="31983" cy="36303"/>
                  </a:xfrm>
                  <a:custGeom>
                    <a:avLst/>
                    <a:gdLst>
                      <a:gd name="connsiteX0" fmla="*/ 17307 w 31983"/>
                      <a:gd name="connsiteY0" fmla="*/ 15230 h 36303"/>
                      <a:gd name="connsiteX1" fmla="*/ 19966 w 31983"/>
                      <a:gd name="connsiteY1" fmla="*/ 14843 h 36303"/>
                      <a:gd name="connsiteX2" fmla="*/ 22485 w 31983"/>
                      <a:gd name="connsiteY2" fmla="*/ 14123 h 36303"/>
                      <a:gd name="connsiteX3" fmla="*/ 23704 w 31983"/>
                      <a:gd name="connsiteY3" fmla="*/ 12572 h 36303"/>
                      <a:gd name="connsiteX4" fmla="*/ 23925 w 31983"/>
                      <a:gd name="connsiteY4" fmla="*/ 10550 h 36303"/>
                      <a:gd name="connsiteX5" fmla="*/ 21987 w 31983"/>
                      <a:gd name="connsiteY5" fmla="*/ 5538 h 36303"/>
                      <a:gd name="connsiteX6" fmla="*/ 15480 w 31983"/>
                      <a:gd name="connsiteY6" fmla="*/ 3572 h 36303"/>
                      <a:gd name="connsiteX7" fmla="*/ 11741 w 31983"/>
                      <a:gd name="connsiteY7" fmla="*/ 3932 h 36303"/>
                      <a:gd name="connsiteX8" fmla="*/ 8750 w 31983"/>
                      <a:gd name="connsiteY8" fmla="*/ 5206 h 36303"/>
                      <a:gd name="connsiteX9" fmla="*/ 6646 w 31983"/>
                      <a:gd name="connsiteY9" fmla="*/ 7587 h 36303"/>
                      <a:gd name="connsiteX10" fmla="*/ 5566 w 31983"/>
                      <a:gd name="connsiteY10" fmla="*/ 11353 h 36303"/>
                      <a:gd name="connsiteX11" fmla="*/ 1578 w 31983"/>
                      <a:gd name="connsiteY11" fmla="*/ 11353 h 36303"/>
                      <a:gd name="connsiteX12" fmla="*/ 2963 w 31983"/>
                      <a:gd name="connsiteY12" fmla="*/ 6147 h 36303"/>
                      <a:gd name="connsiteX13" fmla="*/ 6009 w 31983"/>
                      <a:gd name="connsiteY13" fmla="*/ 2631 h 36303"/>
                      <a:gd name="connsiteX14" fmla="*/ 10329 w 31983"/>
                      <a:gd name="connsiteY14" fmla="*/ 637 h 36303"/>
                      <a:gd name="connsiteX15" fmla="*/ 15535 w 31983"/>
                      <a:gd name="connsiteY15" fmla="*/ 0 h 36303"/>
                      <a:gd name="connsiteX16" fmla="*/ 20353 w 31983"/>
                      <a:gd name="connsiteY16" fmla="*/ 554 h 36303"/>
                      <a:gd name="connsiteX17" fmla="*/ 24285 w 31983"/>
                      <a:gd name="connsiteY17" fmla="*/ 2354 h 36303"/>
                      <a:gd name="connsiteX18" fmla="*/ 26916 w 31983"/>
                      <a:gd name="connsiteY18" fmla="*/ 5649 h 36303"/>
                      <a:gd name="connsiteX19" fmla="*/ 27857 w 31983"/>
                      <a:gd name="connsiteY19" fmla="*/ 10689 h 36303"/>
                      <a:gd name="connsiteX20" fmla="*/ 27857 w 31983"/>
                      <a:gd name="connsiteY20" fmla="*/ 29436 h 36303"/>
                      <a:gd name="connsiteX21" fmla="*/ 28688 w 31983"/>
                      <a:gd name="connsiteY21" fmla="*/ 32399 h 36303"/>
                      <a:gd name="connsiteX22" fmla="*/ 31983 w 31983"/>
                      <a:gd name="connsiteY22" fmla="*/ 32094 h 36303"/>
                      <a:gd name="connsiteX23" fmla="*/ 31983 w 31983"/>
                      <a:gd name="connsiteY23" fmla="*/ 35223 h 36303"/>
                      <a:gd name="connsiteX24" fmla="*/ 30654 w 31983"/>
                      <a:gd name="connsiteY24" fmla="*/ 35611 h 36303"/>
                      <a:gd name="connsiteX25" fmla="*/ 28910 w 31983"/>
                      <a:gd name="connsiteY25" fmla="*/ 35888 h 36303"/>
                      <a:gd name="connsiteX26" fmla="*/ 27137 w 31983"/>
                      <a:gd name="connsiteY26" fmla="*/ 35694 h 36303"/>
                      <a:gd name="connsiteX27" fmla="*/ 25559 w 31983"/>
                      <a:gd name="connsiteY27" fmla="*/ 35057 h 36303"/>
                      <a:gd name="connsiteX28" fmla="*/ 24618 w 31983"/>
                      <a:gd name="connsiteY28" fmla="*/ 33866 h 36303"/>
                      <a:gd name="connsiteX29" fmla="*/ 24119 w 31983"/>
                      <a:gd name="connsiteY29" fmla="*/ 32343 h 36303"/>
                      <a:gd name="connsiteX30" fmla="*/ 23981 w 31983"/>
                      <a:gd name="connsiteY30" fmla="*/ 30571 h 36303"/>
                      <a:gd name="connsiteX31" fmla="*/ 18276 w 31983"/>
                      <a:gd name="connsiteY31" fmla="*/ 34836 h 36303"/>
                      <a:gd name="connsiteX32" fmla="*/ 11326 w 31983"/>
                      <a:gd name="connsiteY32" fmla="*/ 36303 h 36303"/>
                      <a:gd name="connsiteX33" fmla="*/ 7034 w 31983"/>
                      <a:gd name="connsiteY33" fmla="*/ 35694 h 36303"/>
                      <a:gd name="connsiteX34" fmla="*/ 3406 w 31983"/>
                      <a:gd name="connsiteY34" fmla="*/ 33839 h 36303"/>
                      <a:gd name="connsiteX35" fmla="*/ 914 w 31983"/>
                      <a:gd name="connsiteY35" fmla="*/ 30737 h 36303"/>
                      <a:gd name="connsiteX36" fmla="*/ 0 w 31983"/>
                      <a:gd name="connsiteY36" fmla="*/ 26390 h 36303"/>
                      <a:gd name="connsiteX37" fmla="*/ 11852 w 31983"/>
                      <a:gd name="connsiteY37" fmla="*/ 16033 h 36303"/>
                      <a:gd name="connsiteX38" fmla="*/ 17279 w 31983"/>
                      <a:gd name="connsiteY38" fmla="*/ 15313 h 36303"/>
                      <a:gd name="connsiteX39" fmla="*/ 23925 w 31983"/>
                      <a:gd name="connsiteY39" fmla="*/ 17224 h 36303"/>
                      <a:gd name="connsiteX40" fmla="*/ 18886 w 31983"/>
                      <a:gd name="connsiteY40" fmla="*/ 18608 h 36303"/>
                      <a:gd name="connsiteX41" fmla="*/ 13790 w 31983"/>
                      <a:gd name="connsiteY41" fmla="*/ 19135 h 36303"/>
                      <a:gd name="connsiteX42" fmla="*/ 6757 w 31983"/>
                      <a:gd name="connsiteY42" fmla="*/ 21184 h 36303"/>
                      <a:gd name="connsiteX43" fmla="*/ 4237 w 31983"/>
                      <a:gd name="connsiteY43" fmla="*/ 26445 h 36303"/>
                      <a:gd name="connsiteX44" fmla="*/ 4874 w 31983"/>
                      <a:gd name="connsiteY44" fmla="*/ 29214 h 36303"/>
                      <a:gd name="connsiteX45" fmla="*/ 6507 w 31983"/>
                      <a:gd name="connsiteY45" fmla="*/ 31153 h 36303"/>
                      <a:gd name="connsiteX46" fmla="*/ 8861 w 31983"/>
                      <a:gd name="connsiteY46" fmla="*/ 32288 h 36303"/>
                      <a:gd name="connsiteX47" fmla="*/ 11575 w 31983"/>
                      <a:gd name="connsiteY47" fmla="*/ 32648 h 36303"/>
                      <a:gd name="connsiteX48" fmla="*/ 16172 w 31983"/>
                      <a:gd name="connsiteY48" fmla="*/ 32039 h 36303"/>
                      <a:gd name="connsiteX49" fmla="*/ 20132 w 31983"/>
                      <a:gd name="connsiteY49" fmla="*/ 30211 h 36303"/>
                      <a:gd name="connsiteX50" fmla="*/ 22929 w 31983"/>
                      <a:gd name="connsiteY50" fmla="*/ 27082 h 36303"/>
                      <a:gd name="connsiteX51" fmla="*/ 23981 w 31983"/>
                      <a:gd name="connsiteY51" fmla="*/ 22596 h 36303"/>
                      <a:gd name="connsiteX52" fmla="*/ 23981 w 31983"/>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1983" h="36303">
                        <a:moveTo>
                          <a:pt x="17307" y="15230"/>
                        </a:moveTo>
                        <a:cubicBezTo>
                          <a:pt x="18055" y="15147"/>
                          <a:pt x="18941" y="15009"/>
                          <a:pt x="19966" y="14843"/>
                        </a:cubicBezTo>
                        <a:cubicBezTo>
                          <a:pt x="20990" y="14676"/>
                          <a:pt x="21821" y="14427"/>
                          <a:pt x="22485" y="14123"/>
                        </a:cubicBezTo>
                        <a:cubicBezTo>
                          <a:pt x="23150" y="13818"/>
                          <a:pt x="23538" y="13292"/>
                          <a:pt x="23704" y="12572"/>
                        </a:cubicBezTo>
                        <a:cubicBezTo>
                          <a:pt x="23870" y="11852"/>
                          <a:pt x="23925" y="11160"/>
                          <a:pt x="23925" y="10550"/>
                        </a:cubicBezTo>
                        <a:cubicBezTo>
                          <a:pt x="23925" y="8501"/>
                          <a:pt x="23288" y="6840"/>
                          <a:pt x="21987" y="5538"/>
                        </a:cubicBezTo>
                        <a:cubicBezTo>
                          <a:pt x="20686" y="4237"/>
                          <a:pt x="18526" y="3572"/>
                          <a:pt x="15480" y="3572"/>
                        </a:cubicBezTo>
                        <a:cubicBezTo>
                          <a:pt x="14123" y="3572"/>
                          <a:pt x="12877" y="3683"/>
                          <a:pt x="11741" y="3932"/>
                        </a:cubicBezTo>
                        <a:cubicBezTo>
                          <a:pt x="10606" y="4181"/>
                          <a:pt x="9609" y="4597"/>
                          <a:pt x="8750" y="5206"/>
                        </a:cubicBezTo>
                        <a:cubicBezTo>
                          <a:pt x="7892" y="5815"/>
                          <a:pt x="7200" y="6591"/>
                          <a:pt x="6646" y="7587"/>
                        </a:cubicBezTo>
                        <a:cubicBezTo>
                          <a:pt x="6092" y="8584"/>
                          <a:pt x="5732" y="9830"/>
                          <a:pt x="5566" y="11353"/>
                        </a:cubicBezTo>
                        <a:lnTo>
                          <a:pt x="1578" y="11353"/>
                        </a:lnTo>
                        <a:cubicBezTo>
                          <a:pt x="1717" y="9304"/>
                          <a:pt x="2160" y="7587"/>
                          <a:pt x="2963" y="6147"/>
                        </a:cubicBezTo>
                        <a:cubicBezTo>
                          <a:pt x="3766" y="4708"/>
                          <a:pt x="4763" y="3544"/>
                          <a:pt x="6009" y="2631"/>
                        </a:cubicBezTo>
                        <a:cubicBezTo>
                          <a:pt x="7255" y="1717"/>
                          <a:pt x="8695" y="1052"/>
                          <a:pt x="10329" y="637"/>
                        </a:cubicBezTo>
                        <a:cubicBezTo>
                          <a:pt x="11963" y="221"/>
                          <a:pt x="13707" y="0"/>
                          <a:pt x="15535" y="0"/>
                        </a:cubicBezTo>
                        <a:cubicBezTo>
                          <a:pt x="17252" y="0"/>
                          <a:pt x="18830" y="194"/>
                          <a:pt x="20353" y="554"/>
                        </a:cubicBezTo>
                        <a:cubicBezTo>
                          <a:pt x="21849" y="941"/>
                          <a:pt x="23178" y="1523"/>
                          <a:pt x="24285" y="2354"/>
                        </a:cubicBezTo>
                        <a:cubicBezTo>
                          <a:pt x="25393" y="3184"/>
                          <a:pt x="26279" y="4264"/>
                          <a:pt x="26916" y="5649"/>
                        </a:cubicBezTo>
                        <a:cubicBezTo>
                          <a:pt x="27553" y="7034"/>
                          <a:pt x="27857" y="8695"/>
                          <a:pt x="27857" y="10689"/>
                        </a:cubicBezTo>
                        <a:lnTo>
                          <a:pt x="27857" y="29436"/>
                        </a:lnTo>
                        <a:cubicBezTo>
                          <a:pt x="27857" y="30987"/>
                          <a:pt x="28134" y="31983"/>
                          <a:pt x="28688" y="32399"/>
                        </a:cubicBezTo>
                        <a:cubicBezTo>
                          <a:pt x="29242" y="32814"/>
                          <a:pt x="30322" y="32731"/>
                          <a:pt x="31983" y="32094"/>
                        </a:cubicBezTo>
                        <a:lnTo>
                          <a:pt x="31983" y="35223"/>
                        </a:lnTo>
                        <a:cubicBezTo>
                          <a:pt x="31679" y="35306"/>
                          <a:pt x="31236" y="35445"/>
                          <a:pt x="30654" y="35611"/>
                        </a:cubicBezTo>
                        <a:cubicBezTo>
                          <a:pt x="30073" y="35777"/>
                          <a:pt x="29491" y="35888"/>
                          <a:pt x="28910" y="35888"/>
                        </a:cubicBezTo>
                        <a:cubicBezTo>
                          <a:pt x="28301" y="35888"/>
                          <a:pt x="27719" y="35833"/>
                          <a:pt x="27137" y="35694"/>
                        </a:cubicBezTo>
                        <a:cubicBezTo>
                          <a:pt x="26473" y="35611"/>
                          <a:pt x="25947" y="35389"/>
                          <a:pt x="25559" y="35057"/>
                        </a:cubicBezTo>
                        <a:cubicBezTo>
                          <a:pt x="25172" y="34725"/>
                          <a:pt x="24839" y="34337"/>
                          <a:pt x="24618" y="33866"/>
                        </a:cubicBezTo>
                        <a:cubicBezTo>
                          <a:pt x="24396" y="33396"/>
                          <a:pt x="24202" y="32897"/>
                          <a:pt x="24119" y="32343"/>
                        </a:cubicBezTo>
                        <a:cubicBezTo>
                          <a:pt x="24036" y="31790"/>
                          <a:pt x="23981" y="31208"/>
                          <a:pt x="23981" y="30571"/>
                        </a:cubicBezTo>
                        <a:cubicBezTo>
                          <a:pt x="22319" y="32426"/>
                          <a:pt x="20409" y="33839"/>
                          <a:pt x="18276" y="34836"/>
                        </a:cubicBezTo>
                        <a:cubicBezTo>
                          <a:pt x="16144" y="35805"/>
                          <a:pt x="13818" y="36303"/>
                          <a:pt x="11326" y="36303"/>
                        </a:cubicBezTo>
                        <a:cubicBezTo>
                          <a:pt x="9830" y="36303"/>
                          <a:pt x="8418" y="36109"/>
                          <a:pt x="7034" y="35694"/>
                        </a:cubicBezTo>
                        <a:cubicBezTo>
                          <a:pt x="5649" y="35306"/>
                          <a:pt x="4458" y="34669"/>
                          <a:pt x="3406" y="33839"/>
                        </a:cubicBezTo>
                        <a:cubicBezTo>
                          <a:pt x="2354" y="33008"/>
                          <a:pt x="1523" y="31956"/>
                          <a:pt x="914" y="30737"/>
                        </a:cubicBezTo>
                        <a:cubicBezTo>
                          <a:pt x="305" y="29519"/>
                          <a:pt x="0" y="28079"/>
                          <a:pt x="0" y="26390"/>
                        </a:cubicBezTo>
                        <a:cubicBezTo>
                          <a:pt x="0" y="20547"/>
                          <a:pt x="3960" y="17086"/>
                          <a:pt x="11852" y="16033"/>
                        </a:cubicBezTo>
                        <a:lnTo>
                          <a:pt x="17279" y="15313"/>
                        </a:lnTo>
                        <a:close/>
                        <a:moveTo>
                          <a:pt x="23925" y="17224"/>
                        </a:moveTo>
                        <a:cubicBezTo>
                          <a:pt x="22264" y="17944"/>
                          <a:pt x="20575" y="18387"/>
                          <a:pt x="18886" y="18608"/>
                        </a:cubicBezTo>
                        <a:cubicBezTo>
                          <a:pt x="17169" y="18830"/>
                          <a:pt x="15480" y="18996"/>
                          <a:pt x="13790" y="19135"/>
                        </a:cubicBezTo>
                        <a:cubicBezTo>
                          <a:pt x="10772" y="19356"/>
                          <a:pt x="8418" y="20049"/>
                          <a:pt x="6757" y="21184"/>
                        </a:cubicBezTo>
                        <a:cubicBezTo>
                          <a:pt x="5095" y="22319"/>
                          <a:pt x="4237" y="24091"/>
                          <a:pt x="4237" y="26445"/>
                        </a:cubicBezTo>
                        <a:cubicBezTo>
                          <a:pt x="4237" y="27497"/>
                          <a:pt x="4431" y="28439"/>
                          <a:pt x="4874" y="29214"/>
                        </a:cubicBezTo>
                        <a:cubicBezTo>
                          <a:pt x="5289" y="29990"/>
                          <a:pt x="5843" y="30627"/>
                          <a:pt x="6507" y="31153"/>
                        </a:cubicBezTo>
                        <a:cubicBezTo>
                          <a:pt x="7172" y="31651"/>
                          <a:pt x="7975" y="32039"/>
                          <a:pt x="8861" y="32288"/>
                        </a:cubicBezTo>
                        <a:cubicBezTo>
                          <a:pt x="9747" y="32537"/>
                          <a:pt x="10661" y="32648"/>
                          <a:pt x="11575" y="32648"/>
                        </a:cubicBezTo>
                        <a:cubicBezTo>
                          <a:pt x="13153" y="32648"/>
                          <a:pt x="14676" y="32454"/>
                          <a:pt x="16172" y="32039"/>
                        </a:cubicBezTo>
                        <a:cubicBezTo>
                          <a:pt x="17667" y="31651"/>
                          <a:pt x="18969" y="31042"/>
                          <a:pt x="20132" y="30211"/>
                        </a:cubicBezTo>
                        <a:cubicBezTo>
                          <a:pt x="21295" y="29380"/>
                          <a:pt x="22209" y="28356"/>
                          <a:pt x="22929" y="27082"/>
                        </a:cubicBezTo>
                        <a:cubicBezTo>
                          <a:pt x="23621" y="25808"/>
                          <a:pt x="23981" y="24313"/>
                          <a:pt x="23981" y="22596"/>
                        </a:cubicBezTo>
                        <a:lnTo>
                          <a:pt x="23981" y="17224"/>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5" name="Freeform 3574">
                    <a:extLst>
                      <a:ext uri="{FF2B5EF4-FFF2-40B4-BE49-F238E27FC236}">
                        <a16:creationId xmlns:a16="http://schemas.microsoft.com/office/drawing/2014/main" id="{8871F450-C3D4-A6B4-A422-C63E85133227}"/>
                      </a:ext>
                    </a:extLst>
                  </p:cNvPr>
                  <p:cNvSpPr/>
                  <p:nvPr/>
                </p:nvSpPr>
                <p:spPr>
                  <a:xfrm>
                    <a:off x="3176190" y="2907698"/>
                    <a:ext cx="15147" cy="35361"/>
                  </a:xfrm>
                  <a:custGeom>
                    <a:avLst/>
                    <a:gdLst>
                      <a:gd name="connsiteX0" fmla="*/ 3932 w 15147"/>
                      <a:gd name="connsiteY0" fmla="*/ 35362 h 35361"/>
                      <a:gd name="connsiteX1" fmla="*/ 0 w 15147"/>
                      <a:gd name="connsiteY1" fmla="*/ 35362 h 35361"/>
                      <a:gd name="connsiteX2" fmla="*/ 0 w 15147"/>
                      <a:gd name="connsiteY2" fmla="*/ 942 h 35361"/>
                      <a:gd name="connsiteX3" fmla="*/ 3932 w 15147"/>
                      <a:gd name="connsiteY3" fmla="*/ 942 h 35361"/>
                      <a:gd name="connsiteX4" fmla="*/ 3932 w 15147"/>
                      <a:gd name="connsiteY4" fmla="*/ 7394 h 35361"/>
                      <a:gd name="connsiteX5" fmla="*/ 4071 w 15147"/>
                      <a:gd name="connsiteY5" fmla="*/ 7394 h 35361"/>
                      <a:gd name="connsiteX6" fmla="*/ 8307 w 15147"/>
                      <a:gd name="connsiteY6" fmla="*/ 1634 h 35361"/>
                      <a:gd name="connsiteX7" fmla="*/ 15147 w 15147"/>
                      <a:gd name="connsiteY7" fmla="*/ 0 h 35361"/>
                      <a:gd name="connsiteX8" fmla="*/ 15147 w 15147"/>
                      <a:gd name="connsiteY8" fmla="*/ 4320 h 35361"/>
                      <a:gd name="connsiteX9" fmla="*/ 9637 w 15147"/>
                      <a:gd name="connsiteY9" fmla="*/ 5372 h 35361"/>
                      <a:gd name="connsiteX10" fmla="*/ 6203 w 15147"/>
                      <a:gd name="connsiteY10" fmla="*/ 8418 h 35361"/>
                      <a:gd name="connsiteX11" fmla="*/ 4431 w 15147"/>
                      <a:gd name="connsiteY11" fmla="*/ 12960 h 35361"/>
                      <a:gd name="connsiteX12" fmla="*/ 3932 w 15147"/>
                      <a:gd name="connsiteY12" fmla="*/ 18443 h 35361"/>
                      <a:gd name="connsiteX13" fmla="*/ 3932 w 15147"/>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7" h="35361">
                        <a:moveTo>
                          <a:pt x="3932" y="35362"/>
                        </a:moveTo>
                        <a:lnTo>
                          <a:pt x="0" y="35362"/>
                        </a:lnTo>
                        <a:lnTo>
                          <a:pt x="0" y="942"/>
                        </a:lnTo>
                        <a:lnTo>
                          <a:pt x="3932" y="942"/>
                        </a:lnTo>
                        <a:lnTo>
                          <a:pt x="3932" y="7394"/>
                        </a:lnTo>
                        <a:lnTo>
                          <a:pt x="4071" y="7394"/>
                        </a:lnTo>
                        <a:cubicBezTo>
                          <a:pt x="5151" y="4652"/>
                          <a:pt x="6563" y="2741"/>
                          <a:pt x="8307" y="1634"/>
                        </a:cubicBezTo>
                        <a:cubicBezTo>
                          <a:pt x="10024" y="554"/>
                          <a:pt x="12323" y="0"/>
                          <a:pt x="15147" y="0"/>
                        </a:cubicBezTo>
                        <a:lnTo>
                          <a:pt x="15147" y="4320"/>
                        </a:lnTo>
                        <a:cubicBezTo>
                          <a:pt x="12932" y="4265"/>
                          <a:pt x="11077" y="4624"/>
                          <a:pt x="9637" y="5372"/>
                        </a:cubicBezTo>
                        <a:cubicBezTo>
                          <a:pt x="8197" y="6120"/>
                          <a:pt x="7061" y="7144"/>
                          <a:pt x="6203" y="8418"/>
                        </a:cubicBezTo>
                        <a:cubicBezTo>
                          <a:pt x="5344" y="9692"/>
                          <a:pt x="4763" y="11215"/>
                          <a:pt x="4431" y="12960"/>
                        </a:cubicBezTo>
                        <a:cubicBezTo>
                          <a:pt x="4098" y="14704"/>
                          <a:pt x="3932" y="16532"/>
                          <a:pt x="3932" y="18443"/>
                        </a:cubicBezTo>
                        <a:lnTo>
                          <a:pt x="3932" y="35334"/>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6" name="Freeform 3575">
                    <a:extLst>
                      <a:ext uri="{FF2B5EF4-FFF2-40B4-BE49-F238E27FC236}">
                        <a16:creationId xmlns:a16="http://schemas.microsoft.com/office/drawing/2014/main" id="{971EB44B-06C4-C89F-2A5C-07A0B4720FE7}"/>
                      </a:ext>
                    </a:extLst>
                  </p:cNvPr>
                  <p:cNvSpPr/>
                  <p:nvPr/>
                </p:nvSpPr>
                <p:spPr>
                  <a:xfrm>
                    <a:off x="3198204" y="2895209"/>
                    <a:ext cx="4319" cy="47850"/>
                  </a:xfrm>
                  <a:custGeom>
                    <a:avLst/>
                    <a:gdLst>
                      <a:gd name="connsiteX0" fmla="*/ 0 w 4319"/>
                      <a:gd name="connsiteY0" fmla="*/ 5926 h 47850"/>
                      <a:gd name="connsiteX1" fmla="*/ 0 w 4319"/>
                      <a:gd name="connsiteY1" fmla="*/ 0 h 47850"/>
                      <a:gd name="connsiteX2" fmla="*/ 4320 w 4319"/>
                      <a:gd name="connsiteY2" fmla="*/ 0 h 47850"/>
                      <a:gd name="connsiteX3" fmla="*/ 4320 w 4319"/>
                      <a:gd name="connsiteY3" fmla="*/ 5926 h 47850"/>
                      <a:gd name="connsiteX4" fmla="*/ 0 w 4319"/>
                      <a:gd name="connsiteY4" fmla="*/ 5926 h 47850"/>
                      <a:gd name="connsiteX5" fmla="*/ 194 w 4319"/>
                      <a:gd name="connsiteY5" fmla="*/ 47851 h 47850"/>
                      <a:gd name="connsiteX6" fmla="*/ 194 w 4319"/>
                      <a:gd name="connsiteY6" fmla="*/ 13430 h 47850"/>
                      <a:gd name="connsiteX7" fmla="*/ 4126 w 4319"/>
                      <a:gd name="connsiteY7" fmla="*/ 13430 h 47850"/>
                      <a:gd name="connsiteX8" fmla="*/ 4126 w 4319"/>
                      <a:gd name="connsiteY8" fmla="*/ 47851 h 47850"/>
                      <a:gd name="connsiteX9" fmla="*/ 194 w 4319"/>
                      <a:gd name="connsiteY9" fmla="*/ 4785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50">
                        <a:moveTo>
                          <a:pt x="0" y="5926"/>
                        </a:moveTo>
                        <a:lnTo>
                          <a:pt x="0" y="0"/>
                        </a:lnTo>
                        <a:lnTo>
                          <a:pt x="4320" y="0"/>
                        </a:lnTo>
                        <a:lnTo>
                          <a:pt x="4320" y="5926"/>
                        </a:lnTo>
                        <a:lnTo>
                          <a:pt x="0" y="5926"/>
                        </a:lnTo>
                        <a:close/>
                        <a:moveTo>
                          <a:pt x="194" y="47851"/>
                        </a:moveTo>
                        <a:lnTo>
                          <a:pt x="194" y="13430"/>
                        </a:lnTo>
                        <a:lnTo>
                          <a:pt x="4126" y="13430"/>
                        </a:lnTo>
                        <a:lnTo>
                          <a:pt x="4126" y="47851"/>
                        </a:lnTo>
                        <a:lnTo>
                          <a:pt x="194" y="47851"/>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7" name="Freeform 3576">
                    <a:extLst>
                      <a:ext uri="{FF2B5EF4-FFF2-40B4-BE49-F238E27FC236}">
                        <a16:creationId xmlns:a16="http://schemas.microsoft.com/office/drawing/2014/main" id="{1AD32767-E271-208C-3424-2C3C22921B95}"/>
                      </a:ext>
                    </a:extLst>
                  </p:cNvPr>
                  <p:cNvSpPr/>
                  <p:nvPr/>
                </p:nvSpPr>
                <p:spPr>
                  <a:xfrm>
                    <a:off x="3210610" y="2907670"/>
                    <a:ext cx="26722" cy="36248"/>
                  </a:xfrm>
                  <a:custGeom>
                    <a:avLst/>
                    <a:gdLst>
                      <a:gd name="connsiteX0" fmla="*/ 4043 w 26722"/>
                      <a:gd name="connsiteY0" fmla="*/ 24618 h 36248"/>
                      <a:gd name="connsiteX1" fmla="*/ 7338 w 26722"/>
                      <a:gd name="connsiteY1" fmla="*/ 30904 h 36248"/>
                      <a:gd name="connsiteX2" fmla="*/ 14178 w 26722"/>
                      <a:gd name="connsiteY2" fmla="*/ 32731 h 36248"/>
                      <a:gd name="connsiteX3" fmla="*/ 17916 w 26722"/>
                      <a:gd name="connsiteY3" fmla="*/ 32205 h 36248"/>
                      <a:gd name="connsiteX4" fmla="*/ 20491 w 26722"/>
                      <a:gd name="connsiteY4" fmla="*/ 30765 h 36248"/>
                      <a:gd name="connsiteX5" fmla="*/ 22042 w 26722"/>
                      <a:gd name="connsiteY5" fmla="*/ 28744 h 36248"/>
                      <a:gd name="connsiteX6" fmla="*/ 22568 w 26722"/>
                      <a:gd name="connsiteY6" fmla="*/ 26362 h 36248"/>
                      <a:gd name="connsiteX7" fmla="*/ 20962 w 26722"/>
                      <a:gd name="connsiteY7" fmla="*/ 22596 h 36248"/>
                      <a:gd name="connsiteX8" fmla="*/ 16947 w 26722"/>
                      <a:gd name="connsiteY8" fmla="*/ 20658 h 36248"/>
                      <a:gd name="connsiteX9" fmla="*/ 11713 w 26722"/>
                      <a:gd name="connsiteY9" fmla="*/ 19467 h 36248"/>
                      <a:gd name="connsiteX10" fmla="*/ 6480 w 26722"/>
                      <a:gd name="connsiteY10" fmla="*/ 17972 h 36248"/>
                      <a:gd name="connsiteX11" fmla="*/ 2464 w 26722"/>
                      <a:gd name="connsiteY11" fmla="*/ 15120 h 36248"/>
                      <a:gd name="connsiteX12" fmla="*/ 858 w 26722"/>
                      <a:gd name="connsiteY12" fmla="*/ 9858 h 36248"/>
                      <a:gd name="connsiteX13" fmla="*/ 3960 w 26722"/>
                      <a:gd name="connsiteY13" fmla="*/ 2769 h 36248"/>
                      <a:gd name="connsiteX14" fmla="*/ 12766 w 26722"/>
                      <a:gd name="connsiteY14" fmla="*/ 0 h 36248"/>
                      <a:gd name="connsiteX15" fmla="*/ 21710 w 26722"/>
                      <a:gd name="connsiteY15" fmla="*/ 2492 h 36248"/>
                      <a:gd name="connsiteX16" fmla="*/ 25864 w 26722"/>
                      <a:gd name="connsiteY16" fmla="*/ 10827 h 36248"/>
                      <a:gd name="connsiteX17" fmla="*/ 21876 w 26722"/>
                      <a:gd name="connsiteY17" fmla="*/ 10827 h 36248"/>
                      <a:gd name="connsiteX18" fmla="*/ 18886 w 26722"/>
                      <a:gd name="connsiteY18" fmla="*/ 5206 h 36248"/>
                      <a:gd name="connsiteX19" fmla="*/ 12683 w 26722"/>
                      <a:gd name="connsiteY19" fmla="*/ 3572 h 36248"/>
                      <a:gd name="connsiteX20" fmla="*/ 6978 w 26722"/>
                      <a:gd name="connsiteY20" fmla="*/ 5206 h 36248"/>
                      <a:gd name="connsiteX21" fmla="*/ 5012 w 26722"/>
                      <a:gd name="connsiteY21" fmla="*/ 9498 h 36248"/>
                      <a:gd name="connsiteX22" fmla="*/ 6618 w 26722"/>
                      <a:gd name="connsiteY22" fmla="*/ 13043 h 36248"/>
                      <a:gd name="connsiteX23" fmla="*/ 10633 w 26722"/>
                      <a:gd name="connsiteY23" fmla="*/ 15036 h 36248"/>
                      <a:gd name="connsiteX24" fmla="*/ 15867 w 26722"/>
                      <a:gd name="connsiteY24" fmla="*/ 16393 h 36248"/>
                      <a:gd name="connsiteX25" fmla="*/ 21101 w 26722"/>
                      <a:gd name="connsiteY25" fmla="*/ 18083 h 36248"/>
                      <a:gd name="connsiteX26" fmla="*/ 25116 w 26722"/>
                      <a:gd name="connsiteY26" fmla="*/ 21046 h 36248"/>
                      <a:gd name="connsiteX27" fmla="*/ 26722 w 26722"/>
                      <a:gd name="connsiteY27" fmla="*/ 26224 h 36248"/>
                      <a:gd name="connsiteX28" fmla="*/ 25670 w 26722"/>
                      <a:gd name="connsiteY28" fmla="*/ 30571 h 36248"/>
                      <a:gd name="connsiteX29" fmla="*/ 22790 w 26722"/>
                      <a:gd name="connsiteY29" fmla="*/ 33728 h 36248"/>
                      <a:gd name="connsiteX30" fmla="*/ 18442 w 26722"/>
                      <a:gd name="connsiteY30" fmla="*/ 35611 h 36248"/>
                      <a:gd name="connsiteX31" fmla="*/ 12904 w 26722"/>
                      <a:gd name="connsiteY31" fmla="*/ 36248 h 36248"/>
                      <a:gd name="connsiteX32" fmla="*/ 7560 w 26722"/>
                      <a:gd name="connsiteY32" fmla="*/ 35362 h 36248"/>
                      <a:gd name="connsiteX33" fmla="*/ 3600 w 26722"/>
                      <a:gd name="connsiteY33" fmla="*/ 32870 h 36248"/>
                      <a:gd name="connsiteX34" fmla="*/ 1052 w 26722"/>
                      <a:gd name="connsiteY34" fmla="*/ 29159 h 36248"/>
                      <a:gd name="connsiteX35" fmla="*/ 0 w 26722"/>
                      <a:gd name="connsiteY35" fmla="*/ 24562 h 36248"/>
                      <a:gd name="connsiteX36" fmla="*/ 3988 w 26722"/>
                      <a:gd name="connsiteY36" fmla="*/ 24562 h 3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722" h="36248">
                        <a:moveTo>
                          <a:pt x="4043" y="24618"/>
                        </a:moveTo>
                        <a:cubicBezTo>
                          <a:pt x="4652" y="27581"/>
                          <a:pt x="5760" y="29685"/>
                          <a:pt x="7338" y="30904"/>
                        </a:cubicBezTo>
                        <a:cubicBezTo>
                          <a:pt x="8944" y="32122"/>
                          <a:pt x="11215" y="32731"/>
                          <a:pt x="14178" y="32731"/>
                        </a:cubicBezTo>
                        <a:cubicBezTo>
                          <a:pt x="15618" y="32731"/>
                          <a:pt x="16864" y="32565"/>
                          <a:pt x="17916" y="32205"/>
                        </a:cubicBezTo>
                        <a:cubicBezTo>
                          <a:pt x="18969" y="31845"/>
                          <a:pt x="19827" y="31374"/>
                          <a:pt x="20491" y="30765"/>
                        </a:cubicBezTo>
                        <a:cubicBezTo>
                          <a:pt x="21156" y="30156"/>
                          <a:pt x="21682" y="29491"/>
                          <a:pt x="22042" y="28744"/>
                        </a:cubicBezTo>
                        <a:cubicBezTo>
                          <a:pt x="22402" y="27996"/>
                          <a:pt x="22568" y="27193"/>
                          <a:pt x="22568" y="26362"/>
                        </a:cubicBezTo>
                        <a:cubicBezTo>
                          <a:pt x="22568" y="24673"/>
                          <a:pt x="22042" y="23427"/>
                          <a:pt x="20962" y="22596"/>
                        </a:cubicBezTo>
                        <a:cubicBezTo>
                          <a:pt x="19882" y="21766"/>
                          <a:pt x="18553" y="21129"/>
                          <a:pt x="16947" y="20658"/>
                        </a:cubicBezTo>
                        <a:cubicBezTo>
                          <a:pt x="15341" y="20187"/>
                          <a:pt x="13596" y="19799"/>
                          <a:pt x="11713" y="19467"/>
                        </a:cubicBezTo>
                        <a:cubicBezTo>
                          <a:pt x="9830" y="19135"/>
                          <a:pt x="8086" y="18636"/>
                          <a:pt x="6480" y="17972"/>
                        </a:cubicBezTo>
                        <a:cubicBezTo>
                          <a:pt x="4874" y="17307"/>
                          <a:pt x="3517" y="16366"/>
                          <a:pt x="2464" y="15120"/>
                        </a:cubicBezTo>
                        <a:cubicBezTo>
                          <a:pt x="1412" y="13873"/>
                          <a:pt x="858" y="12129"/>
                          <a:pt x="858" y="9858"/>
                        </a:cubicBezTo>
                        <a:cubicBezTo>
                          <a:pt x="858" y="6978"/>
                          <a:pt x="1883" y="4625"/>
                          <a:pt x="3960" y="2769"/>
                        </a:cubicBezTo>
                        <a:cubicBezTo>
                          <a:pt x="6037" y="942"/>
                          <a:pt x="8972" y="0"/>
                          <a:pt x="12766" y="0"/>
                        </a:cubicBezTo>
                        <a:cubicBezTo>
                          <a:pt x="16559" y="0"/>
                          <a:pt x="19412" y="831"/>
                          <a:pt x="21710" y="2492"/>
                        </a:cubicBezTo>
                        <a:cubicBezTo>
                          <a:pt x="24008" y="4154"/>
                          <a:pt x="25393" y="6923"/>
                          <a:pt x="25864" y="10827"/>
                        </a:cubicBezTo>
                        <a:lnTo>
                          <a:pt x="21876" y="10827"/>
                        </a:lnTo>
                        <a:cubicBezTo>
                          <a:pt x="21516" y="8169"/>
                          <a:pt x="20547" y="6286"/>
                          <a:pt x="18886" y="5206"/>
                        </a:cubicBezTo>
                        <a:cubicBezTo>
                          <a:pt x="17224" y="4126"/>
                          <a:pt x="15175" y="3572"/>
                          <a:pt x="12683" y="3572"/>
                        </a:cubicBezTo>
                        <a:cubicBezTo>
                          <a:pt x="10190" y="3572"/>
                          <a:pt x="8307" y="4126"/>
                          <a:pt x="6978" y="5206"/>
                        </a:cubicBezTo>
                        <a:cubicBezTo>
                          <a:pt x="5649" y="6286"/>
                          <a:pt x="5012" y="7726"/>
                          <a:pt x="5012" y="9498"/>
                        </a:cubicBezTo>
                        <a:cubicBezTo>
                          <a:pt x="5012" y="11049"/>
                          <a:pt x="5538" y="12240"/>
                          <a:pt x="6618" y="13043"/>
                        </a:cubicBezTo>
                        <a:cubicBezTo>
                          <a:pt x="7698" y="13846"/>
                          <a:pt x="9027" y="14538"/>
                          <a:pt x="10633" y="15036"/>
                        </a:cubicBezTo>
                        <a:cubicBezTo>
                          <a:pt x="12240" y="15535"/>
                          <a:pt x="13984" y="16006"/>
                          <a:pt x="15867" y="16393"/>
                        </a:cubicBezTo>
                        <a:cubicBezTo>
                          <a:pt x="17750" y="16781"/>
                          <a:pt x="19495" y="17363"/>
                          <a:pt x="21101" y="18083"/>
                        </a:cubicBezTo>
                        <a:cubicBezTo>
                          <a:pt x="22707" y="18803"/>
                          <a:pt x="24064" y="19799"/>
                          <a:pt x="25116" y="21046"/>
                        </a:cubicBezTo>
                        <a:cubicBezTo>
                          <a:pt x="26196" y="22292"/>
                          <a:pt x="26722" y="24009"/>
                          <a:pt x="26722" y="26224"/>
                        </a:cubicBezTo>
                        <a:cubicBezTo>
                          <a:pt x="26722" y="27857"/>
                          <a:pt x="26362" y="29325"/>
                          <a:pt x="25670" y="30571"/>
                        </a:cubicBezTo>
                        <a:cubicBezTo>
                          <a:pt x="24977" y="31845"/>
                          <a:pt x="24008" y="32897"/>
                          <a:pt x="22790" y="33728"/>
                        </a:cubicBezTo>
                        <a:cubicBezTo>
                          <a:pt x="21571" y="34559"/>
                          <a:pt x="20104" y="35196"/>
                          <a:pt x="18442" y="35611"/>
                        </a:cubicBezTo>
                        <a:cubicBezTo>
                          <a:pt x="16753" y="36026"/>
                          <a:pt x="14926" y="36248"/>
                          <a:pt x="12904" y="36248"/>
                        </a:cubicBezTo>
                        <a:cubicBezTo>
                          <a:pt x="10883" y="36248"/>
                          <a:pt x="9110" y="35943"/>
                          <a:pt x="7560" y="35362"/>
                        </a:cubicBezTo>
                        <a:cubicBezTo>
                          <a:pt x="6009" y="34753"/>
                          <a:pt x="4680" y="33922"/>
                          <a:pt x="3600" y="32870"/>
                        </a:cubicBezTo>
                        <a:cubicBezTo>
                          <a:pt x="2520" y="31817"/>
                          <a:pt x="1661" y="30571"/>
                          <a:pt x="1052" y="29159"/>
                        </a:cubicBezTo>
                        <a:cubicBezTo>
                          <a:pt x="443" y="27747"/>
                          <a:pt x="83" y="26224"/>
                          <a:pt x="0" y="24562"/>
                        </a:cubicBezTo>
                        <a:lnTo>
                          <a:pt x="3988" y="24562"/>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8" name="Freeform 3577">
                    <a:extLst>
                      <a:ext uri="{FF2B5EF4-FFF2-40B4-BE49-F238E27FC236}">
                        <a16:creationId xmlns:a16="http://schemas.microsoft.com/office/drawing/2014/main" id="{8B8C648B-90FF-C7B4-FE06-3062A165DE74}"/>
                      </a:ext>
                    </a:extLst>
                  </p:cNvPr>
                  <p:cNvSpPr/>
                  <p:nvPr/>
                </p:nvSpPr>
                <p:spPr>
                  <a:xfrm>
                    <a:off x="3242870" y="2907698"/>
                    <a:ext cx="31374" cy="36303"/>
                  </a:xfrm>
                  <a:custGeom>
                    <a:avLst/>
                    <a:gdLst>
                      <a:gd name="connsiteX0" fmla="*/ 15729 w 31374"/>
                      <a:gd name="connsiteY0" fmla="*/ 36303 h 36303"/>
                      <a:gd name="connsiteX1" fmla="*/ 9609 w 31374"/>
                      <a:gd name="connsiteY1" fmla="*/ 35113 h 36303"/>
                      <a:gd name="connsiteX2" fmla="*/ 4625 w 31374"/>
                      <a:gd name="connsiteY2" fmla="*/ 31734 h 36303"/>
                      <a:gd name="connsiteX3" fmla="*/ 1246 w 31374"/>
                      <a:gd name="connsiteY3" fmla="*/ 26085 h 36303"/>
                      <a:gd name="connsiteX4" fmla="*/ 0 w 31374"/>
                      <a:gd name="connsiteY4" fmla="*/ 18166 h 36303"/>
                      <a:gd name="connsiteX5" fmla="*/ 969 w 31374"/>
                      <a:gd name="connsiteY5" fmla="*/ 11077 h 36303"/>
                      <a:gd name="connsiteX6" fmla="*/ 3905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8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1 h 36303"/>
                      <a:gd name="connsiteX28" fmla="*/ 10717 w 31374"/>
                      <a:gd name="connsiteY28" fmla="*/ 31651 h 36303"/>
                      <a:gd name="connsiteX29" fmla="*/ 15701 w 31374"/>
                      <a:gd name="connsiteY29" fmla="*/ 32703 h 36303"/>
                      <a:gd name="connsiteX30" fmla="*/ 20962 w 31374"/>
                      <a:gd name="connsiteY30" fmla="*/ 31485 h 36303"/>
                      <a:gd name="connsiteX31" fmla="*/ 24535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5" y="31734"/>
                        </a:cubicBezTo>
                        <a:cubicBezTo>
                          <a:pt x="3212" y="30239"/>
                          <a:pt x="2077" y="28356"/>
                          <a:pt x="1246" y="26085"/>
                        </a:cubicBezTo>
                        <a:cubicBezTo>
                          <a:pt x="415" y="23815"/>
                          <a:pt x="0" y="21184"/>
                          <a:pt x="0" y="18166"/>
                        </a:cubicBezTo>
                        <a:cubicBezTo>
                          <a:pt x="0" y="15646"/>
                          <a:pt x="332" y="13292"/>
                          <a:pt x="969" y="11077"/>
                        </a:cubicBezTo>
                        <a:cubicBezTo>
                          <a:pt x="1634" y="8889"/>
                          <a:pt x="2603" y="6978"/>
                          <a:pt x="3905" y="5317"/>
                        </a:cubicBezTo>
                        <a:cubicBezTo>
                          <a:pt x="5206" y="3683"/>
                          <a:pt x="6840" y="2381"/>
                          <a:pt x="8806" y="1440"/>
                        </a:cubicBezTo>
                        <a:cubicBezTo>
                          <a:pt x="10772" y="498"/>
                          <a:pt x="13070" y="0"/>
                          <a:pt x="15673" y="0"/>
                        </a:cubicBezTo>
                        <a:cubicBezTo>
                          <a:pt x="18276" y="0"/>
                          <a:pt x="20658" y="471"/>
                          <a:pt x="22624" y="1440"/>
                        </a:cubicBezTo>
                        <a:cubicBezTo>
                          <a:pt x="24590" y="2381"/>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925"/>
                          <a:pt x="24036" y="34143"/>
                          <a:pt x="22098" y="35002"/>
                        </a:cubicBezTo>
                        <a:cubicBezTo>
                          <a:pt x="20159" y="35860"/>
                          <a:pt x="17999" y="36303"/>
                          <a:pt x="15646" y="36303"/>
                        </a:cubicBezTo>
                        <a:close/>
                        <a:moveTo>
                          <a:pt x="27248" y="18166"/>
                        </a:moveTo>
                        <a:cubicBezTo>
                          <a:pt x="27248" y="16116"/>
                          <a:pt x="27027" y="14233"/>
                          <a:pt x="26584" y="12461"/>
                        </a:cubicBezTo>
                        <a:cubicBezTo>
                          <a:pt x="26141" y="10689"/>
                          <a:pt x="25476" y="9138"/>
                          <a:pt x="24562" y="7837"/>
                        </a:cubicBezTo>
                        <a:cubicBezTo>
                          <a:pt x="23649" y="6535"/>
                          <a:pt x="22458" y="5511"/>
                          <a:pt x="21018" y="4735"/>
                        </a:cubicBezTo>
                        <a:cubicBezTo>
                          <a:pt x="19578" y="3960"/>
                          <a:pt x="17806" y="3600"/>
                          <a:pt x="15701" y="3600"/>
                        </a:cubicBezTo>
                        <a:cubicBezTo>
                          <a:pt x="13597" y="3600"/>
                          <a:pt x="11880" y="4015"/>
                          <a:pt x="10440" y="4818"/>
                        </a:cubicBezTo>
                        <a:cubicBezTo>
                          <a:pt x="8972" y="5649"/>
                          <a:pt x="7781" y="6729"/>
                          <a:pt x="6868" y="8086"/>
                        </a:cubicBezTo>
                        <a:cubicBezTo>
                          <a:pt x="5954" y="9443"/>
                          <a:pt x="5261" y="10994"/>
                          <a:pt x="4846" y="12738"/>
                        </a:cubicBezTo>
                        <a:cubicBezTo>
                          <a:pt x="4403" y="14483"/>
                          <a:pt x="4181" y="16283"/>
                          <a:pt x="4181" y="18166"/>
                        </a:cubicBezTo>
                        <a:cubicBezTo>
                          <a:pt x="4181" y="20298"/>
                          <a:pt x="4431" y="22264"/>
                          <a:pt x="4929" y="24036"/>
                        </a:cubicBezTo>
                        <a:cubicBezTo>
                          <a:pt x="5428" y="25836"/>
                          <a:pt x="6175" y="27359"/>
                          <a:pt x="7117" y="28661"/>
                        </a:cubicBezTo>
                        <a:cubicBezTo>
                          <a:pt x="8086" y="29934"/>
                          <a:pt x="9277" y="30931"/>
                          <a:pt x="10717" y="31651"/>
                        </a:cubicBezTo>
                        <a:cubicBezTo>
                          <a:pt x="12157" y="32371"/>
                          <a:pt x="13818" y="32703"/>
                          <a:pt x="15701" y="32703"/>
                        </a:cubicBezTo>
                        <a:cubicBezTo>
                          <a:pt x="17750" y="32703"/>
                          <a:pt x="19523" y="32288"/>
                          <a:pt x="20962" y="31485"/>
                        </a:cubicBezTo>
                        <a:cubicBezTo>
                          <a:pt x="22430" y="30654"/>
                          <a:pt x="23621" y="29574"/>
                          <a:pt x="24535" y="28190"/>
                        </a:cubicBezTo>
                        <a:cubicBezTo>
                          <a:pt x="25448" y="26805"/>
                          <a:pt x="26141" y="25254"/>
                          <a:pt x="26556" y="23538"/>
                        </a:cubicBezTo>
                        <a:cubicBezTo>
                          <a:pt x="26971" y="21821"/>
                          <a:pt x="27221" y="20021"/>
                          <a:pt x="27221" y="18166"/>
                        </a:cubicBez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79" name="Freeform 3578">
                    <a:extLst>
                      <a:ext uri="{FF2B5EF4-FFF2-40B4-BE49-F238E27FC236}">
                        <a16:creationId xmlns:a16="http://schemas.microsoft.com/office/drawing/2014/main" id="{2346B89F-9604-8B85-A418-532D799B809A}"/>
                      </a:ext>
                    </a:extLst>
                  </p:cNvPr>
                  <p:cNvSpPr/>
                  <p:nvPr/>
                </p:nvSpPr>
                <p:spPr>
                  <a:xfrm>
                    <a:off x="3281500" y="2907698"/>
                    <a:ext cx="26916" cy="35389"/>
                  </a:xfrm>
                  <a:custGeom>
                    <a:avLst/>
                    <a:gdLst>
                      <a:gd name="connsiteX0" fmla="*/ 3932 w 26916"/>
                      <a:gd name="connsiteY0" fmla="*/ 35362 h 35389"/>
                      <a:gd name="connsiteX1" fmla="*/ 0 w 26916"/>
                      <a:gd name="connsiteY1" fmla="*/ 35362 h 35389"/>
                      <a:gd name="connsiteX2" fmla="*/ 0 w 26916"/>
                      <a:gd name="connsiteY2" fmla="*/ 942 h 35389"/>
                      <a:gd name="connsiteX3" fmla="*/ 3932 w 26916"/>
                      <a:gd name="connsiteY3" fmla="*/ 942 h 35389"/>
                      <a:gd name="connsiteX4" fmla="*/ 3932 w 26916"/>
                      <a:gd name="connsiteY4" fmla="*/ 5732 h 35389"/>
                      <a:gd name="connsiteX5" fmla="*/ 8806 w 26916"/>
                      <a:gd name="connsiteY5" fmla="*/ 1606 h 35389"/>
                      <a:gd name="connsiteX6" fmla="*/ 14870 w 26916"/>
                      <a:gd name="connsiteY6" fmla="*/ 0 h 35389"/>
                      <a:gd name="connsiteX7" fmla="*/ 20713 w 26916"/>
                      <a:gd name="connsiteY7" fmla="*/ 1108 h 35389"/>
                      <a:gd name="connsiteX8" fmla="*/ 25227 w 26916"/>
                      <a:gd name="connsiteY8" fmla="*/ 4929 h 35389"/>
                      <a:gd name="connsiteX9" fmla="*/ 26694 w 26916"/>
                      <a:gd name="connsiteY9" fmla="*/ 8751 h 35389"/>
                      <a:gd name="connsiteX10" fmla="*/ 26916 w 26916"/>
                      <a:gd name="connsiteY10" fmla="*/ 12849 h 35389"/>
                      <a:gd name="connsiteX11" fmla="*/ 26916 w 26916"/>
                      <a:gd name="connsiteY11" fmla="*/ 35390 h 35389"/>
                      <a:gd name="connsiteX12" fmla="*/ 22984 w 26916"/>
                      <a:gd name="connsiteY12" fmla="*/ 35390 h 35389"/>
                      <a:gd name="connsiteX13" fmla="*/ 22984 w 26916"/>
                      <a:gd name="connsiteY13" fmla="*/ 12932 h 35389"/>
                      <a:gd name="connsiteX14" fmla="*/ 20962 w 26916"/>
                      <a:gd name="connsiteY14" fmla="*/ 5954 h 35389"/>
                      <a:gd name="connsiteX15" fmla="*/ 14206 w 26916"/>
                      <a:gd name="connsiteY15" fmla="*/ 3628 h 35389"/>
                      <a:gd name="connsiteX16" fmla="*/ 10855 w 26916"/>
                      <a:gd name="connsiteY16" fmla="*/ 4181 h 35389"/>
                      <a:gd name="connsiteX17" fmla="*/ 8141 w 26916"/>
                      <a:gd name="connsiteY17" fmla="*/ 5677 h 35389"/>
                      <a:gd name="connsiteX18" fmla="*/ 6092 w 26916"/>
                      <a:gd name="connsiteY18" fmla="*/ 7809 h 35389"/>
                      <a:gd name="connsiteX19" fmla="*/ 4791 w 26916"/>
                      <a:gd name="connsiteY19" fmla="*/ 10329 h 35389"/>
                      <a:gd name="connsiteX20" fmla="*/ 4071 w 26916"/>
                      <a:gd name="connsiteY20" fmla="*/ 13513 h 35389"/>
                      <a:gd name="connsiteX21" fmla="*/ 3932 w 26916"/>
                      <a:gd name="connsiteY21" fmla="*/ 16836 h 35389"/>
                      <a:gd name="connsiteX22" fmla="*/ 3932 w 26916"/>
                      <a:gd name="connsiteY22" fmla="*/ 35390 h 3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16" h="35389">
                        <a:moveTo>
                          <a:pt x="3932" y="35362"/>
                        </a:moveTo>
                        <a:lnTo>
                          <a:pt x="0" y="35362"/>
                        </a:lnTo>
                        <a:lnTo>
                          <a:pt x="0" y="942"/>
                        </a:lnTo>
                        <a:lnTo>
                          <a:pt x="3932" y="942"/>
                        </a:lnTo>
                        <a:lnTo>
                          <a:pt x="3932" y="5732"/>
                        </a:lnTo>
                        <a:cubicBezTo>
                          <a:pt x="5511" y="4043"/>
                          <a:pt x="7117" y="2686"/>
                          <a:pt x="8806" y="1606"/>
                        </a:cubicBezTo>
                        <a:cubicBezTo>
                          <a:pt x="10495" y="554"/>
                          <a:pt x="12517" y="0"/>
                          <a:pt x="14870" y="0"/>
                        </a:cubicBezTo>
                        <a:cubicBezTo>
                          <a:pt x="16975" y="0"/>
                          <a:pt x="18913" y="360"/>
                          <a:pt x="20713" y="1108"/>
                        </a:cubicBezTo>
                        <a:cubicBezTo>
                          <a:pt x="22513" y="1828"/>
                          <a:pt x="24008" y="3101"/>
                          <a:pt x="25227" y="4929"/>
                        </a:cubicBezTo>
                        <a:cubicBezTo>
                          <a:pt x="26058" y="6175"/>
                          <a:pt x="26556" y="7449"/>
                          <a:pt x="26694" y="8751"/>
                        </a:cubicBezTo>
                        <a:cubicBezTo>
                          <a:pt x="26861" y="10052"/>
                          <a:pt x="26916" y="11409"/>
                          <a:pt x="26916" y="12849"/>
                        </a:cubicBezTo>
                        <a:lnTo>
                          <a:pt x="26916" y="35390"/>
                        </a:lnTo>
                        <a:lnTo>
                          <a:pt x="22984" y="35390"/>
                        </a:lnTo>
                        <a:lnTo>
                          <a:pt x="22984" y="12932"/>
                        </a:lnTo>
                        <a:cubicBezTo>
                          <a:pt x="22984" y="9830"/>
                          <a:pt x="22319" y="7504"/>
                          <a:pt x="20962" y="5954"/>
                        </a:cubicBezTo>
                        <a:cubicBezTo>
                          <a:pt x="19606" y="4403"/>
                          <a:pt x="17363" y="3628"/>
                          <a:pt x="14206" y="3628"/>
                        </a:cubicBezTo>
                        <a:cubicBezTo>
                          <a:pt x="12987" y="3628"/>
                          <a:pt x="11880" y="3821"/>
                          <a:pt x="10855" y="4181"/>
                        </a:cubicBezTo>
                        <a:cubicBezTo>
                          <a:pt x="9858" y="4569"/>
                          <a:pt x="8944" y="5068"/>
                          <a:pt x="8141" y="5677"/>
                        </a:cubicBezTo>
                        <a:cubicBezTo>
                          <a:pt x="7338" y="6286"/>
                          <a:pt x="6646" y="7006"/>
                          <a:pt x="6092" y="7809"/>
                        </a:cubicBezTo>
                        <a:cubicBezTo>
                          <a:pt x="5511" y="8612"/>
                          <a:pt x="5095" y="9443"/>
                          <a:pt x="4791" y="10329"/>
                        </a:cubicBezTo>
                        <a:cubicBezTo>
                          <a:pt x="4403" y="11437"/>
                          <a:pt x="4154" y="12489"/>
                          <a:pt x="4071" y="13513"/>
                        </a:cubicBezTo>
                        <a:cubicBezTo>
                          <a:pt x="3988" y="14538"/>
                          <a:pt x="3932" y="15646"/>
                          <a:pt x="3932" y="16836"/>
                        </a:cubicBezTo>
                        <a:lnTo>
                          <a:pt x="3932" y="35390"/>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601" name="Freeform 3600">
                  <a:extLst>
                    <a:ext uri="{FF2B5EF4-FFF2-40B4-BE49-F238E27FC236}">
                      <a16:creationId xmlns:a16="http://schemas.microsoft.com/office/drawing/2014/main" id="{414324DA-2DEE-CE86-182A-6CA4E20F5ABC}"/>
                    </a:ext>
                  </a:extLst>
                </p:cNvPr>
                <p:cNvSpPr/>
                <p:nvPr/>
              </p:nvSpPr>
              <p:spPr>
                <a:xfrm>
                  <a:off x="4743959" y="3058384"/>
                  <a:ext cx="249645" cy="8285"/>
                </a:xfrm>
                <a:custGeom>
                  <a:avLst/>
                  <a:gdLst>
                    <a:gd name="connsiteX0" fmla="*/ 0 w 83434"/>
                    <a:gd name="connsiteY0" fmla="*/ 0 h 2769"/>
                    <a:gd name="connsiteX1" fmla="*/ 83434 w 83434"/>
                    <a:gd name="connsiteY1" fmla="*/ 0 h 2769"/>
                  </a:gdLst>
                  <a:ahLst/>
                  <a:cxnLst>
                    <a:cxn ang="0">
                      <a:pos x="connsiteX0" y="connsiteY0"/>
                    </a:cxn>
                    <a:cxn ang="0">
                      <a:pos x="connsiteX1" y="connsiteY1"/>
                    </a:cxn>
                  </a:cxnLst>
                  <a:rect l="l" t="t" r="r" b="b"/>
                  <a:pathLst>
                    <a:path w="83434" h="2769">
                      <a:moveTo>
                        <a:pt x="0" y="0"/>
                      </a:moveTo>
                      <a:lnTo>
                        <a:pt x="8343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grpSp>
      <p:grpSp>
        <p:nvGrpSpPr>
          <p:cNvPr id="3604" name="Group 3603">
            <a:extLst>
              <a:ext uri="{FF2B5EF4-FFF2-40B4-BE49-F238E27FC236}">
                <a16:creationId xmlns:a16="http://schemas.microsoft.com/office/drawing/2014/main" id="{5699D2B1-1C6E-FD0C-7A96-7CBD6BDA2F81}"/>
              </a:ext>
            </a:extLst>
          </p:cNvPr>
          <p:cNvGrpSpPr/>
          <p:nvPr/>
        </p:nvGrpSpPr>
        <p:grpSpPr>
          <a:xfrm>
            <a:off x="2604824" y="1577081"/>
            <a:ext cx="8808640" cy="4906083"/>
            <a:chOff x="1599990" y="1567033"/>
            <a:chExt cx="8808640" cy="4906083"/>
          </a:xfrm>
        </p:grpSpPr>
        <p:grpSp>
          <p:nvGrpSpPr>
            <p:cNvPr id="3682" name="Graphic 14">
              <a:extLst>
                <a:ext uri="{FF2B5EF4-FFF2-40B4-BE49-F238E27FC236}">
                  <a16:creationId xmlns:a16="http://schemas.microsoft.com/office/drawing/2014/main" id="{D9FB65D6-1318-F001-9D9B-56B417C74478}"/>
                </a:ext>
              </a:extLst>
            </p:cNvPr>
            <p:cNvGrpSpPr/>
            <p:nvPr/>
          </p:nvGrpSpPr>
          <p:grpSpPr>
            <a:xfrm>
              <a:off x="4017431" y="5955412"/>
              <a:ext cx="635588" cy="165927"/>
              <a:chOff x="2358991" y="4076272"/>
              <a:chExt cx="187110" cy="48847"/>
            </a:xfrm>
            <a:solidFill>
              <a:srgbClr val="010101"/>
            </a:solidFill>
          </p:grpSpPr>
          <p:sp>
            <p:nvSpPr>
              <p:cNvPr id="3683" name="Freeform 3682">
                <a:extLst>
                  <a:ext uri="{FF2B5EF4-FFF2-40B4-BE49-F238E27FC236}">
                    <a16:creationId xmlns:a16="http://schemas.microsoft.com/office/drawing/2014/main" id="{3C67E90C-C1EF-7AA2-EE59-0E3B92527A41}"/>
                  </a:ext>
                </a:extLst>
              </p:cNvPr>
              <p:cNvSpPr/>
              <p:nvPr/>
            </p:nvSpPr>
            <p:spPr>
              <a:xfrm>
                <a:off x="2358991" y="4088733"/>
                <a:ext cx="27137" cy="36247"/>
              </a:xfrm>
              <a:custGeom>
                <a:avLst/>
                <a:gdLst>
                  <a:gd name="connsiteX0" fmla="*/ 4071 w 27137"/>
                  <a:gd name="connsiteY0" fmla="*/ 24617 h 36247"/>
                  <a:gd name="connsiteX1" fmla="*/ 7421 w 27137"/>
                  <a:gd name="connsiteY1" fmla="*/ 30903 h 36247"/>
                  <a:gd name="connsiteX2" fmla="*/ 14372 w 27137"/>
                  <a:gd name="connsiteY2" fmla="*/ 32731 h 36247"/>
                  <a:gd name="connsiteX3" fmla="*/ 18166 w 27137"/>
                  <a:gd name="connsiteY3" fmla="*/ 32205 h 36247"/>
                  <a:gd name="connsiteX4" fmla="*/ 20796 w 27137"/>
                  <a:gd name="connsiteY4" fmla="*/ 30765 h 36247"/>
                  <a:gd name="connsiteX5" fmla="*/ 22347 w 27137"/>
                  <a:gd name="connsiteY5" fmla="*/ 28744 h 36247"/>
                  <a:gd name="connsiteX6" fmla="*/ 22873 w 27137"/>
                  <a:gd name="connsiteY6" fmla="*/ 26362 h 36247"/>
                  <a:gd name="connsiteX7" fmla="*/ 21239 w 27137"/>
                  <a:gd name="connsiteY7" fmla="*/ 22596 h 36247"/>
                  <a:gd name="connsiteX8" fmla="*/ 17141 w 27137"/>
                  <a:gd name="connsiteY8" fmla="*/ 20658 h 36247"/>
                  <a:gd name="connsiteX9" fmla="*/ 11824 w 27137"/>
                  <a:gd name="connsiteY9" fmla="*/ 19467 h 36247"/>
                  <a:gd name="connsiteX10" fmla="*/ 6507 w 27137"/>
                  <a:gd name="connsiteY10" fmla="*/ 17972 h 36247"/>
                  <a:gd name="connsiteX11" fmla="*/ 2409 w 27137"/>
                  <a:gd name="connsiteY11" fmla="*/ 15119 h 36247"/>
                  <a:gd name="connsiteX12" fmla="*/ 775 w 27137"/>
                  <a:gd name="connsiteY12" fmla="*/ 9858 h 36247"/>
                  <a:gd name="connsiteX13" fmla="*/ 3932 w 27137"/>
                  <a:gd name="connsiteY13" fmla="*/ 2769 h 36247"/>
                  <a:gd name="connsiteX14" fmla="*/ 12876 w 27137"/>
                  <a:gd name="connsiteY14" fmla="*/ 0 h 36247"/>
                  <a:gd name="connsiteX15" fmla="*/ 21959 w 27137"/>
                  <a:gd name="connsiteY15" fmla="*/ 2492 h 36247"/>
                  <a:gd name="connsiteX16" fmla="*/ 26168 w 27137"/>
                  <a:gd name="connsiteY16" fmla="*/ 10827 h 36247"/>
                  <a:gd name="connsiteX17" fmla="*/ 22125 w 27137"/>
                  <a:gd name="connsiteY17" fmla="*/ 10827 h 36247"/>
                  <a:gd name="connsiteX18" fmla="*/ 19107 w 27137"/>
                  <a:gd name="connsiteY18" fmla="*/ 5206 h 36247"/>
                  <a:gd name="connsiteX19" fmla="*/ 12821 w 27137"/>
                  <a:gd name="connsiteY19" fmla="*/ 3572 h 36247"/>
                  <a:gd name="connsiteX20" fmla="*/ 7034 w 27137"/>
                  <a:gd name="connsiteY20" fmla="*/ 5206 h 36247"/>
                  <a:gd name="connsiteX21" fmla="*/ 5040 w 27137"/>
                  <a:gd name="connsiteY21" fmla="*/ 9498 h 36247"/>
                  <a:gd name="connsiteX22" fmla="*/ 6674 w 27137"/>
                  <a:gd name="connsiteY22" fmla="*/ 13043 h 36247"/>
                  <a:gd name="connsiteX23" fmla="*/ 10772 w 27137"/>
                  <a:gd name="connsiteY23" fmla="*/ 15036 h 36247"/>
                  <a:gd name="connsiteX24" fmla="*/ 16089 w 27137"/>
                  <a:gd name="connsiteY24" fmla="*/ 16393 h 36247"/>
                  <a:gd name="connsiteX25" fmla="*/ 21405 w 27137"/>
                  <a:gd name="connsiteY25" fmla="*/ 18082 h 36247"/>
                  <a:gd name="connsiteX26" fmla="*/ 25504 w 27137"/>
                  <a:gd name="connsiteY26" fmla="*/ 21045 h 36247"/>
                  <a:gd name="connsiteX27" fmla="*/ 27137 w 27137"/>
                  <a:gd name="connsiteY27" fmla="*/ 26224 h 36247"/>
                  <a:gd name="connsiteX28" fmla="*/ 26085 w 27137"/>
                  <a:gd name="connsiteY28" fmla="*/ 30571 h 36247"/>
                  <a:gd name="connsiteX29" fmla="*/ 23150 w 27137"/>
                  <a:gd name="connsiteY29" fmla="*/ 33728 h 36247"/>
                  <a:gd name="connsiteX30" fmla="*/ 18719 w 27137"/>
                  <a:gd name="connsiteY30" fmla="*/ 35611 h 36247"/>
                  <a:gd name="connsiteX31" fmla="*/ 13098 w 27137"/>
                  <a:gd name="connsiteY31" fmla="*/ 36248 h 36247"/>
                  <a:gd name="connsiteX32" fmla="*/ 7670 w 27137"/>
                  <a:gd name="connsiteY32" fmla="*/ 35362 h 36247"/>
                  <a:gd name="connsiteX33" fmla="*/ 3655 w 27137"/>
                  <a:gd name="connsiteY33" fmla="*/ 32870 h 36247"/>
                  <a:gd name="connsiteX34" fmla="*/ 1052 w 27137"/>
                  <a:gd name="connsiteY34" fmla="*/ 29159 h 36247"/>
                  <a:gd name="connsiteX35" fmla="*/ 0 w 27137"/>
                  <a:gd name="connsiteY35" fmla="*/ 24562 h 36247"/>
                  <a:gd name="connsiteX36" fmla="*/ 4043 w 27137"/>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137" h="36247">
                    <a:moveTo>
                      <a:pt x="4071" y="24617"/>
                    </a:moveTo>
                    <a:cubicBezTo>
                      <a:pt x="4680" y="27580"/>
                      <a:pt x="5815" y="29685"/>
                      <a:pt x="7421" y="30903"/>
                    </a:cubicBezTo>
                    <a:cubicBezTo>
                      <a:pt x="9027" y="32122"/>
                      <a:pt x="11353" y="32731"/>
                      <a:pt x="14372" y="32731"/>
                    </a:cubicBezTo>
                    <a:cubicBezTo>
                      <a:pt x="15839" y="32731"/>
                      <a:pt x="17086" y="32565"/>
                      <a:pt x="18166" y="32205"/>
                    </a:cubicBezTo>
                    <a:cubicBezTo>
                      <a:pt x="19218" y="31845"/>
                      <a:pt x="20104" y="31374"/>
                      <a:pt x="20796" y="30765"/>
                    </a:cubicBezTo>
                    <a:cubicBezTo>
                      <a:pt x="21488" y="30156"/>
                      <a:pt x="22015" y="29491"/>
                      <a:pt x="22347" y="28744"/>
                    </a:cubicBezTo>
                    <a:cubicBezTo>
                      <a:pt x="22707" y="27996"/>
                      <a:pt x="22873" y="27193"/>
                      <a:pt x="22873" y="26362"/>
                    </a:cubicBezTo>
                    <a:cubicBezTo>
                      <a:pt x="22873" y="24673"/>
                      <a:pt x="22319" y="23427"/>
                      <a:pt x="21239" y="22596"/>
                    </a:cubicBezTo>
                    <a:cubicBezTo>
                      <a:pt x="20159" y="21765"/>
                      <a:pt x="18802" y="21129"/>
                      <a:pt x="17141" y="20658"/>
                    </a:cubicBezTo>
                    <a:cubicBezTo>
                      <a:pt x="15479" y="20187"/>
                      <a:pt x="13735" y="19799"/>
                      <a:pt x="11824" y="19467"/>
                    </a:cubicBezTo>
                    <a:cubicBezTo>
                      <a:pt x="9913" y="19134"/>
                      <a:pt x="8141" y="18636"/>
                      <a:pt x="6507" y="17972"/>
                    </a:cubicBezTo>
                    <a:cubicBezTo>
                      <a:pt x="4874" y="17307"/>
                      <a:pt x="3517" y="16365"/>
                      <a:pt x="2409" y="15119"/>
                    </a:cubicBezTo>
                    <a:cubicBezTo>
                      <a:pt x="1329" y="13873"/>
                      <a:pt x="775" y="12129"/>
                      <a:pt x="775" y="9858"/>
                    </a:cubicBezTo>
                    <a:cubicBezTo>
                      <a:pt x="775" y="6978"/>
                      <a:pt x="1828" y="4624"/>
                      <a:pt x="3932" y="2769"/>
                    </a:cubicBezTo>
                    <a:cubicBezTo>
                      <a:pt x="6037" y="941"/>
                      <a:pt x="9027" y="0"/>
                      <a:pt x="12876" y="0"/>
                    </a:cubicBezTo>
                    <a:cubicBezTo>
                      <a:pt x="16726" y="0"/>
                      <a:pt x="19633" y="831"/>
                      <a:pt x="21959" y="2492"/>
                    </a:cubicBezTo>
                    <a:cubicBezTo>
                      <a:pt x="24285" y="4154"/>
                      <a:pt x="25698" y="6923"/>
                      <a:pt x="26168" y="10827"/>
                    </a:cubicBezTo>
                    <a:lnTo>
                      <a:pt x="22125" y="10827"/>
                    </a:lnTo>
                    <a:cubicBezTo>
                      <a:pt x="21765" y="8169"/>
                      <a:pt x="20769" y="6286"/>
                      <a:pt x="19107" y="5206"/>
                    </a:cubicBezTo>
                    <a:cubicBezTo>
                      <a:pt x="17446" y="4126"/>
                      <a:pt x="15341" y="3572"/>
                      <a:pt x="12821" y="3572"/>
                    </a:cubicBezTo>
                    <a:cubicBezTo>
                      <a:pt x="10301" y="3572"/>
                      <a:pt x="8363" y="4126"/>
                      <a:pt x="7034" y="5206"/>
                    </a:cubicBezTo>
                    <a:cubicBezTo>
                      <a:pt x="5704" y="6286"/>
                      <a:pt x="5040" y="7726"/>
                      <a:pt x="5040" y="9498"/>
                    </a:cubicBezTo>
                    <a:cubicBezTo>
                      <a:pt x="5040" y="11049"/>
                      <a:pt x="5594" y="12239"/>
                      <a:pt x="6674" y="13043"/>
                    </a:cubicBezTo>
                    <a:cubicBezTo>
                      <a:pt x="7754" y="13873"/>
                      <a:pt x="9110" y="14538"/>
                      <a:pt x="10772" y="15036"/>
                    </a:cubicBezTo>
                    <a:cubicBezTo>
                      <a:pt x="12406" y="15535"/>
                      <a:pt x="14178" y="16005"/>
                      <a:pt x="16089" y="16393"/>
                    </a:cubicBezTo>
                    <a:cubicBezTo>
                      <a:pt x="17999" y="16781"/>
                      <a:pt x="19772" y="17362"/>
                      <a:pt x="21405" y="18082"/>
                    </a:cubicBezTo>
                    <a:cubicBezTo>
                      <a:pt x="23039" y="18802"/>
                      <a:pt x="24396" y="19799"/>
                      <a:pt x="25504" y="21045"/>
                    </a:cubicBezTo>
                    <a:cubicBezTo>
                      <a:pt x="26584" y="22291"/>
                      <a:pt x="27137" y="24008"/>
                      <a:pt x="27137" y="26224"/>
                    </a:cubicBezTo>
                    <a:cubicBezTo>
                      <a:pt x="27137" y="27857"/>
                      <a:pt x="26777" y="29325"/>
                      <a:pt x="26085" y="30571"/>
                    </a:cubicBezTo>
                    <a:cubicBezTo>
                      <a:pt x="25365" y="31845"/>
                      <a:pt x="24396" y="32897"/>
                      <a:pt x="23150" y="33728"/>
                    </a:cubicBezTo>
                    <a:cubicBezTo>
                      <a:pt x="21904" y="34559"/>
                      <a:pt x="20436" y="35196"/>
                      <a:pt x="18719" y="35611"/>
                    </a:cubicBezTo>
                    <a:cubicBezTo>
                      <a:pt x="17002" y="36026"/>
                      <a:pt x="15147" y="36248"/>
                      <a:pt x="13098" y="36248"/>
                    </a:cubicBezTo>
                    <a:cubicBezTo>
                      <a:pt x="11049" y="36248"/>
                      <a:pt x="9249" y="35943"/>
                      <a:pt x="7670" y="35362"/>
                    </a:cubicBezTo>
                    <a:cubicBezTo>
                      <a:pt x="6092" y="34780"/>
                      <a:pt x="4763" y="33922"/>
                      <a:pt x="3655" y="32870"/>
                    </a:cubicBezTo>
                    <a:cubicBezTo>
                      <a:pt x="2548" y="31817"/>
                      <a:pt x="1689" y="30571"/>
                      <a:pt x="1052" y="29159"/>
                    </a:cubicBezTo>
                    <a:cubicBezTo>
                      <a:pt x="443" y="27746"/>
                      <a:pt x="83" y="26224"/>
                      <a:pt x="0" y="24562"/>
                    </a:cubicBezTo>
                    <a:lnTo>
                      <a:pt x="4043" y="2456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84" name="Freeform 3683">
                <a:extLst>
                  <a:ext uri="{FF2B5EF4-FFF2-40B4-BE49-F238E27FC236}">
                    <a16:creationId xmlns:a16="http://schemas.microsoft.com/office/drawing/2014/main" id="{71B7D6B4-7BEE-A98A-6BF7-B241452C839E}"/>
                  </a:ext>
                </a:extLst>
              </p:cNvPr>
              <p:cNvSpPr/>
              <p:nvPr/>
            </p:nvSpPr>
            <p:spPr>
              <a:xfrm>
                <a:off x="2394352" y="4076272"/>
                <a:ext cx="4375" cy="47850"/>
              </a:xfrm>
              <a:custGeom>
                <a:avLst/>
                <a:gdLst>
                  <a:gd name="connsiteX0" fmla="*/ 0 w 4375"/>
                  <a:gd name="connsiteY0" fmla="*/ 5926 h 47850"/>
                  <a:gd name="connsiteX1" fmla="*/ 0 w 4375"/>
                  <a:gd name="connsiteY1" fmla="*/ 0 h 47850"/>
                  <a:gd name="connsiteX2" fmla="*/ 4375 w 4375"/>
                  <a:gd name="connsiteY2" fmla="*/ 0 h 47850"/>
                  <a:gd name="connsiteX3" fmla="*/ 4375 w 4375"/>
                  <a:gd name="connsiteY3" fmla="*/ 5926 h 47850"/>
                  <a:gd name="connsiteX4" fmla="*/ 0 w 4375"/>
                  <a:gd name="connsiteY4" fmla="*/ 5926 h 47850"/>
                  <a:gd name="connsiteX5" fmla="*/ 222 w 4375"/>
                  <a:gd name="connsiteY5" fmla="*/ 47850 h 47850"/>
                  <a:gd name="connsiteX6" fmla="*/ 222 w 4375"/>
                  <a:gd name="connsiteY6" fmla="*/ 13430 h 47850"/>
                  <a:gd name="connsiteX7" fmla="*/ 4209 w 4375"/>
                  <a:gd name="connsiteY7" fmla="*/ 13430 h 47850"/>
                  <a:gd name="connsiteX8" fmla="*/ 4209 w 4375"/>
                  <a:gd name="connsiteY8" fmla="*/ 47850 h 47850"/>
                  <a:gd name="connsiteX9" fmla="*/ 222 w 4375"/>
                  <a:gd name="connsiteY9" fmla="*/ 47850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50">
                    <a:moveTo>
                      <a:pt x="0" y="5926"/>
                    </a:moveTo>
                    <a:lnTo>
                      <a:pt x="0" y="0"/>
                    </a:lnTo>
                    <a:lnTo>
                      <a:pt x="4375" y="0"/>
                    </a:lnTo>
                    <a:lnTo>
                      <a:pt x="4375" y="5926"/>
                    </a:lnTo>
                    <a:lnTo>
                      <a:pt x="0" y="5926"/>
                    </a:lnTo>
                    <a:close/>
                    <a:moveTo>
                      <a:pt x="222" y="47850"/>
                    </a:moveTo>
                    <a:lnTo>
                      <a:pt x="222" y="13430"/>
                    </a:lnTo>
                    <a:lnTo>
                      <a:pt x="4209" y="13430"/>
                    </a:lnTo>
                    <a:lnTo>
                      <a:pt x="4209" y="47850"/>
                    </a:lnTo>
                    <a:lnTo>
                      <a:pt x="222"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85" name="Freeform 3684">
                <a:extLst>
                  <a:ext uri="{FF2B5EF4-FFF2-40B4-BE49-F238E27FC236}">
                    <a16:creationId xmlns:a16="http://schemas.microsoft.com/office/drawing/2014/main" id="{F419D124-F42C-65D7-6C92-AF10F7A05958}"/>
                  </a:ext>
                </a:extLst>
              </p:cNvPr>
              <p:cNvSpPr/>
              <p:nvPr/>
            </p:nvSpPr>
            <p:spPr>
              <a:xfrm>
                <a:off x="2408198" y="4088789"/>
                <a:ext cx="46798" cy="35417"/>
              </a:xfrm>
              <a:custGeom>
                <a:avLst/>
                <a:gdLst>
                  <a:gd name="connsiteX0" fmla="*/ 3988 w 46798"/>
                  <a:gd name="connsiteY0" fmla="*/ 35334 h 35417"/>
                  <a:gd name="connsiteX1" fmla="*/ 0 w 46798"/>
                  <a:gd name="connsiteY1" fmla="*/ 35334 h 35417"/>
                  <a:gd name="connsiteX2" fmla="*/ 0 w 46798"/>
                  <a:gd name="connsiteY2" fmla="*/ 914 h 35417"/>
                  <a:gd name="connsiteX3" fmla="*/ 3988 w 46798"/>
                  <a:gd name="connsiteY3" fmla="*/ 914 h 35417"/>
                  <a:gd name="connsiteX4" fmla="*/ 3988 w 46798"/>
                  <a:gd name="connsiteY4" fmla="*/ 6092 h 35417"/>
                  <a:gd name="connsiteX5" fmla="*/ 4126 w 46798"/>
                  <a:gd name="connsiteY5" fmla="*/ 6092 h 35417"/>
                  <a:gd name="connsiteX6" fmla="*/ 8501 w 46798"/>
                  <a:gd name="connsiteY6" fmla="*/ 1551 h 35417"/>
                  <a:gd name="connsiteX7" fmla="*/ 14760 w 46798"/>
                  <a:gd name="connsiteY7" fmla="*/ 0 h 35417"/>
                  <a:gd name="connsiteX8" fmla="*/ 18802 w 46798"/>
                  <a:gd name="connsiteY8" fmla="*/ 526 h 35417"/>
                  <a:gd name="connsiteX9" fmla="*/ 21627 w 46798"/>
                  <a:gd name="connsiteY9" fmla="*/ 1966 h 35417"/>
                  <a:gd name="connsiteX10" fmla="*/ 23565 w 46798"/>
                  <a:gd name="connsiteY10" fmla="*/ 4071 h 35417"/>
                  <a:gd name="connsiteX11" fmla="*/ 24867 w 46798"/>
                  <a:gd name="connsiteY11" fmla="*/ 6674 h 35417"/>
                  <a:gd name="connsiteX12" fmla="*/ 29491 w 46798"/>
                  <a:gd name="connsiteY12" fmla="*/ 1662 h 35417"/>
                  <a:gd name="connsiteX13" fmla="*/ 36110 w 46798"/>
                  <a:gd name="connsiteY13" fmla="*/ 28 h 35417"/>
                  <a:gd name="connsiteX14" fmla="*/ 41731 w 46798"/>
                  <a:gd name="connsiteY14" fmla="*/ 1191 h 35417"/>
                  <a:gd name="connsiteX15" fmla="*/ 44943 w 46798"/>
                  <a:gd name="connsiteY15" fmla="*/ 4237 h 35417"/>
                  <a:gd name="connsiteX16" fmla="*/ 46438 w 46798"/>
                  <a:gd name="connsiteY16" fmla="*/ 8585 h 35417"/>
                  <a:gd name="connsiteX17" fmla="*/ 46798 w 46798"/>
                  <a:gd name="connsiteY17" fmla="*/ 13624 h 35417"/>
                  <a:gd name="connsiteX18" fmla="*/ 46798 w 46798"/>
                  <a:gd name="connsiteY18" fmla="*/ 35362 h 35417"/>
                  <a:gd name="connsiteX19" fmla="*/ 42811 w 46798"/>
                  <a:gd name="connsiteY19" fmla="*/ 35362 h 35417"/>
                  <a:gd name="connsiteX20" fmla="*/ 42811 w 46798"/>
                  <a:gd name="connsiteY20" fmla="*/ 11575 h 35417"/>
                  <a:gd name="connsiteX21" fmla="*/ 41260 w 46798"/>
                  <a:gd name="connsiteY21" fmla="*/ 5732 h 35417"/>
                  <a:gd name="connsiteX22" fmla="*/ 35445 w 46798"/>
                  <a:gd name="connsiteY22" fmla="*/ 3600 h 35417"/>
                  <a:gd name="connsiteX23" fmla="*/ 31236 w 46798"/>
                  <a:gd name="connsiteY23" fmla="*/ 4569 h 35417"/>
                  <a:gd name="connsiteX24" fmla="*/ 27691 w 46798"/>
                  <a:gd name="connsiteY24" fmla="*/ 7532 h 35417"/>
                  <a:gd name="connsiteX25" fmla="*/ 26584 w 46798"/>
                  <a:gd name="connsiteY25" fmla="*/ 9554 h 35417"/>
                  <a:gd name="connsiteX26" fmla="*/ 25891 w 46798"/>
                  <a:gd name="connsiteY26" fmla="*/ 11991 h 35417"/>
                  <a:gd name="connsiteX27" fmla="*/ 25531 w 46798"/>
                  <a:gd name="connsiteY27" fmla="*/ 14511 h 35417"/>
                  <a:gd name="connsiteX28" fmla="*/ 25421 w 46798"/>
                  <a:gd name="connsiteY28" fmla="*/ 16837 h 35417"/>
                  <a:gd name="connsiteX29" fmla="*/ 25421 w 46798"/>
                  <a:gd name="connsiteY29" fmla="*/ 35390 h 35417"/>
                  <a:gd name="connsiteX30" fmla="*/ 21433 w 46798"/>
                  <a:gd name="connsiteY30" fmla="*/ 35390 h 35417"/>
                  <a:gd name="connsiteX31" fmla="*/ 21433 w 46798"/>
                  <a:gd name="connsiteY31" fmla="*/ 11603 h 35417"/>
                  <a:gd name="connsiteX32" fmla="*/ 19882 w 46798"/>
                  <a:gd name="connsiteY32" fmla="*/ 5760 h 35417"/>
                  <a:gd name="connsiteX33" fmla="*/ 14067 w 46798"/>
                  <a:gd name="connsiteY33" fmla="*/ 3628 h 35417"/>
                  <a:gd name="connsiteX34" fmla="*/ 9858 w 46798"/>
                  <a:gd name="connsiteY34" fmla="*/ 4597 h 35417"/>
                  <a:gd name="connsiteX35" fmla="*/ 6314 w 46798"/>
                  <a:gd name="connsiteY35" fmla="*/ 7560 h 35417"/>
                  <a:gd name="connsiteX36" fmla="*/ 5206 w 46798"/>
                  <a:gd name="connsiteY36" fmla="*/ 9581 h 35417"/>
                  <a:gd name="connsiteX37" fmla="*/ 4514 w 46798"/>
                  <a:gd name="connsiteY37" fmla="*/ 12018 h 35417"/>
                  <a:gd name="connsiteX38" fmla="*/ 4154 w 46798"/>
                  <a:gd name="connsiteY38" fmla="*/ 14538 h 35417"/>
                  <a:gd name="connsiteX39" fmla="*/ 4043 w 46798"/>
                  <a:gd name="connsiteY39" fmla="*/ 16864 h 35417"/>
                  <a:gd name="connsiteX40" fmla="*/ 4043 w 4679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798" h="35417">
                    <a:moveTo>
                      <a:pt x="3988" y="35334"/>
                    </a:moveTo>
                    <a:lnTo>
                      <a:pt x="0" y="35334"/>
                    </a:lnTo>
                    <a:lnTo>
                      <a:pt x="0" y="914"/>
                    </a:lnTo>
                    <a:lnTo>
                      <a:pt x="3988" y="914"/>
                    </a:lnTo>
                    <a:lnTo>
                      <a:pt x="3988" y="6092"/>
                    </a:lnTo>
                    <a:lnTo>
                      <a:pt x="4126" y="6092"/>
                    </a:lnTo>
                    <a:cubicBezTo>
                      <a:pt x="5151" y="4099"/>
                      <a:pt x="6618" y="2575"/>
                      <a:pt x="8501" y="1551"/>
                    </a:cubicBezTo>
                    <a:cubicBezTo>
                      <a:pt x="10384" y="526"/>
                      <a:pt x="12489" y="0"/>
                      <a:pt x="14760" y="0"/>
                    </a:cubicBezTo>
                    <a:cubicBezTo>
                      <a:pt x="16366" y="0"/>
                      <a:pt x="17695" y="166"/>
                      <a:pt x="18802" y="526"/>
                    </a:cubicBezTo>
                    <a:cubicBezTo>
                      <a:pt x="19910" y="886"/>
                      <a:pt x="20852" y="1357"/>
                      <a:pt x="21627" y="1966"/>
                    </a:cubicBezTo>
                    <a:cubicBezTo>
                      <a:pt x="22402" y="2575"/>
                      <a:pt x="23039" y="3268"/>
                      <a:pt x="23565" y="4071"/>
                    </a:cubicBezTo>
                    <a:cubicBezTo>
                      <a:pt x="24064" y="4874"/>
                      <a:pt x="24507" y="5732"/>
                      <a:pt x="24867" y="6674"/>
                    </a:cubicBezTo>
                    <a:cubicBezTo>
                      <a:pt x="26030" y="4403"/>
                      <a:pt x="27553" y="2742"/>
                      <a:pt x="29491" y="1662"/>
                    </a:cubicBezTo>
                    <a:cubicBezTo>
                      <a:pt x="31430" y="582"/>
                      <a:pt x="33617" y="28"/>
                      <a:pt x="36110" y="28"/>
                    </a:cubicBezTo>
                    <a:cubicBezTo>
                      <a:pt x="38463" y="28"/>
                      <a:pt x="40319" y="415"/>
                      <a:pt x="41731" y="1191"/>
                    </a:cubicBezTo>
                    <a:cubicBezTo>
                      <a:pt x="43115" y="1966"/>
                      <a:pt x="44195" y="2991"/>
                      <a:pt x="44943" y="4237"/>
                    </a:cubicBezTo>
                    <a:cubicBezTo>
                      <a:pt x="45691" y="5483"/>
                      <a:pt x="46189" y="6951"/>
                      <a:pt x="46438" y="8585"/>
                    </a:cubicBezTo>
                    <a:cubicBezTo>
                      <a:pt x="46688" y="10218"/>
                      <a:pt x="46798" y="11907"/>
                      <a:pt x="46798" y="13624"/>
                    </a:cubicBezTo>
                    <a:lnTo>
                      <a:pt x="46798" y="35362"/>
                    </a:lnTo>
                    <a:lnTo>
                      <a:pt x="42811" y="35362"/>
                    </a:lnTo>
                    <a:lnTo>
                      <a:pt x="42811" y="11575"/>
                    </a:lnTo>
                    <a:cubicBezTo>
                      <a:pt x="42811" y="9083"/>
                      <a:pt x="42285" y="7145"/>
                      <a:pt x="41260" y="5732"/>
                    </a:cubicBezTo>
                    <a:cubicBezTo>
                      <a:pt x="40208" y="4320"/>
                      <a:pt x="38269" y="3600"/>
                      <a:pt x="35445" y="3600"/>
                    </a:cubicBezTo>
                    <a:cubicBezTo>
                      <a:pt x="33977" y="3600"/>
                      <a:pt x="32565" y="3932"/>
                      <a:pt x="31236" y="4569"/>
                    </a:cubicBezTo>
                    <a:cubicBezTo>
                      <a:pt x="29879" y="5206"/>
                      <a:pt x="28688" y="6203"/>
                      <a:pt x="27691" y="7532"/>
                    </a:cubicBezTo>
                    <a:cubicBezTo>
                      <a:pt x="27248" y="8114"/>
                      <a:pt x="26888" y="8778"/>
                      <a:pt x="26584" y="9554"/>
                    </a:cubicBezTo>
                    <a:cubicBezTo>
                      <a:pt x="26307" y="10329"/>
                      <a:pt x="26058" y="11132"/>
                      <a:pt x="25891" y="11991"/>
                    </a:cubicBezTo>
                    <a:cubicBezTo>
                      <a:pt x="25725" y="12821"/>
                      <a:pt x="25587" y="13680"/>
                      <a:pt x="25531" y="14511"/>
                    </a:cubicBezTo>
                    <a:cubicBezTo>
                      <a:pt x="25476" y="15341"/>
                      <a:pt x="25421" y="16117"/>
                      <a:pt x="25421" y="16837"/>
                    </a:cubicBezTo>
                    <a:lnTo>
                      <a:pt x="25421" y="35390"/>
                    </a:lnTo>
                    <a:lnTo>
                      <a:pt x="21433" y="35390"/>
                    </a:lnTo>
                    <a:lnTo>
                      <a:pt x="21433" y="11603"/>
                    </a:lnTo>
                    <a:cubicBezTo>
                      <a:pt x="21433" y="9111"/>
                      <a:pt x="20907" y="7172"/>
                      <a:pt x="19882" y="5760"/>
                    </a:cubicBezTo>
                    <a:cubicBezTo>
                      <a:pt x="18830" y="4348"/>
                      <a:pt x="16892" y="3628"/>
                      <a:pt x="14067" y="3628"/>
                    </a:cubicBezTo>
                    <a:cubicBezTo>
                      <a:pt x="12600" y="3628"/>
                      <a:pt x="11187" y="3960"/>
                      <a:pt x="9858" y="4597"/>
                    </a:cubicBezTo>
                    <a:cubicBezTo>
                      <a:pt x="8501" y="5234"/>
                      <a:pt x="7311" y="6231"/>
                      <a:pt x="6314" y="7560"/>
                    </a:cubicBezTo>
                    <a:cubicBezTo>
                      <a:pt x="5871" y="8141"/>
                      <a:pt x="5511" y="8806"/>
                      <a:pt x="5206" y="9581"/>
                    </a:cubicBezTo>
                    <a:cubicBezTo>
                      <a:pt x="4929" y="10357"/>
                      <a:pt x="4680" y="11160"/>
                      <a:pt x="4514" y="12018"/>
                    </a:cubicBezTo>
                    <a:cubicBezTo>
                      <a:pt x="4348" y="12849"/>
                      <a:pt x="4209" y="13707"/>
                      <a:pt x="4154" y="14538"/>
                    </a:cubicBezTo>
                    <a:cubicBezTo>
                      <a:pt x="4098" y="15369"/>
                      <a:pt x="4043" y="16144"/>
                      <a:pt x="4043" y="16864"/>
                    </a:cubicBezTo>
                    <a:lnTo>
                      <a:pt x="4043" y="3541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86" name="Freeform 3685">
                <a:extLst>
                  <a:ext uri="{FF2B5EF4-FFF2-40B4-BE49-F238E27FC236}">
                    <a16:creationId xmlns:a16="http://schemas.microsoft.com/office/drawing/2014/main" id="{35FE197A-AB44-BB7C-04E5-8AE413E3A139}"/>
                  </a:ext>
                </a:extLst>
              </p:cNvPr>
              <p:cNvSpPr/>
              <p:nvPr/>
            </p:nvSpPr>
            <p:spPr>
              <a:xfrm>
                <a:off x="2464467" y="4076272"/>
                <a:ext cx="4375" cy="47850"/>
              </a:xfrm>
              <a:custGeom>
                <a:avLst/>
                <a:gdLst>
                  <a:gd name="connsiteX0" fmla="*/ 0 w 4375"/>
                  <a:gd name="connsiteY0" fmla="*/ 5926 h 47850"/>
                  <a:gd name="connsiteX1" fmla="*/ 0 w 4375"/>
                  <a:gd name="connsiteY1" fmla="*/ 0 h 47850"/>
                  <a:gd name="connsiteX2" fmla="*/ 4375 w 4375"/>
                  <a:gd name="connsiteY2" fmla="*/ 0 h 47850"/>
                  <a:gd name="connsiteX3" fmla="*/ 4375 w 4375"/>
                  <a:gd name="connsiteY3" fmla="*/ 5926 h 47850"/>
                  <a:gd name="connsiteX4" fmla="*/ 0 w 4375"/>
                  <a:gd name="connsiteY4" fmla="*/ 5926 h 47850"/>
                  <a:gd name="connsiteX5" fmla="*/ 221 w 4375"/>
                  <a:gd name="connsiteY5" fmla="*/ 47850 h 47850"/>
                  <a:gd name="connsiteX6" fmla="*/ 221 w 4375"/>
                  <a:gd name="connsiteY6" fmla="*/ 13430 h 47850"/>
                  <a:gd name="connsiteX7" fmla="*/ 4209 w 4375"/>
                  <a:gd name="connsiteY7" fmla="*/ 13430 h 47850"/>
                  <a:gd name="connsiteX8" fmla="*/ 4209 w 4375"/>
                  <a:gd name="connsiteY8" fmla="*/ 47850 h 47850"/>
                  <a:gd name="connsiteX9" fmla="*/ 221 w 4375"/>
                  <a:gd name="connsiteY9" fmla="*/ 47850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50">
                    <a:moveTo>
                      <a:pt x="0" y="5926"/>
                    </a:moveTo>
                    <a:lnTo>
                      <a:pt x="0" y="0"/>
                    </a:lnTo>
                    <a:lnTo>
                      <a:pt x="4375" y="0"/>
                    </a:lnTo>
                    <a:lnTo>
                      <a:pt x="4375" y="5926"/>
                    </a:lnTo>
                    <a:lnTo>
                      <a:pt x="0" y="5926"/>
                    </a:lnTo>
                    <a:close/>
                    <a:moveTo>
                      <a:pt x="221" y="47850"/>
                    </a:moveTo>
                    <a:lnTo>
                      <a:pt x="221" y="13430"/>
                    </a:lnTo>
                    <a:lnTo>
                      <a:pt x="4209" y="13430"/>
                    </a:lnTo>
                    <a:lnTo>
                      <a:pt x="4209" y="47850"/>
                    </a:lnTo>
                    <a:lnTo>
                      <a:pt x="221"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87" name="Freeform 3686">
                <a:extLst>
                  <a:ext uri="{FF2B5EF4-FFF2-40B4-BE49-F238E27FC236}">
                    <a16:creationId xmlns:a16="http://schemas.microsoft.com/office/drawing/2014/main" id="{9A175211-A7AD-3649-561A-7D68AFE3B654}"/>
                  </a:ext>
                </a:extLst>
              </p:cNvPr>
              <p:cNvSpPr/>
              <p:nvPr/>
            </p:nvSpPr>
            <p:spPr>
              <a:xfrm>
                <a:off x="2479420" y="4076272"/>
                <a:ext cx="3987" cy="47850"/>
              </a:xfrm>
              <a:custGeom>
                <a:avLst/>
                <a:gdLst>
                  <a:gd name="connsiteX0" fmla="*/ 0 w 3987"/>
                  <a:gd name="connsiteY0" fmla="*/ 47850 h 47850"/>
                  <a:gd name="connsiteX1" fmla="*/ 0 w 3987"/>
                  <a:gd name="connsiteY1" fmla="*/ 0 h 47850"/>
                  <a:gd name="connsiteX2" fmla="*/ 3988 w 3987"/>
                  <a:gd name="connsiteY2" fmla="*/ 0 h 47850"/>
                  <a:gd name="connsiteX3" fmla="*/ 3988 w 3987"/>
                  <a:gd name="connsiteY3" fmla="*/ 47850 h 47850"/>
                  <a:gd name="connsiteX4" fmla="*/ 0 w 3987"/>
                  <a:gd name="connsiteY4" fmla="*/ 47850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7" h="47850">
                    <a:moveTo>
                      <a:pt x="0" y="47850"/>
                    </a:moveTo>
                    <a:lnTo>
                      <a:pt x="0" y="0"/>
                    </a:lnTo>
                    <a:lnTo>
                      <a:pt x="3988" y="0"/>
                    </a:lnTo>
                    <a:lnTo>
                      <a:pt x="3988" y="47850"/>
                    </a:lnTo>
                    <a:lnTo>
                      <a:pt x="0"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88" name="Freeform 3687">
                <a:extLst>
                  <a:ext uri="{FF2B5EF4-FFF2-40B4-BE49-F238E27FC236}">
                    <a16:creationId xmlns:a16="http://schemas.microsoft.com/office/drawing/2014/main" id="{3FA74398-60FC-4B0A-FEE1-0B22C71A584A}"/>
                  </a:ext>
                </a:extLst>
              </p:cNvPr>
              <p:cNvSpPr/>
              <p:nvPr/>
            </p:nvSpPr>
            <p:spPr>
              <a:xfrm>
                <a:off x="2491771" y="4088816"/>
                <a:ext cx="32454" cy="36303"/>
              </a:xfrm>
              <a:custGeom>
                <a:avLst/>
                <a:gdLst>
                  <a:gd name="connsiteX0" fmla="*/ 17639 w 32454"/>
                  <a:gd name="connsiteY0" fmla="*/ 15230 h 36303"/>
                  <a:gd name="connsiteX1" fmla="*/ 20325 w 32454"/>
                  <a:gd name="connsiteY1" fmla="*/ 14843 h 36303"/>
                  <a:gd name="connsiteX2" fmla="*/ 22873 w 32454"/>
                  <a:gd name="connsiteY2" fmla="*/ 14123 h 36303"/>
                  <a:gd name="connsiteX3" fmla="*/ 24092 w 32454"/>
                  <a:gd name="connsiteY3" fmla="*/ 12572 h 36303"/>
                  <a:gd name="connsiteX4" fmla="*/ 24313 w 32454"/>
                  <a:gd name="connsiteY4" fmla="*/ 10551 h 36303"/>
                  <a:gd name="connsiteX5" fmla="*/ 22347 w 32454"/>
                  <a:gd name="connsiteY5" fmla="*/ 5538 h 36303"/>
                  <a:gd name="connsiteX6" fmla="*/ 15729 w 32454"/>
                  <a:gd name="connsiteY6" fmla="*/ 3572 h 36303"/>
                  <a:gd name="connsiteX7" fmla="*/ 11935 w 32454"/>
                  <a:gd name="connsiteY7" fmla="*/ 3932 h 36303"/>
                  <a:gd name="connsiteX8" fmla="*/ 8917 w 32454"/>
                  <a:gd name="connsiteY8" fmla="*/ 5206 h 36303"/>
                  <a:gd name="connsiteX9" fmla="*/ 6784 w 32454"/>
                  <a:gd name="connsiteY9" fmla="*/ 7587 h 36303"/>
                  <a:gd name="connsiteX10" fmla="*/ 5677 w 32454"/>
                  <a:gd name="connsiteY10" fmla="*/ 11354 h 36303"/>
                  <a:gd name="connsiteX11" fmla="*/ 1634 w 32454"/>
                  <a:gd name="connsiteY11" fmla="*/ 11354 h 36303"/>
                  <a:gd name="connsiteX12" fmla="*/ 3018 w 32454"/>
                  <a:gd name="connsiteY12" fmla="*/ 6148 h 36303"/>
                  <a:gd name="connsiteX13" fmla="*/ 6120 w 32454"/>
                  <a:gd name="connsiteY13" fmla="*/ 2631 h 36303"/>
                  <a:gd name="connsiteX14" fmla="*/ 10495 w 32454"/>
                  <a:gd name="connsiteY14" fmla="*/ 637 h 36303"/>
                  <a:gd name="connsiteX15" fmla="*/ 15784 w 32454"/>
                  <a:gd name="connsiteY15" fmla="*/ 0 h 36303"/>
                  <a:gd name="connsiteX16" fmla="*/ 20658 w 32454"/>
                  <a:gd name="connsiteY16" fmla="*/ 554 h 36303"/>
                  <a:gd name="connsiteX17" fmla="*/ 24645 w 32454"/>
                  <a:gd name="connsiteY17" fmla="*/ 2354 h 36303"/>
                  <a:gd name="connsiteX18" fmla="*/ 27304 w 32454"/>
                  <a:gd name="connsiteY18" fmla="*/ 5649 h 36303"/>
                  <a:gd name="connsiteX19" fmla="*/ 28273 w 32454"/>
                  <a:gd name="connsiteY19" fmla="*/ 10689 h 36303"/>
                  <a:gd name="connsiteX20" fmla="*/ 28273 w 32454"/>
                  <a:gd name="connsiteY20" fmla="*/ 29436 h 36303"/>
                  <a:gd name="connsiteX21" fmla="*/ 29104 w 32454"/>
                  <a:gd name="connsiteY21" fmla="*/ 32399 h 36303"/>
                  <a:gd name="connsiteX22" fmla="*/ 32454 w 32454"/>
                  <a:gd name="connsiteY22" fmla="*/ 32095 h 36303"/>
                  <a:gd name="connsiteX23" fmla="*/ 32454 w 32454"/>
                  <a:gd name="connsiteY23" fmla="*/ 35224 h 36303"/>
                  <a:gd name="connsiteX24" fmla="*/ 31097 w 32454"/>
                  <a:gd name="connsiteY24" fmla="*/ 35611 h 36303"/>
                  <a:gd name="connsiteX25" fmla="*/ 29325 w 32454"/>
                  <a:gd name="connsiteY25" fmla="*/ 35888 h 36303"/>
                  <a:gd name="connsiteX26" fmla="*/ 27525 w 32454"/>
                  <a:gd name="connsiteY26" fmla="*/ 35694 h 36303"/>
                  <a:gd name="connsiteX27" fmla="*/ 25919 w 32454"/>
                  <a:gd name="connsiteY27" fmla="*/ 35057 h 36303"/>
                  <a:gd name="connsiteX28" fmla="*/ 24950 w 32454"/>
                  <a:gd name="connsiteY28" fmla="*/ 33867 h 36303"/>
                  <a:gd name="connsiteX29" fmla="*/ 24452 w 32454"/>
                  <a:gd name="connsiteY29" fmla="*/ 32344 h 36303"/>
                  <a:gd name="connsiteX30" fmla="*/ 24313 w 32454"/>
                  <a:gd name="connsiteY30" fmla="*/ 30571 h 36303"/>
                  <a:gd name="connsiteX31" fmla="*/ 18526 w 32454"/>
                  <a:gd name="connsiteY31" fmla="*/ 34836 h 36303"/>
                  <a:gd name="connsiteX32" fmla="*/ 11492 w 32454"/>
                  <a:gd name="connsiteY32" fmla="*/ 36303 h 36303"/>
                  <a:gd name="connsiteX33" fmla="*/ 7144 w 32454"/>
                  <a:gd name="connsiteY33" fmla="*/ 35694 h 36303"/>
                  <a:gd name="connsiteX34" fmla="*/ 3461 w 32454"/>
                  <a:gd name="connsiteY34" fmla="*/ 33839 h 36303"/>
                  <a:gd name="connsiteX35" fmla="*/ 941 w 32454"/>
                  <a:gd name="connsiteY35" fmla="*/ 30738 h 36303"/>
                  <a:gd name="connsiteX36" fmla="*/ 0 w 32454"/>
                  <a:gd name="connsiteY36" fmla="*/ 26390 h 36303"/>
                  <a:gd name="connsiteX37" fmla="*/ 12018 w 32454"/>
                  <a:gd name="connsiteY37" fmla="*/ 16033 h 36303"/>
                  <a:gd name="connsiteX38" fmla="*/ 17529 w 32454"/>
                  <a:gd name="connsiteY38" fmla="*/ 15313 h 36303"/>
                  <a:gd name="connsiteX39" fmla="*/ 24341 w 32454"/>
                  <a:gd name="connsiteY39" fmla="*/ 17224 h 36303"/>
                  <a:gd name="connsiteX40" fmla="*/ 19218 w 32454"/>
                  <a:gd name="connsiteY40" fmla="*/ 18609 h 36303"/>
                  <a:gd name="connsiteX41" fmla="*/ 14040 w 32454"/>
                  <a:gd name="connsiteY41" fmla="*/ 19135 h 36303"/>
                  <a:gd name="connsiteX42" fmla="*/ 6895 w 32454"/>
                  <a:gd name="connsiteY42" fmla="*/ 21184 h 36303"/>
                  <a:gd name="connsiteX43" fmla="*/ 4348 w 32454"/>
                  <a:gd name="connsiteY43" fmla="*/ 26445 h 36303"/>
                  <a:gd name="connsiteX44" fmla="*/ 4984 w 32454"/>
                  <a:gd name="connsiteY44" fmla="*/ 29214 h 36303"/>
                  <a:gd name="connsiteX45" fmla="*/ 6646 w 32454"/>
                  <a:gd name="connsiteY45" fmla="*/ 31153 h 36303"/>
                  <a:gd name="connsiteX46" fmla="*/ 9027 w 32454"/>
                  <a:gd name="connsiteY46" fmla="*/ 32288 h 36303"/>
                  <a:gd name="connsiteX47" fmla="*/ 11797 w 32454"/>
                  <a:gd name="connsiteY47" fmla="*/ 32648 h 36303"/>
                  <a:gd name="connsiteX48" fmla="*/ 16449 w 32454"/>
                  <a:gd name="connsiteY48" fmla="*/ 32039 h 36303"/>
                  <a:gd name="connsiteX49" fmla="*/ 20464 w 32454"/>
                  <a:gd name="connsiteY49" fmla="*/ 30211 h 36303"/>
                  <a:gd name="connsiteX50" fmla="*/ 23288 w 32454"/>
                  <a:gd name="connsiteY50" fmla="*/ 27082 h 36303"/>
                  <a:gd name="connsiteX51" fmla="*/ 24341 w 32454"/>
                  <a:gd name="connsiteY51" fmla="*/ 22596 h 36303"/>
                  <a:gd name="connsiteX52" fmla="*/ 24341 w 32454"/>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2454" h="36303">
                    <a:moveTo>
                      <a:pt x="17639" y="15230"/>
                    </a:moveTo>
                    <a:cubicBezTo>
                      <a:pt x="18387" y="15147"/>
                      <a:pt x="19301" y="15009"/>
                      <a:pt x="20325" y="14843"/>
                    </a:cubicBezTo>
                    <a:cubicBezTo>
                      <a:pt x="21378" y="14677"/>
                      <a:pt x="22209" y="14427"/>
                      <a:pt x="22873" y="14123"/>
                    </a:cubicBezTo>
                    <a:cubicBezTo>
                      <a:pt x="23538" y="13818"/>
                      <a:pt x="23953" y="13292"/>
                      <a:pt x="24092" y="12572"/>
                    </a:cubicBezTo>
                    <a:cubicBezTo>
                      <a:pt x="24258" y="11852"/>
                      <a:pt x="24313" y="11160"/>
                      <a:pt x="24313" y="10551"/>
                    </a:cubicBezTo>
                    <a:cubicBezTo>
                      <a:pt x="24313" y="8501"/>
                      <a:pt x="23648" y="6840"/>
                      <a:pt x="22347" y="5538"/>
                    </a:cubicBezTo>
                    <a:cubicBezTo>
                      <a:pt x="21045" y="4237"/>
                      <a:pt x="18830" y="3572"/>
                      <a:pt x="15729" y="3572"/>
                    </a:cubicBezTo>
                    <a:cubicBezTo>
                      <a:pt x="14344" y="3572"/>
                      <a:pt x="13098" y="3683"/>
                      <a:pt x="11935" y="3932"/>
                    </a:cubicBezTo>
                    <a:cubicBezTo>
                      <a:pt x="10772" y="4181"/>
                      <a:pt x="9775" y="4597"/>
                      <a:pt x="8917" y="5206"/>
                    </a:cubicBezTo>
                    <a:cubicBezTo>
                      <a:pt x="8058" y="5815"/>
                      <a:pt x="7338" y="6591"/>
                      <a:pt x="6784" y="7587"/>
                    </a:cubicBezTo>
                    <a:cubicBezTo>
                      <a:pt x="6231" y="8585"/>
                      <a:pt x="5871" y="9831"/>
                      <a:pt x="5677" y="11354"/>
                    </a:cubicBezTo>
                    <a:lnTo>
                      <a:pt x="1634" y="11354"/>
                    </a:lnTo>
                    <a:cubicBezTo>
                      <a:pt x="1772" y="9304"/>
                      <a:pt x="2243" y="7587"/>
                      <a:pt x="3018" y="6148"/>
                    </a:cubicBezTo>
                    <a:cubicBezTo>
                      <a:pt x="3794" y="4708"/>
                      <a:pt x="4846" y="3545"/>
                      <a:pt x="6120" y="2631"/>
                    </a:cubicBezTo>
                    <a:cubicBezTo>
                      <a:pt x="7394" y="1717"/>
                      <a:pt x="8834" y="1052"/>
                      <a:pt x="10495" y="637"/>
                    </a:cubicBezTo>
                    <a:cubicBezTo>
                      <a:pt x="12157" y="222"/>
                      <a:pt x="13929" y="0"/>
                      <a:pt x="15784" y="0"/>
                    </a:cubicBezTo>
                    <a:cubicBezTo>
                      <a:pt x="17501" y="0"/>
                      <a:pt x="19135" y="194"/>
                      <a:pt x="20658" y="554"/>
                    </a:cubicBezTo>
                    <a:cubicBezTo>
                      <a:pt x="22181" y="942"/>
                      <a:pt x="23510" y="1523"/>
                      <a:pt x="24645" y="2354"/>
                    </a:cubicBezTo>
                    <a:cubicBezTo>
                      <a:pt x="25781" y="3185"/>
                      <a:pt x="26667" y="4265"/>
                      <a:pt x="27304" y="5649"/>
                    </a:cubicBezTo>
                    <a:cubicBezTo>
                      <a:pt x="27941" y="7034"/>
                      <a:pt x="28273" y="8695"/>
                      <a:pt x="28273" y="10689"/>
                    </a:cubicBezTo>
                    <a:lnTo>
                      <a:pt x="28273" y="29436"/>
                    </a:lnTo>
                    <a:cubicBezTo>
                      <a:pt x="28273" y="30987"/>
                      <a:pt x="28550" y="31984"/>
                      <a:pt x="29104" y="32399"/>
                    </a:cubicBezTo>
                    <a:cubicBezTo>
                      <a:pt x="29657" y="32815"/>
                      <a:pt x="30765" y="32731"/>
                      <a:pt x="32454" y="32095"/>
                    </a:cubicBezTo>
                    <a:lnTo>
                      <a:pt x="32454" y="35224"/>
                    </a:lnTo>
                    <a:cubicBezTo>
                      <a:pt x="32150" y="35306"/>
                      <a:pt x="31679" y="35445"/>
                      <a:pt x="31097" y="35611"/>
                    </a:cubicBezTo>
                    <a:cubicBezTo>
                      <a:pt x="30488" y="35777"/>
                      <a:pt x="29907" y="35888"/>
                      <a:pt x="29325" y="35888"/>
                    </a:cubicBezTo>
                    <a:cubicBezTo>
                      <a:pt x="28716" y="35888"/>
                      <a:pt x="28107" y="35833"/>
                      <a:pt x="27525" y="35694"/>
                    </a:cubicBezTo>
                    <a:cubicBezTo>
                      <a:pt x="26861" y="35611"/>
                      <a:pt x="26334" y="35390"/>
                      <a:pt x="25919" y="35057"/>
                    </a:cubicBezTo>
                    <a:cubicBezTo>
                      <a:pt x="25531" y="34725"/>
                      <a:pt x="25199" y="34337"/>
                      <a:pt x="24950" y="33867"/>
                    </a:cubicBezTo>
                    <a:cubicBezTo>
                      <a:pt x="24701" y="33396"/>
                      <a:pt x="24535" y="32897"/>
                      <a:pt x="24452" y="32344"/>
                    </a:cubicBezTo>
                    <a:cubicBezTo>
                      <a:pt x="24368" y="31790"/>
                      <a:pt x="24313" y="31208"/>
                      <a:pt x="24313" y="30571"/>
                    </a:cubicBezTo>
                    <a:cubicBezTo>
                      <a:pt x="22624" y="32427"/>
                      <a:pt x="20713" y="33839"/>
                      <a:pt x="18526" y="34836"/>
                    </a:cubicBezTo>
                    <a:cubicBezTo>
                      <a:pt x="16366" y="35805"/>
                      <a:pt x="14012" y="36303"/>
                      <a:pt x="11492" y="36303"/>
                    </a:cubicBezTo>
                    <a:cubicBezTo>
                      <a:pt x="9997" y="36303"/>
                      <a:pt x="8529" y="36110"/>
                      <a:pt x="7144" y="35694"/>
                    </a:cubicBezTo>
                    <a:cubicBezTo>
                      <a:pt x="5760" y="35306"/>
                      <a:pt x="4514" y="34670"/>
                      <a:pt x="3461" y="33839"/>
                    </a:cubicBezTo>
                    <a:cubicBezTo>
                      <a:pt x="2409" y="33008"/>
                      <a:pt x="1551" y="31956"/>
                      <a:pt x="941" y="30738"/>
                    </a:cubicBezTo>
                    <a:cubicBezTo>
                      <a:pt x="332" y="29519"/>
                      <a:pt x="0" y="28079"/>
                      <a:pt x="0" y="26390"/>
                    </a:cubicBezTo>
                    <a:cubicBezTo>
                      <a:pt x="0" y="20547"/>
                      <a:pt x="4015" y="17086"/>
                      <a:pt x="12018" y="16033"/>
                    </a:cubicBezTo>
                    <a:lnTo>
                      <a:pt x="17529" y="15313"/>
                    </a:lnTo>
                    <a:close/>
                    <a:moveTo>
                      <a:pt x="24341" y="17224"/>
                    </a:moveTo>
                    <a:cubicBezTo>
                      <a:pt x="22652" y="17944"/>
                      <a:pt x="20962" y="18387"/>
                      <a:pt x="19218" y="18609"/>
                    </a:cubicBezTo>
                    <a:cubicBezTo>
                      <a:pt x="17501" y="18830"/>
                      <a:pt x="15756" y="18996"/>
                      <a:pt x="14040" y="19135"/>
                    </a:cubicBezTo>
                    <a:cubicBezTo>
                      <a:pt x="10993" y="19356"/>
                      <a:pt x="8612" y="20049"/>
                      <a:pt x="6895" y="21184"/>
                    </a:cubicBezTo>
                    <a:cubicBezTo>
                      <a:pt x="5178" y="22347"/>
                      <a:pt x="4348" y="24092"/>
                      <a:pt x="4348" y="26445"/>
                    </a:cubicBezTo>
                    <a:cubicBezTo>
                      <a:pt x="4348" y="27498"/>
                      <a:pt x="4569" y="28439"/>
                      <a:pt x="4984" y="29214"/>
                    </a:cubicBezTo>
                    <a:cubicBezTo>
                      <a:pt x="5400" y="29990"/>
                      <a:pt x="5954" y="30627"/>
                      <a:pt x="6646" y="31153"/>
                    </a:cubicBezTo>
                    <a:cubicBezTo>
                      <a:pt x="7338" y="31651"/>
                      <a:pt x="8141" y="32039"/>
                      <a:pt x="9027" y="32288"/>
                    </a:cubicBezTo>
                    <a:cubicBezTo>
                      <a:pt x="9941" y="32537"/>
                      <a:pt x="10855" y="32648"/>
                      <a:pt x="11797" y="32648"/>
                    </a:cubicBezTo>
                    <a:cubicBezTo>
                      <a:pt x="13403" y="32648"/>
                      <a:pt x="14953" y="32455"/>
                      <a:pt x="16449" y="32039"/>
                    </a:cubicBezTo>
                    <a:cubicBezTo>
                      <a:pt x="17944" y="31651"/>
                      <a:pt x="19301" y="31042"/>
                      <a:pt x="20464" y="30211"/>
                    </a:cubicBezTo>
                    <a:cubicBezTo>
                      <a:pt x="21627" y="29380"/>
                      <a:pt x="22569" y="28356"/>
                      <a:pt x="23288" y="27082"/>
                    </a:cubicBezTo>
                    <a:cubicBezTo>
                      <a:pt x="24008" y="25809"/>
                      <a:pt x="24341" y="24313"/>
                      <a:pt x="24341" y="22596"/>
                    </a:cubicBezTo>
                    <a:lnTo>
                      <a:pt x="24341" y="1722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89" name="Freeform 3688">
                <a:extLst>
                  <a:ext uri="{FF2B5EF4-FFF2-40B4-BE49-F238E27FC236}">
                    <a16:creationId xmlns:a16="http://schemas.microsoft.com/office/drawing/2014/main" id="{7EA72D6D-E70E-A5E1-0EE6-959D9F07196E}"/>
                  </a:ext>
                </a:extLst>
              </p:cNvPr>
              <p:cNvSpPr/>
              <p:nvPr/>
            </p:nvSpPr>
            <p:spPr>
              <a:xfrm>
                <a:off x="2530732" y="4088761"/>
                <a:ext cx="15368" cy="35361"/>
              </a:xfrm>
              <a:custGeom>
                <a:avLst/>
                <a:gdLst>
                  <a:gd name="connsiteX0" fmla="*/ 3988 w 15368"/>
                  <a:gd name="connsiteY0" fmla="*/ 35362 h 35361"/>
                  <a:gd name="connsiteX1" fmla="*/ 0 w 15368"/>
                  <a:gd name="connsiteY1" fmla="*/ 35362 h 35361"/>
                  <a:gd name="connsiteX2" fmla="*/ 0 w 15368"/>
                  <a:gd name="connsiteY2" fmla="*/ 941 h 35361"/>
                  <a:gd name="connsiteX3" fmla="*/ 3988 w 15368"/>
                  <a:gd name="connsiteY3" fmla="*/ 941 h 35361"/>
                  <a:gd name="connsiteX4" fmla="*/ 3988 w 15368"/>
                  <a:gd name="connsiteY4" fmla="*/ 7393 h 35361"/>
                  <a:gd name="connsiteX5" fmla="*/ 4126 w 15368"/>
                  <a:gd name="connsiteY5" fmla="*/ 7393 h 35361"/>
                  <a:gd name="connsiteX6" fmla="*/ 8418 w 15368"/>
                  <a:gd name="connsiteY6" fmla="*/ 1634 h 35361"/>
                  <a:gd name="connsiteX7" fmla="*/ 15369 w 15368"/>
                  <a:gd name="connsiteY7" fmla="*/ 0 h 35361"/>
                  <a:gd name="connsiteX8" fmla="*/ 15369 w 15368"/>
                  <a:gd name="connsiteY8" fmla="*/ 4320 h 35361"/>
                  <a:gd name="connsiteX9" fmla="*/ 9775 w 15368"/>
                  <a:gd name="connsiteY9" fmla="*/ 5372 h 35361"/>
                  <a:gd name="connsiteX10" fmla="*/ 6286 w 15368"/>
                  <a:gd name="connsiteY10" fmla="*/ 8418 h 35361"/>
                  <a:gd name="connsiteX11" fmla="*/ 4486 w 15368"/>
                  <a:gd name="connsiteY11" fmla="*/ 12959 h 35361"/>
                  <a:gd name="connsiteX12" fmla="*/ 3988 w 15368"/>
                  <a:gd name="connsiteY12" fmla="*/ 18442 h 35361"/>
                  <a:gd name="connsiteX13" fmla="*/ 3988 w 15368"/>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68" h="35361">
                    <a:moveTo>
                      <a:pt x="3988" y="35362"/>
                    </a:moveTo>
                    <a:lnTo>
                      <a:pt x="0" y="35362"/>
                    </a:lnTo>
                    <a:lnTo>
                      <a:pt x="0" y="941"/>
                    </a:lnTo>
                    <a:lnTo>
                      <a:pt x="3988" y="941"/>
                    </a:lnTo>
                    <a:lnTo>
                      <a:pt x="3988" y="7393"/>
                    </a:lnTo>
                    <a:lnTo>
                      <a:pt x="4126" y="7393"/>
                    </a:lnTo>
                    <a:cubicBezTo>
                      <a:pt x="5234" y="4652"/>
                      <a:pt x="6674" y="2741"/>
                      <a:pt x="8418" y="1634"/>
                    </a:cubicBezTo>
                    <a:cubicBezTo>
                      <a:pt x="10163" y="554"/>
                      <a:pt x="12489" y="0"/>
                      <a:pt x="15369" y="0"/>
                    </a:cubicBezTo>
                    <a:lnTo>
                      <a:pt x="15369" y="4320"/>
                    </a:lnTo>
                    <a:cubicBezTo>
                      <a:pt x="13098" y="4264"/>
                      <a:pt x="11243" y="4624"/>
                      <a:pt x="9775" y="5372"/>
                    </a:cubicBezTo>
                    <a:cubicBezTo>
                      <a:pt x="8307" y="6120"/>
                      <a:pt x="7144" y="7144"/>
                      <a:pt x="6286" y="8418"/>
                    </a:cubicBezTo>
                    <a:cubicBezTo>
                      <a:pt x="5427" y="9692"/>
                      <a:pt x="4818" y="11215"/>
                      <a:pt x="4486" y="12959"/>
                    </a:cubicBezTo>
                    <a:cubicBezTo>
                      <a:pt x="4154" y="14704"/>
                      <a:pt x="3988" y="16532"/>
                      <a:pt x="3988" y="18442"/>
                    </a:cubicBezTo>
                    <a:lnTo>
                      <a:pt x="3988" y="3533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28" name="Group 27">
              <a:extLst>
                <a:ext uri="{FF2B5EF4-FFF2-40B4-BE49-F238E27FC236}">
                  <a16:creationId xmlns:a16="http://schemas.microsoft.com/office/drawing/2014/main" id="{AB07A783-66B3-4E73-65A9-B183FCA4FDE8}"/>
                </a:ext>
              </a:extLst>
            </p:cNvPr>
            <p:cNvGrpSpPr/>
            <p:nvPr/>
          </p:nvGrpSpPr>
          <p:grpSpPr>
            <a:xfrm>
              <a:off x="1599990" y="1567033"/>
              <a:ext cx="8808640" cy="4906083"/>
              <a:chOff x="1599990" y="1567033"/>
              <a:chExt cx="8808640" cy="4906083"/>
            </a:xfrm>
          </p:grpSpPr>
          <p:grpSp>
            <p:nvGrpSpPr>
              <p:cNvPr id="33" name="Group 32">
                <a:extLst>
                  <a:ext uri="{FF2B5EF4-FFF2-40B4-BE49-F238E27FC236}">
                    <a16:creationId xmlns:a16="http://schemas.microsoft.com/office/drawing/2014/main" id="{5EBA989A-5381-6B28-B861-DD723F401D75}"/>
                  </a:ext>
                </a:extLst>
              </p:cNvPr>
              <p:cNvGrpSpPr/>
              <p:nvPr/>
            </p:nvGrpSpPr>
            <p:grpSpPr>
              <a:xfrm>
                <a:off x="1599990" y="4559723"/>
                <a:ext cx="3033840" cy="1913393"/>
                <a:chOff x="1356094" y="4445442"/>
                <a:chExt cx="3309643" cy="2087338"/>
              </a:xfrm>
            </p:grpSpPr>
            <p:grpSp>
              <p:nvGrpSpPr>
                <p:cNvPr id="3695" name="Graphic 14">
                  <a:extLst>
                    <a:ext uri="{FF2B5EF4-FFF2-40B4-BE49-F238E27FC236}">
                      <a16:creationId xmlns:a16="http://schemas.microsoft.com/office/drawing/2014/main" id="{E45835AB-6D63-49E8-D4A8-2CC2627013C4}"/>
                    </a:ext>
                  </a:extLst>
                </p:cNvPr>
                <p:cNvGrpSpPr/>
                <p:nvPr/>
              </p:nvGrpSpPr>
              <p:grpSpPr>
                <a:xfrm>
                  <a:off x="1379900" y="4445442"/>
                  <a:ext cx="865660" cy="242681"/>
                  <a:chOff x="1653747" y="3712934"/>
                  <a:chExt cx="233604" cy="65489"/>
                </a:xfrm>
                <a:solidFill>
                  <a:srgbClr val="26A6DE"/>
                </a:solidFill>
              </p:grpSpPr>
              <p:grpSp>
                <p:nvGrpSpPr>
                  <p:cNvPr id="3696" name="Graphic 14">
                    <a:extLst>
                      <a:ext uri="{FF2B5EF4-FFF2-40B4-BE49-F238E27FC236}">
                        <a16:creationId xmlns:a16="http://schemas.microsoft.com/office/drawing/2014/main" id="{DA789AD2-F8E2-3BFD-158A-F4B6CCF2F23A}"/>
                      </a:ext>
                    </a:extLst>
                  </p:cNvPr>
                  <p:cNvGrpSpPr/>
                  <p:nvPr/>
                </p:nvGrpSpPr>
                <p:grpSpPr>
                  <a:xfrm>
                    <a:off x="1737901" y="3712934"/>
                    <a:ext cx="77563" cy="47878"/>
                    <a:chOff x="1737901" y="3712934"/>
                    <a:chExt cx="77563" cy="47878"/>
                  </a:xfrm>
                  <a:solidFill>
                    <a:srgbClr val="26A6DE"/>
                  </a:solidFill>
                </p:grpSpPr>
                <p:sp>
                  <p:nvSpPr>
                    <p:cNvPr id="3698" name="Freeform 3697">
                      <a:extLst>
                        <a:ext uri="{FF2B5EF4-FFF2-40B4-BE49-F238E27FC236}">
                          <a16:creationId xmlns:a16="http://schemas.microsoft.com/office/drawing/2014/main" id="{9AE9E153-5515-ADEB-5E31-0155BDB93757}"/>
                        </a:ext>
                      </a:extLst>
                    </p:cNvPr>
                    <p:cNvSpPr/>
                    <p:nvPr/>
                  </p:nvSpPr>
                  <p:spPr>
                    <a:xfrm>
                      <a:off x="1737901" y="3712934"/>
                      <a:ext cx="42256" cy="47850"/>
                    </a:xfrm>
                    <a:custGeom>
                      <a:avLst/>
                      <a:gdLst>
                        <a:gd name="connsiteX0" fmla="*/ 0 w 42256"/>
                        <a:gd name="connsiteY0" fmla="*/ 47851 h 47850"/>
                        <a:gd name="connsiteX1" fmla="*/ 18802 w 42256"/>
                        <a:gd name="connsiteY1" fmla="*/ 0 h 47850"/>
                        <a:gd name="connsiteX2" fmla="*/ 23925 w 42256"/>
                        <a:gd name="connsiteY2" fmla="*/ 0 h 47850"/>
                        <a:gd name="connsiteX3" fmla="*/ 42257 w 42256"/>
                        <a:gd name="connsiteY3" fmla="*/ 47851 h 47850"/>
                        <a:gd name="connsiteX4" fmla="*/ 37605 w 42256"/>
                        <a:gd name="connsiteY4" fmla="*/ 47851 h 47850"/>
                        <a:gd name="connsiteX5" fmla="*/ 32094 w 42256"/>
                        <a:gd name="connsiteY5" fmla="*/ 32842 h 47850"/>
                        <a:gd name="connsiteX6" fmla="*/ 10301 w 42256"/>
                        <a:gd name="connsiteY6" fmla="*/ 32842 h 47850"/>
                        <a:gd name="connsiteX7" fmla="*/ 4652 w 42256"/>
                        <a:gd name="connsiteY7" fmla="*/ 47851 h 47850"/>
                        <a:gd name="connsiteX8" fmla="*/ 0 w 42256"/>
                        <a:gd name="connsiteY8" fmla="*/ 47851 h 47850"/>
                        <a:gd name="connsiteX9" fmla="*/ 11824 w 42256"/>
                        <a:gd name="connsiteY9" fmla="*/ 28993 h 47850"/>
                        <a:gd name="connsiteX10" fmla="*/ 30571 w 42256"/>
                        <a:gd name="connsiteY10" fmla="*/ 28993 h 47850"/>
                        <a:gd name="connsiteX11" fmla="*/ 21212 w 42256"/>
                        <a:gd name="connsiteY11" fmla="*/ 3877 h 47850"/>
                        <a:gd name="connsiteX12" fmla="*/ 11852 w 42256"/>
                        <a:gd name="connsiteY12" fmla="*/ 28993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6"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24" y="28993"/>
                          </a:moveTo>
                          <a:lnTo>
                            <a:pt x="30571" y="28993"/>
                          </a:lnTo>
                          <a:lnTo>
                            <a:pt x="21212" y="3877"/>
                          </a:lnTo>
                          <a:lnTo>
                            <a:pt x="11852" y="28993"/>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99" name="Freeform 3698">
                      <a:extLst>
                        <a:ext uri="{FF2B5EF4-FFF2-40B4-BE49-F238E27FC236}">
                          <a16:creationId xmlns:a16="http://schemas.microsoft.com/office/drawing/2014/main" id="{1EBFDC3B-2462-AF8D-0511-C089A89A4FB6}"/>
                        </a:ext>
                      </a:extLst>
                    </p:cNvPr>
                    <p:cNvSpPr/>
                    <p:nvPr/>
                  </p:nvSpPr>
                  <p:spPr>
                    <a:xfrm>
                      <a:off x="1784423" y="3713931"/>
                      <a:ext cx="31041" cy="46881"/>
                    </a:xfrm>
                    <a:custGeom>
                      <a:avLst/>
                      <a:gdLst>
                        <a:gd name="connsiteX0" fmla="*/ 1412 w 31041"/>
                        <a:gd name="connsiteY0" fmla="*/ 15369 h 46881"/>
                        <a:gd name="connsiteX1" fmla="*/ 2465 w 31041"/>
                        <a:gd name="connsiteY1" fmla="*/ 9083 h 46881"/>
                        <a:gd name="connsiteX2" fmla="*/ 5511 w 31041"/>
                        <a:gd name="connsiteY2" fmla="*/ 4237 h 46881"/>
                        <a:gd name="connsiteX3" fmla="*/ 10329 w 31041"/>
                        <a:gd name="connsiteY3" fmla="*/ 1108 h 46881"/>
                        <a:gd name="connsiteX4" fmla="*/ 16615 w 31041"/>
                        <a:gd name="connsiteY4" fmla="*/ 0 h 46881"/>
                        <a:gd name="connsiteX5" fmla="*/ 22818 w 31041"/>
                        <a:gd name="connsiteY5" fmla="*/ 1025 h 46881"/>
                        <a:gd name="connsiteX6" fmla="*/ 27331 w 31041"/>
                        <a:gd name="connsiteY6" fmla="*/ 3794 h 46881"/>
                        <a:gd name="connsiteX7" fmla="*/ 30100 w 31041"/>
                        <a:gd name="connsiteY7" fmla="*/ 7920 h 46881"/>
                        <a:gd name="connsiteX8" fmla="*/ 31042 w 31041"/>
                        <a:gd name="connsiteY8" fmla="*/ 12960 h 46881"/>
                        <a:gd name="connsiteX9" fmla="*/ 30017 w 31041"/>
                        <a:gd name="connsiteY9" fmla="*/ 18470 h 46881"/>
                        <a:gd name="connsiteX10" fmla="*/ 27304 w 31041"/>
                        <a:gd name="connsiteY10" fmla="*/ 22734 h 46881"/>
                        <a:gd name="connsiteX11" fmla="*/ 23455 w 31041"/>
                        <a:gd name="connsiteY11" fmla="*/ 26057 h 46881"/>
                        <a:gd name="connsiteX12" fmla="*/ 19024 w 31041"/>
                        <a:gd name="connsiteY12" fmla="*/ 28827 h 46881"/>
                        <a:gd name="connsiteX13" fmla="*/ 14566 w 31041"/>
                        <a:gd name="connsiteY13" fmla="*/ 31319 h 46881"/>
                        <a:gd name="connsiteX14" fmla="*/ 10633 w 31041"/>
                        <a:gd name="connsiteY14" fmla="*/ 33839 h 46881"/>
                        <a:gd name="connsiteX15" fmla="*/ 8446 w 31041"/>
                        <a:gd name="connsiteY15" fmla="*/ 35666 h 46881"/>
                        <a:gd name="connsiteX16" fmla="*/ 6507 w 31041"/>
                        <a:gd name="connsiteY16" fmla="*/ 37771 h 46881"/>
                        <a:gd name="connsiteX17" fmla="*/ 5123 w 31041"/>
                        <a:gd name="connsiteY17" fmla="*/ 40263 h 46881"/>
                        <a:gd name="connsiteX18" fmla="*/ 4514 w 31041"/>
                        <a:gd name="connsiteY18" fmla="*/ 43282 h 46881"/>
                        <a:gd name="connsiteX19" fmla="*/ 30627 w 31041"/>
                        <a:gd name="connsiteY19" fmla="*/ 43282 h 46881"/>
                        <a:gd name="connsiteX20" fmla="*/ 30627 w 31041"/>
                        <a:gd name="connsiteY20" fmla="*/ 46881 h 46881"/>
                        <a:gd name="connsiteX21" fmla="*/ 0 w 31041"/>
                        <a:gd name="connsiteY21" fmla="*/ 46881 h 46881"/>
                        <a:gd name="connsiteX22" fmla="*/ 720 w 31041"/>
                        <a:gd name="connsiteY22" fmla="*/ 40762 h 46881"/>
                        <a:gd name="connsiteX23" fmla="*/ 3655 w 31041"/>
                        <a:gd name="connsiteY23" fmla="*/ 35445 h 46881"/>
                        <a:gd name="connsiteX24" fmla="*/ 8750 w 31041"/>
                        <a:gd name="connsiteY24" fmla="*/ 30654 h 46881"/>
                        <a:gd name="connsiteX25" fmla="*/ 13901 w 31041"/>
                        <a:gd name="connsiteY25" fmla="*/ 27110 h 46881"/>
                        <a:gd name="connsiteX26" fmla="*/ 18692 w 31041"/>
                        <a:gd name="connsiteY26" fmla="*/ 24258 h 46881"/>
                        <a:gd name="connsiteX27" fmla="*/ 22679 w 31041"/>
                        <a:gd name="connsiteY27" fmla="*/ 21433 h 46881"/>
                        <a:gd name="connsiteX28" fmla="*/ 25393 w 31041"/>
                        <a:gd name="connsiteY28" fmla="*/ 17972 h 46881"/>
                        <a:gd name="connsiteX29" fmla="*/ 26390 w 31041"/>
                        <a:gd name="connsiteY29" fmla="*/ 13264 h 46881"/>
                        <a:gd name="connsiteX30" fmla="*/ 25587 w 31041"/>
                        <a:gd name="connsiteY30" fmla="*/ 9221 h 46881"/>
                        <a:gd name="connsiteX31" fmla="*/ 23399 w 31041"/>
                        <a:gd name="connsiteY31" fmla="*/ 6175 h 46881"/>
                        <a:gd name="connsiteX32" fmla="*/ 20132 w 31041"/>
                        <a:gd name="connsiteY32" fmla="*/ 4292 h 46881"/>
                        <a:gd name="connsiteX33" fmla="*/ 16089 w 31041"/>
                        <a:gd name="connsiteY33" fmla="*/ 3655 h 46881"/>
                        <a:gd name="connsiteX34" fmla="*/ 11880 w 31041"/>
                        <a:gd name="connsiteY34" fmla="*/ 4624 h 46881"/>
                        <a:gd name="connsiteX35" fmla="*/ 8612 w 31041"/>
                        <a:gd name="connsiteY35" fmla="*/ 7172 h 46881"/>
                        <a:gd name="connsiteX36" fmla="*/ 6507 w 31041"/>
                        <a:gd name="connsiteY36" fmla="*/ 10883 h 46881"/>
                        <a:gd name="connsiteX37" fmla="*/ 5898 w 31041"/>
                        <a:gd name="connsiteY37" fmla="*/ 15396 h 46881"/>
                        <a:gd name="connsiteX38" fmla="*/ 1385 w 31041"/>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1" h="46881">
                          <a:moveTo>
                            <a:pt x="1412" y="15369"/>
                          </a:moveTo>
                          <a:cubicBezTo>
                            <a:pt x="1412" y="13070"/>
                            <a:pt x="1772" y="10966"/>
                            <a:pt x="2465" y="9083"/>
                          </a:cubicBezTo>
                          <a:cubicBezTo>
                            <a:pt x="3184" y="7200"/>
                            <a:pt x="4181" y="5594"/>
                            <a:pt x="5511" y="4237"/>
                          </a:cubicBezTo>
                          <a:cubicBezTo>
                            <a:pt x="6840" y="2880"/>
                            <a:pt x="8446" y="1855"/>
                            <a:pt x="10329" y="1108"/>
                          </a:cubicBezTo>
                          <a:cubicBezTo>
                            <a:pt x="12212" y="388"/>
                            <a:pt x="14316" y="0"/>
                            <a:pt x="16615" y="0"/>
                          </a:cubicBezTo>
                          <a:cubicBezTo>
                            <a:pt x="18913" y="0"/>
                            <a:pt x="21045" y="332"/>
                            <a:pt x="22818" y="1025"/>
                          </a:cubicBezTo>
                          <a:cubicBezTo>
                            <a:pt x="24590" y="1717"/>
                            <a:pt x="26113" y="2631"/>
                            <a:pt x="27331" y="3794"/>
                          </a:cubicBezTo>
                          <a:cubicBezTo>
                            <a:pt x="28550" y="4957"/>
                            <a:pt x="29464" y="6314"/>
                            <a:pt x="30100"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5" y="25088"/>
                            <a:pt x="23455" y="26057"/>
                          </a:cubicBezTo>
                          <a:cubicBezTo>
                            <a:pt x="22015" y="27027"/>
                            <a:pt x="20547" y="27940"/>
                            <a:pt x="19024" y="28827"/>
                          </a:cubicBezTo>
                          <a:cubicBezTo>
                            <a:pt x="17529" y="29685"/>
                            <a:pt x="16033" y="30516"/>
                            <a:pt x="14566" y="31319"/>
                          </a:cubicBezTo>
                          <a:cubicBezTo>
                            <a:pt x="13098" y="32122"/>
                            <a:pt x="11796" y="32953"/>
                            <a:pt x="10633" y="33839"/>
                          </a:cubicBezTo>
                          <a:cubicBezTo>
                            <a:pt x="9886" y="34420"/>
                            <a:pt x="9138" y="35029"/>
                            <a:pt x="8446" y="35666"/>
                          </a:cubicBezTo>
                          <a:cubicBezTo>
                            <a:pt x="7726" y="36303"/>
                            <a:pt x="7089" y="36996"/>
                            <a:pt x="6507" y="37771"/>
                          </a:cubicBezTo>
                          <a:cubicBezTo>
                            <a:pt x="5926" y="38519"/>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0"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8" y="19273"/>
                            <a:pt x="25393" y="17972"/>
                          </a:cubicBezTo>
                          <a:cubicBezTo>
                            <a:pt x="26058" y="16698"/>
                            <a:pt x="26390" y="15119"/>
                            <a:pt x="26390" y="13264"/>
                          </a:cubicBezTo>
                          <a:cubicBezTo>
                            <a:pt x="26390" y="11769"/>
                            <a:pt x="26113" y="10412"/>
                            <a:pt x="25587" y="9221"/>
                          </a:cubicBezTo>
                          <a:cubicBezTo>
                            <a:pt x="25061" y="8030"/>
                            <a:pt x="24313" y="7006"/>
                            <a:pt x="23399" y="6175"/>
                          </a:cubicBezTo>
                          <a:cubicBezTo>
                            <a:pt x="22458" y="5344"/>
                            <a:pt x="21378" y="4708"/>
                            <a:pt x="20132" y="4292"/>
                          </a:cubicBezTo>
                          <a:cubicBezTo>
                            <a:pt x="18885" y="3877"/>
                            <a:pt x="17529" y="3655"/>
                            <a:pt x="16089" y="3655"/>
                          </a:cubicBezTo>
                          <a:cubicBezTo>
                            <a:pt x="14538" y="3655"/>
                            <a:pt x="13126" y="3988"/>
                            <a:pt x="11880" y="4624"/>
                          </a:cubicBezTo>
                          <a:cubicBezTo>
                            <a:pt x="10606" y="5261"/>
                            <a:pt x="9526" y="6120"/>
                            <a:pt x="8612" y="7172"/>
                          </a:cubicBezTo>
                          <a:cubicBezTo>
                            <a:pt x="7698" y="8224"/>
                            <a:pt x="7006" y="9470"/>
                            <a:pt x="6507" y="10883"/>
                          </a:cubicBezTo>
                          <a:cubicBezTo>
                            <a:pt x="6009" y="12295"/>
                            <a:pt x="5815" y="13818"/>
                            <a:pt x="5898" y="15396"/>
                          </a:cubicBezTo>
                          <a:lnTo>
                            <a:pt x="1385" y="15396"/>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697" name="Freeform 3696">
                    <a:extLst>
                      <a:ext uri="{FF2B5EF4-FFF2-40B4-BE49-F238E27FC236}">
                        <a16:creationId xmlns:a16="http://schemas.microsoft.com/office/drawing/2014/main" id="{EB9BB219-FB11-E934-DD37-A82EE4E6021D}"/>
                      </a:ext>
                    </a:extLst>
                  </p:cNvPr>
                  <p:cNvSpPr/>
                  <p:nvPr/>
                </p:nvSpPr>
                <p:spPr>
                  <a:xfrm>
                    <a:off x="1653747" y="377842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26A6DE"/>
                    </a:solidFill>
                    <a:prstDash val="solid"/>
                    <a:miter/>
                  </a:ln>
                </p:spPr>
                <p:txBody>
                  <a:bodyPr rtlCol="0" anchor="ctr"/>
                  <a:lstStyle/>
                  <a:p>
                    <a:endParaRPr lang="en-US" sz="2000">
                      <a:latin typeface="Helvetica Light" panose="020B0403020202020204" pitchFamily="34" charset="0"/>
                    </a:endParaRPr>
                  </a:p>
                </p:txBody>
              </p:sp>
            </p:grpSp>
            <p:grpSp>
              <p:nvGrpSpPr>
                <p:cNvPr id="3728" name="Graphic 14">
                  <a:extLst>
                    <a:ext uri="{FF2B5EF4-FFF2-40B4-BE49-F238E27FC236}">
                      <a16:creationId xmlns:a16="http://schemas.microsoft.com/office/drawing/2014/main" id="{F9A415AF-520A-A47F-B21E-4167DF07CF31}"/>
                    </a:ext>
                  </a:extLst>
                </p:cNvPr>
                <p:cNvGrpSpPr/>
                <p:nvPr/>
              </p:nvGrpSpPr>
              <p:grpSpPr>
                <a:xfrm>
                  <a:off x="3800077" y="4445442"/>
                  <a:ext cx="865660" cy="242681"/>
                  <a:chOff x="2306848" y="3712934"/>
                  <a:chExt cx="233604" cy="65489"/>
                </a:xfrm>
                <a:solidFill>
                  <a:srgbClr val="26A6DE"/>
                </a:solidFill>
              </p:grpSpPr>
              <p:grpSp>
                <p:nvGrpSpPr>
                  <p:cNvPr id="3729" name="Graphic 14">
                    <a:extLst>
                      <a:ext uri="{FF2B5EF4-FFF2-40B4-BE49-F238E27FC236}">
                        <a16:creationId xmlns:a16="http://schemas.microsoft.com/office/drawing/2014/main" id="{5A739A27-FFA2-3878-E242-5E48BB2CE290}"/>
                      </a:ext>
                    </a:extLst>
                  </p:cNvPr>
                  <p:cNvGrpSpPr/>
                  <p:nvPr/>
                </p:nvGrpSpPr>
                <p:grpSpPr>
                  <a:xfrm>
                    <a:off x="2395377" y="3712934"/>
                    <a:ext cx="73160" cy="47878"/>
                    <a:chOff x="2395377" y="3712934"/>
                    <a:chExt cx="73160" cy="47878"/>
                  </a:xfrm>
                  <a:solidFill>
                    <a:srgbClr val="26A6DE"/>
                  </a:solidFill>
                </p:grpSpPr>
                <p:sp>
                  <p:nvSpPr>
                    <p:cNvPr id="3731" name="Freeform 3730">
                      <a:extLst>
                        <a:ext uri="{FF2B5EF4-FFF2-40B4-BE49-F238E27FC236}">
                          <a16:creationId xmlns:a16="http://schemas.microsoft.com/office/drawing/2014/main" id="{849CD638-ED43-9EA7-FF81-6F651FB47C5D}"/>
                        </a:ext>
                      </a:extLst>
                    </p:cNvPr>
                    <p:cNvSpPr/>
                    <p:nvPr/>
                  </p:nvSpPr>
                  <p:spPr>
                    <a:xfrm>
                      <a:off x="2395377" y="3712934"/>
                      <a:ext cx="35168" cy="47850"/>
                    </a:xfrm>
                    <a:custGeom>
                      <a:avLst/>
                      <a:gdLst>
                        <a:gd name="connsiteX0" fmla="*/ 0 w 35168"/>
                        <a:gd name="connsiteY0" fmla="*/ 47851 h 47850"/>
                        <a:gd name="connsiteX1" fmla="*/ 0 w 35168"/>
                        <a:gd name="connsiteY1" fmla="*/ 0 h 47850"/>
                        <a:gd name="connsiteX2" fmla="*/ 17279 w 35168"/>
                        <a:gd name="connsiteY2" fmla="*/ 0 h 47850"/>
                        <a:gd name="connsiteX3" fmla="*/ 24452 w 35168"/>
                        <a:gd name="connsiteY3" fmla="*/ 858 h 47850"/>
                        <a:gd name="connsiteX4" fmla="*/ 29325 w 35168"/>
                        <a:gd name="connsiteY4" fmla="*/ 3323 h 47850"/>
                        <a:gd name="connsiteX5" fmla="*/ 32094 w 35168"/>
                        <a:gd name="connsiteY5" fmla="*/ 7144 h 47850"/>
                        <a:gd name="connsiteX6" fmla="*/ 32953 w 35168"/>
                        <a:gd name="connsiteY6" fmla="*/ 12018 h 47850"/>
                        <a:gd name="connsiteX7" fmla="*/ 32288 w 35168"/>
                        <a:gd name="connsiteY7" fmla="*/ 16366 h 47850"/>
                        <a:gd name="connsiteX8" fmla="*/ 30571 w 35168"/>
                        <a:gd name="connsiteY8" fmla="*/ 19411 h 47850"/>
                        <a:gd name="connsiteX9" fmla="*/ 28134 w 35168"/>
                        <a:gd name="connsiteY9" fmla="*/ 21350 h 47850"/>
                        <a:gd name="connsiteX10" fmla="*/ 25310 w 35168"/>
                        <a:gd name="connsiteY10" fmla="*/ 22319 h 47850"/>
                        <a:gd name="connsiteX11" fmla="*/ 25310 w 35168"/>
                        <a:gd name="connsiteY11" fmla="*/ 22458 h 47850"/>
                        <a:gd name="connsiteX12" fmla="*/ 32731 w 35168"/>
                        <a:gd name="connsiteY12" fmla="*/ 26390 h 47850"/>
                        <a:gd name="connsiteX13" fmla="*/ 35168 w 35168"/>
                        <a:gd name="connsiteY13" fmla="*/ 34365 h 47850"/>
                        <a:gd name="connsiteX14" fmla="*/ 34005 w 35168"/>
                        <a:gd name="connsiteY14" fmla="*/ 40679 h 47850"/>
                        <a:gd name="connsiteX15" fmla="*/ 30793 w 35168"/>
                        <a:gd name="connsiteY15" fmla="*/ 44860 h 47850"/>
                        <a:gd name="connsiteX16" fmla="*/ 25836 w 35168"/>
                        <a:gd name="connsiteY16" fmla="*/ 47158 h 47850"/>
                        <a:gd name="connsiteX17" fmla="*/ 19550 w 35168"/>
                        <a:gd name="connsiteY17" fmla="*/ 47851 h 47850"/>
                        <a:gd name="connsiteX18" fmla="*/ 0 w 35168"/>
                        <a:gd name="connsiteY18" fmla="*/ 47851 h 47850"/>
                        <a:gd name="connsiteX19" fmla="*/ 4541 w 35168"/>
                        <a:gd name="connsiteY19" fmla="*/ 21156 h 47850"/>
                        <a:gd name="connsiteX20" fmla="*/ 15978 w 35168"/>
                        <a:gd name="connsiteY20" fmla="*/ 21156 h 47850"/>
                        <a:gd name="connsiteX21" fmla="*/ 21904 w 35168"/>
                        <a:gd name="connsiteY21" fmla="*/ 20547 h 47850"/>
                        <a:gd name="connsiteX22" fmla="*/ 25753 w 35168"/>
                        <a:gd name="connsiteY22" fmla="*/ 18775 h 47850"/>
                        <a:gd name="connsiteX23" fmla="*/ 27857 w 35168"/>
                        <a:gd name="connsiteY23" fmla="*/ 15923 h 47850"/>
                        <a:gd name="connsiteX24" fmla="*/ 28494 w 35168"/>
                        <a:gd name="connsiteY24" fmla="*/ 12046 h 47850"/>
                        <a:gd name="connsiteX25" fmla="*/ 27774 w 35168"/>
                        <a:gd name="connsiteY25" fmla="*/ 8224 h 47850"/>
                        <a:gd name="connsiteX26" fmla="*/ 25448 w 35168"/>
                        <a:gd name="connsiteY26" fmla="*/ 5704 h 47850"/>
                        <a:gd name="connsiteX27" fmla="*/ 21295 w 35168"/>
                        <a:gd name="connsiteY27" fmla="*/ 4320 h 47850"/>
                        <a:gd name="connsiteX28" fmla="*/ 15009 w 35168"/>
                        <a:gd name="connsiteY28" fmla="*/ 3877 h 47850"/>
                        <a:gd name="connsiteX29" fmla="*/ 4569 w 35168"/>
                        <a:gd name="connsiteY29" fmla="*/ 3877 h 47850"/>
                        <a:gd name="connsiteX30" fmla="*/ 4569 w 35168"/>
                        <a:gd name="connsiteY30" fmla="*/ 21156 h 47850"/>
                        <a:gd name="connsiteX31" fmla="*/ 4541 w 35168"/>
                        <a:gd name="connsiteY31" fmla="*/ 44001 h 47850"/>
                        <a:gd name="connsiteX32" fmla="*/ 16033 w 35168"/>
                        <a:gd name="connsiteY32" fmla="*/ 44001 h 47850"/>
                        <a:gd name="connsiteX33" fmla="*/ 22513 w 35168"/>
                        <a:gd name="connsiteY33" fmla="*/ 43669 h 47850"/>
                        <a:gd name="connsiteX34" fmla="*/ 27054 w 35168"/>
                        <a:gd name="connsiteY34" fmla="*/ 42312 h 47850"/>
                        <a:gd name="connsiteX35" fmla="*/ 29741 w 35168"/>
                        <a:gd name="connsiteY35" fmla="*/ 39377 h 47850"/>
                        <a:gd name="connsiteX36" fmla="*/ 30627 w 35168"/>
                        <a:gd name="connsiteY36" fmla="*/ 34365 h 47850"/>
                        <a:gd name="connsiteX37" fmla="*/ 29630 w 35168"/>
                        <a:gd name="connsiteY37" fmla="*/ 29547 h 47850"/>
                        <a:gd name="connsiteX38" fmla="*/ 26778 w 35168"/>
                        <a:gd name="connsiteY38" fmla="*/ 26722 h 47850"/>
                        <a:gd name="connsiteX39" fmla="*/ 22319 w 35168"/>
                        <a:gd name="connsiteY39" fmla="*/ 25365 h 47850"/>
                        <a:gd name="connsiteX40" fmla="*/ 16532 w 35168"/>
                        <a:gd name="connsiteY40" fmla="*/ 25005 h 47850"/>
                        <a:gd name="connsiteX41" fmla="*/ 4514 w 35168"/>
                        <a:gd name="connsiteY41" fmla="*/ 25005 h 47850"/>
                        <a:gd name="connsiteX42" fmla="*/ 4514 w 35168"/>
                        <a:gd name="connsiteY42" fmla="*/ 4400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168" h="47850">
                          <a:moveTo>
                            <a:pt x="0" y="47851"/>
                          </a:moveTo>
                          <a:lnTo>
                            <a:pt x="0" y="0"/>
                          </a:lnTo>
                          <a:lnTo>
                            <a:pt x="17279" y="0"/>
                          </a:lnTo>
                          <a:cubicBezTo>
                            <a:pt x="20076" y="0"/>
                            <a:pt x="22458" y="277"/>
                            <a:pt x="24452" y="858"/>
                          </a:cubicBezTo>
                          <a:cubicBezTo>
                            <a:pt x="26445" y="1440"/>
                            <a:pt x="28079" y="2243"/>
                            <a:pt x="29325" y="3323"/>
                          </a:cubicBezTo>
                          <a:cubicBezTo>
                            <a:pt x="30571" y="4403"/>
                            <a:pt x="31513" y="5649"/>
                            <a:pt x="32094" y="7144"/>
                          </a:cubicBezTo>
                          <a:cubicBezTo>
                            <a:pt x="32676" y="8640"/>
                            <a:pt x="32953" y="10246"/>
                            <a:pt x="32953" y="12018"/>
                          </a:cubicBezTo>
                          <a:cubicBezTo>
                            <a:pt x="32953" y="13790"/>
                            <a:pt x="32731" y="15147"/>
                            <a:pt x="32288" y="16366"/>
                          </a:cubicBezTo>
                          <a:cubicBezTo>
                            <a:pt x="31845" y="17584"/>
                            <a:pt x="31264" y="18608"/>
                            <a:pt x="30571" y="19411"/>
                          </a:cubicBezTo>
                          <a:cubicBezTo>
                            <a:pt x="29879" y="20215"/>
                            <a:pt x="29048" y="20879"/>
                            <a:pt x="28134" y="21350"/>
                          </a:cubicBezTo>
                          <a:cubicBezTo>
                            <a:pt x="27221" y="21821"/>
                            <a:pt x="26279" y="22125"/>
                            <a:pt x="25310" y="22319"/>
                          </a:cubicBezTo>
                          <a:lnTo>
                            <a:pt x="25310" y="22458"/>
                          </a:lnTo>
                          <a:cubicBezTo>
                            <a:pt x="28633" y="22956"/>
                            <a:pt x="31097" y="24257"/>
                            <a:pt x="32731" y="26390"/>
                          </a:cubicBezTo>
                          <a:cubicBezTo>
                            <a:pt x="34337" y="28522"/>
                            <a:pt x="35168" y="31180"/>
                            <a:pt x="35168" y="34365"/>
                          </a:cubicBezTo>
                          <a:cubicBezTo>
                            <a:pt x="35168" y="36857"/>
                            <a:pt x="34780" y="38962"/>
                            <a:pt x="34005" y="40679"/>
                          </a:cubicBezTo>
                          <a:cubicBezTo>
                            <a:pt x="33230" y="42395"/>
                            <a:pt x="32150" y="43808"/>
                            <a:pt x="30793" y="44860"/>
                          </a:cubicBezTo>
                          <a:cubicBezTo>
                            <a:pt x="29408" y="45912"/>
                            <a:pt x="27774" y="46688"/>
                            <a:pt x="25836" y="47158"/>
                          </a:cubicBezTo>
                          <a:cubicBezTo>
                            <a:pt x="23898" y="47629"/>
                            <a:pt x="21821" y="47851"/>
                            <a:pt x="19550" y="47851"/>
                          </a:cubicBezTo>
                          <a:lnTo>
                            <a:pt x="0" y="47851"/>
                          </a:lnTo>
                          <a:close/>
                          <a:moveTo>
                            <a:pt x="4541" y="21156"/>
                          </a:moveTo>
                          <a:lnTo>
                            <a:pt x="15978" y="21156"/>
                          </a:lnTo>
                          <a:cubicBezTo>
                            <a:pt x="18332" y="21156"/>
                            <a:pt x="20298" y="20962"/>
                            <a:pt x="21904" y="20547"/>
                          </a:cubicBezTo>
                          <a:cubicBezTo>
                            <a:pt x="23510" y="20159"/>
                            <a:pt x="24784" y="19550"/>
                            <a:pt x="25753" y="18775"/>
                          </a:cubicBezTo>
                          <a:cubicBezTo>
                            <a:pt x="26722" y="17999"/>
                            <a:pt x="27414" y="17058"/>
                            <a:pt x="27857" y="15923"/>
                          </a:cubicBezTo>
                          <a:cubicBezTo>
                            <a:pt x="28301" y="14787"/>
                            <a:pt x="28494" y="13486"/>
                            <a:pt x="28494" y="12046"/>
                          </a:cubicBezTo>
                          <a:cubicBezTo>
                            <a:pt x="28494" y="10606"/>
                            <a:pt x="28245" y="9277"/>
                            <a:pt x="27774" y="8224"/>
                          </a:cubicBezTo>
                          <a:cubicBezTo>
                            <a:pt x="27276" y="7172"/>
                            <a:pt x="26501" y="6341"/>
                            <a:pt x="25448" y="5704"/>
                          </a:cubicBezTo>
                          <a:cubicBezTo>
                            <a:pt x="24396" y="5067"/>
                            <a:pt x="23011" y="4597"/>
                            <a:pt x="21295" y="4320"/>
                          </a:cubicBezTo>
                          <a:cubicBezTo>
                            <a:pt x="19578" y="4043"/>
                            <a:pt x="17501" y="3877"/>
                            <a:pt x="15009" y="3877"/>
                          </a:cubicBezTo>
                          <a:lnTo>
                            <a:pt x="4569" y="3877"/>
                          </a:lnTo>
                          <a:lnTo>
                            <a:pt x="4569" y="21156"/>
                          </a:lnTo>
                          <a:close/>
                          <a:moveTo>
                            <a:pt x="4541" y="44001"/>
                          </a:moveTo>
                          <a:lnTo>
                            <a:pt x="16033" y="44001"/>
                          </a:lnTo>
                          <a:cubicBezTo>
                            <a:pt x="18526" y="44001"/>
                            <a:pt x="20685" y="43891"/>
                            <a:pt x="22513" y="43669"/>
                          </a:cubicBezTo>
                          <a:cubicBezTo>
                            <a:pt x="24341" y="43448"/>
                            <a:pt x="25864" y="43005"/>
                            <a:pt x="27054" y="42312"/>
                          </a:cubicBezTo>
                          <a:cubicBezTo>
                            <a:pt x="28245" y="41620"/>
                            <a:pt x="29159" y="40651"/>
                            <a:pt x="29741" y="39377"/>
                          </a:cubicBezTo>
                          <a:cubicBezTo>
                            <a:pt x="30350" y="38103"/>
                            <a:pt x="30627" y="36442"/>
                            <a:pt x="30627" y="34365"/>
                          </a:cubicBezTo>
                          <a:cubicBezTo>
                            <a:pt x="30627" y="32288"/>
                            <a:pt x="30294" y="30765"/>
                            <a:pt x="29630" y="29547"/>
                          </a:cubicBezTo>
                          <a:cubicBezTo>
                            <a:pt x="28965" y="28328"/>
                            <a:pt x="28024" y="27387"/>
                            <a:pt x="26778" y="26722"/>
                          </a:cubicBezTo>
                          <a:cubicBezTo>
                            <a:pt x="25531" y="26057"/>
                            <a:pt x="24064" y="25614"/>
                            <a:pt x="22319" y="25365"/>
                          </a:cubicBezTo>
                          <a:cubicBezTo>
                            <a:pt x="20575" y="25116"/>
                            <a:pt x="18664" y="25005"/>
                            <a:pt x="16532" y="25005"/>
                          </a:cubicBezTo>
                          <a:lnTo>
                            <a:pt x="4514" y="25005"/>
                          </a:lnTo>
                          <a:lnTo>
                            <a:pt x="4514" y="4400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32" name="Freeform 3731">
                      <a:extLst>
                        <a:ext uri="{FF2B5EF4-FFF2-40B4-BE49-F238E27FC236}">
                          <a16:creationId xmlns:a16="http://schemas.microsoft.com/office/drawing/2014/main" id="{FBEB29E1-16DB-B516-BBA7-D2A0283DF778}"/>
                        </a:ext>
                      </a:extLst>
                    </p:cNvPr>
                    <p:cNvSpPr/>
                    <p:nvPr/>
                  </p:nvSpPr>
                  <p:spPr>
                    <a:xfrm>
                      <a:off x="2437496" y="3713931"/>
                      <a:ext cx="31041" cy="46881"/>
                    </a:xfrm>
                    <a:custGeom>
                      <a:avLst/>
                      <a:gdLst>
                        <a:gd name="connsiteX0" fmla="*/ 1412 w 31041"/>
                        <a:gd name="connsiteY0" fmla="*/ 15369 h 46881"/>
                        <a:gd name="connsiteX1" fmla="*/ 2464 w 31041"/>
                        <a:gd name="connsiteY1" fmla="*/ 9083 h 46881"/>
                        <a:gd name="connsiteX2" fmla="*/ 5511 w 31041"/>
                        <a:gd name="connsiteY2" fmla="*/ 4237 h 46881"/>
                        <a:gd name="connsiteX3" fmla="*/ 10329 w 31041"/>
                        <a:gd name="connsiteY3" fmla="*/ 1108 h 46881"/>
                        <a:gd name="connsiteX4" fmla="*/ 16615 w 31041"/>
                        <a:gd name="connsiteY4" fmla="*/ 0 h 46881"/>
                        <a:gd name="connsiteX5" fmla="*/ 22818 w 31041"/>
                        <a:gd name="connsiteY5" fmla="*/ 1025 h 46881"/>
                        <a:gd name="connsiteX6" fmla="*/ 27331 w 31041"/>
                        <a:gd name="connsiteY6" fmla="*/ 3794 h 46881"/>
                        <a:gd name="connsiteX7" fmla="*/ 30100 w 31041"/>
                        <a:gd name="connsiteY7" fmla="*/ 7920 h 46881"/>
                        <a:gd name="connsiteX8" fmla="*/ 31042 w 31041"/>
                        <a:gd name="connsiteY8" fmla="*/ 12960 h 46881"/>
                        <a:gd name="connsiteX9" fmla="*/ 30017 w 31041"/>
                        <a:gd name="connsiteY9" fmla="*/ 18470 h 46881"/>
                        <a:gd name="connsiteX10" fmla="*/ 27304 w 31041"/>
                        <a:gd name="connsiteY10" fmla="*/ 22734 h 46881"/>
                        <a:gd name="connsiteX11" fmla="*/ 23454 w 31041"/>
                        <a:gd name="connsiteY11" fmla="*/ 26057 h 46881"/>
                        <a:gd name="connsiteX12" fmla="*/ 19024 w 31041"/>
                        <a:gd name="connsiteY12" fmla="*/ 28827 h 46881"/>
                        <a:gd name="connsiteX13" fmla="*/ 14566 w 31041"/>
                        <a:gd name="connsiteY13" fmla="*/ 31319 h 46881"/>
                        <a:gd name="connsiteX14" fmla="*/ 10633 w 31041"/>
                        <a:gd name="connsiteY14" fmla="*/ 33839 h 46881"/>
                        <a:gd name="connsiteX15" fmla="*/ 8446 w 31041"/>
                        <a:gd name="connsiteY15" fmla="*/ 35666 h 46881"/>
                        <a:gd name="connsiteX16" fmla="*/ 6507 w 31041"/>
                        <a:gd name="connsiteY16" fmla="*/ 37771 h 46881"/>
                        <a:gd name="connsiteX17" fmla="*/ 5123 w 31041"/>
                        <a:gd name="connsiteY17" fmla="*/ 40263 h 46881"/>
                        <a:gd name="connsiteX18" fmla="*/ 4514 w 31041"/>
                        <a:gd name="connsiteY18" fmla="*/ 43282 h 46881"/>
                        <a:gd name="connsiteX19" fmla="*/ 30627 w 31041"/>
                        <a:gd name="connsiteY19" fmla="*/ 43282 h 46881"/>
                        <a:gd name="connsiteX20" fmla="*/ 30627 w 31041"/>
                        <a:gd name="connsiteY20" fmla="*/ 46881 h 46881"/>
                        <a:gd name="connsiteX21" fmla="*/ 0 w 31041"/>
                        <a:gd name="connsiteY21" fmla="*/ 46881 h 46881"/>
                        <a:gd name="connsiteX22" fmla="*/ 720 w 31041"/>
                        <a:gd name="connsiteY22" fmla="*/ 40762 h 46881"/>
                        <a:gd name="connsiteX23" fmla="*/ 3655 w 31041"/>
                        <a:gd name="connsiteY23" fmla="*/ 35445 h 46881"/>
                        <a:gd name="connsiteX24" fmla="*/ 8750 w 31041"/>
                        <a:gd name="connsiteY24" fmla="*/ 30654 h 46881"/>
                        <a:gd name="connsiteX25" fmla="*/ 13901 w 31041"/>
                        <a:gd name="connsiteY25" fmla="*/ 27110 h 46881"/>
                        <a:gd name="connsiteX26" fmla="*/ 18692 w 31041"/>
                        <a:gd name="connsiteY26" fmla="*/ 24258 h 46881"/>
                        <a:gd name="connsiteX27" fmla="*/ 22679 w 31041"/>
                        <a:gd name="connsiteY27" fmla="*/ 21433 h 46881"/>
                        <a:gd name="connsiteX28" fmla="*/ 25393 w 31041"/>
                        <a:gd name="connsiteY28" fmla="*/ 17972 h 46881"/>
                        <a:gd name="connsiteX29" fmla="*/ 26390 w 31041"/>
                        <a:gd name="connsiteY29" fmla="*/ 13264 h 46881"/>
                        <a:gd name="connsiteX30" fmla="*/ 25587 w 31041"/>
                        <a:gd name="connsiteY30" fmla="*/ 9221 h 46881"/>
                        <a:gd name="connsiteX31" fmla="*/ 23399 w 31041"/>
                        <a:gd name="connsiteY31" fmla="*/ 6175 h 46881"/>
                        <a:gd name="connsiteX32" fmla="*/ 20132 w 31041"/>
                        <a:gd name="connsiteY32" fmla="*/ 4292 h 46881"/>
                        <a:gd name="connsiteX33" fmla="*/ 16089 w 31041"/>
                        <a:gd name="connsiteY33" fmla="*/ 3655 h 46881"/>
                        <a:gd name="connsiteX34" fmla="*/ 11880 w 31041"/>
                        <a:gd name="connsiteY34" fmla="*/ 4624 h 46881"/>
                        <a:gd name="connsiteX35" fmla="*/ 8612 w 31041"/>
                        <a:gd name="connsiteY35" fmla="*/ 7172 h 46881"/>
                        <a:gd name="connsiteX36" fmla="*/ 6507 w 31041"/>
                        <a:gd name="connsiteY36" fmla="*/ 10883 h 46881"/>
                        <a:gd name="connsiteX37" fmla="*/ 5898 w 31041"/>
                        <a:gd name="connsiteY37" fmla="*/ 15396 h 46881"/>
                        <a:gd name="connsiteX38" fmla="*/ 1385 w 31041"/>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1" h="46881">
                          <a:moveTo>
                            <a:pt x="1412" y="15369"/>
                          </a:moveTo>
                          <a:cubicBezTo>
                            <a:pt x="1412" y="13070"/>
                            <a:pt x="1772" y="10966"/>
                            <a:pt x="2464" y="9083"/>
                          </a:cubicBezTo>
                          <a:cubicBezTo>
                            <a:pt x="3184" y="7200"/>
                            <a:pt x="4181" y="5594"/>
                            <a:pt x="5511" y="4237"/>
                          </a:cubicBezTo>
                          <a:cubicBezTo>
                            <a:pt x="6840" y="2880"/>
                            <a:pt x="8446" y="1855"/>
                            <a:pt x="10329" y="1108"/>
                          </a:cubicBezTo>
                          <a:cubicBezTo>
                            <a:pt x="12212" y="388"/>
                            <a:pt x="14316" y="0"/>
                            <a:pt x="16615" y="0"/>
                          </a:cubicBezTo>
                          <a:cubicBezTo>
                            <a:pt x="18913" y="0"/>
                            <a:pt x="21045" y="332"/>
                            <a:pt x="22818" y="1025"/>
                          </a:cubicBezTo>
                          <a:cubicBezTo>
                            <a:pt x="24590" y="1717"/>
                            <a:pt x="26113" y="2631"/>
                            <a:pt x="27331" y="3794"/>
                          </a:cubicBezTo>
                          <a:cubicBezTo>
                            <a:pt x="28550" y="4957"/>
                            <a:pt x="29464" y="6314"/>
                            <a:pt x="30100"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4" y="25088"/>
                            <a:pt x="23454" y="26057"/>
                          </a:cubicBezTo>
                          <a:cubicBezTo>
                            <a:pt x="22015" y="27027"/>
                            <a:pt x="20547" y="27940"/>
                            <a:pt x="19024" y="28827"/>
                          </a:cubicBezTo>
                          <a:cubicBezTo>
                            <a:pt x="17529" y="29685"/>
                            <a:pt x="16033" y="30516"/>
                            <a:pt x="14566" y="31319"/>
                          </a:cubicBezTo>
                          <a:cubicBezTo>
                            <a:pt x="13098" y="32122"/>
                            <a:pt x="11796" y="32953"/>
                            <a:pt x="10633" y="33839"/>
                          </a:cubicBezTo>
                          <a:cubicBezTo>
                            <a:pt x="9886" y="34420"/>
                            <a:pt x="9138" y="35029"/>
                            <a:pt x="8446" y="35666"/>
                          </a:cubicBezTo>
                          <a:cubicBezTo>
                            <a:pt x="7726" y="36303"/>
                            <a:pt x="7089" y="36996"/>
                            <a:pt x="6507" y="37771"/>
                          </a:cubicBezTo>
                          <a:cubicBezTo>
                            <a:pt x="5926" y="38546"/>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0"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8" y="19273"/>
                            <a:pt x="25393" y="17972"/>
                          </a:cubicBezTo>
                          <a:cubicBezTo>
                            <a:pt x="26057" y="16698"/>
                            <a:pt x="26390" y="15119"/>
                            <a:pt x="26390" y="13264"/>
                          </a:cubicBezTo>
                          <a:cubicBezTo>
                            <a:pt x="26390" y="11769"/>
                            <a:pt x="26113" y="10412"/>
                            <a:pt x="25587" y="9221"/>
                          </a:cubicBezTo>
                          <a:cubicBezTo>
                            <a:pt x="25061" y="8030"/>
                            <a:pt x="24313" y="7006"/>
                            <a:pt x="23399" y="6175"/>
                          </a:cubicBezTo>
                          <a:cubicBezTo>
                            <a:pt x="22485" y="5344"/>
                            <a:pt x="21378" y="4708"/>
                            <a:pt x="20132" y="4292"/>
                          </a:cubicBezTo>
                          <a:cubicBezTo>
                            <a:pt x="18885" y="3877"/>
                            <a:pt x="17529" y="3655"/>
                            <a:pt x="16089" y="3655"/>
                          </a:cubicBezTo>
                          <a:cubicBezTo>
                            <a:pt x="14538" y="3655"/>
                            <a:pt x="13126" y="3988"/>
                            <a:pt x="11880" y="4624"/>
                          </a:cubicBezTo>
                          <a:cubicBezTo>
                            <a:pt x="10606" y="5261"/>
                            <a:pt x="9526" y="6120"/>
                            <a:pt x="8612" y="7172"/>
                          </a:cubicBezTo>
                          <a:cubicBezTo>
                            <a:pt x="7698" y="8224"/>
                            <a:pt x="7006" y="9470"/>
                            <a:pt x="6507" y="10883"/>
                          </a:cubicBezTo>
                          <a:cubicBezTo>
                            <a:pt x="6009" y="12295"/>
                            <a:pt x="5815" y="13818"/>
                            <a:pt x="5898" y="15396"/>
                          </a:cubicBezTo>
                          <a:lnTo>
                            <a:pt x="1385" y="15396"/>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730" name="Freeform 3729">
                    <a:extLst>
                      <a:ext uri="{FF2B5EF4-FFF2-40B4-BE49-F238E27FC236}">
                        <a16:creationId xmlns:a16="http://schemas.microsoft.com/office/drawing/2014/main" id="{2E79DCD0-3495-5F8A-05FA-06B3DEB19061}"/>
                      </a:ext>
                    </a:extLst>
                  </p:cNvPr>
                  <p:cNvSpPr/>
                  <p:nvPr/>
                </p:nvSpPr>
                <p:spPr>
                  <a:xfrm>
                    <a:off x="2306848" y="377842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26A6DE"/>
                    </a:solidFill>
                    <a:prstDash val="solid"/>
                    <a:miter/>
                  </a:ln>
                </p:spPr>
                <p:txBody>
                  <a:bodyPr rtlCol="0" anchor="ctr"/>
                  <a:lstStyle/>
                  <a:p>
                    <a:endParaRPr lang="en-US" sz="2000">
                      <a:latin typeface="Helvetica Light" panose="020B0403020202020204" pitchFamily="34" charset="0"/>
                    </a:endParaRPr>
                  </a:p>
                </p:txBody>
              </p:sp>
            </p:grpSp>
            <p:grpSp>
              <p:nvGrpSpPr>
                <p:cNvPr id="3789" name="Graphic 14">
                  <a:extLst>
                    <a:ext uri="{FF2B5EF4-FFF2-40B4-BE49-F238E27FC236}">
                      <a16:creationId xmlns:a16="http://schemas.microsoft.com/office/drawing/2014/main" id="{0AFD44FE-4F33-3BF2-919B-F4C1F69D69D8}"/>
                    </a:ext>
                  </a:extLst>
                </p:cNvPr>
                <p:cNvGrpSpPr/>
                <p:nvPr/>
              </p:nvGrpSpPr>
              <p:grpSpPr>
                <a:xfrm>
                  <a:off x="1356094" y="6304976"/>
                  <a:ext cx="2454344" cy="227804"/>
                  <a:chOff x="1647323" y="4173995"/>
                  <a:chExt cx="662321" cy="61474"/>
                </a:xfrm>
                <a:solidFill>
                  <a:srgbClr val="26A6DE"/>
                </a:solidFill>
              </p:grpSpPr>
              <p:grpSp>
                <p:nvGrpSpPr>
                  <p:cNvPr id="3790" name="Graphic 14">
                    <a:extLst>
                      <a:ext uri="{FF2B5EF4-FFF2-40B4-BE49-F238E27FC236}">
                        <a16:creationId xmlns:a16="http://schemas.microsoft.com/office/drawing/2014/main" id="{48977229-F89D-DCB1-67F7-9F0B8B4F2409}"/>
                      </a:ext>
                    </a:extLst>
                  </p:cNvPr>
                  <p:cNvGrpSpPr/>
                  <p:nvPr/>
                </p:nvGrpSpPr>
                <p:grpSpPr>
                  <a:xfrm>
                    <a:off x="1774066" y="4173995"/>
                    <a:ext cx="535578" cy="61474"/>
                    <a:chOff x="1774066" y="4173995"/>
                    <a:chExt cx="535578" cy="61474"/>
                  </a:xfrm>
                  <a:solidFill>
                    <a:srgbClr val="26A6DE"/>
                  </a:solidFill>
                </p:grpSpPr>
                <p:sp>
                  <p:nvSpPr>
                    <p:cNvPr id="3792" name="Freeform 3791">
                      <a:extLst>
                        <a:ext uri="{FF2B5EF4-FFF2-40B4-BE49-F238E27FC236}">
                          <a16:creationId xmlns:a16="http://schemas.microsoft.com/office/drawing/2014/main" id="{644BE5E5-8D31-63A9-EC97-678F0E4F88D9}"/>
                        </a:ext>
                      </a:extLst>
                    </p:cNvPr>
                    <p:cNvSpPr/>
                    <p:nvPr/>
                  </p:nvSpPr>
                  <p:spPr>
                    <a:xfrm>
                      <a:off x="1774066" y="4186484"/>
                      <a:ext cx="31152" cy="48930"/>
                    </a:xfrm>
                    <a:custGeom>
                      <a:avLst/>
                      <a:gdLst>
                        <a:gd name="connsiteX0" fmla="*/ 3932 w 31152"/>
                        <a:gd name="connsiteY0" fmla="*/ 48931 h 48930"/>
                        <a:gd name="connsiteX1" fmla="*/ 0 w 31152"/>
                        <a:gd name="connsiteY1" fmla="*/ 48931 h 48930"/>
                        <a:gd name="connsiteX2" fmla="*/ 0 w 31152"/>
                        <a:gd name="connsiteY2" fmla="*/ 941 h 48930"/>
                        <a:gd name="connsiteX3" fmla="*/ 3932 w 31152"/>
                        <a:gd name="connsiteY3" fmla="*/ 941 h 48930"/>
                        <a:gd name="connsiteX4" fmla="*/ 3932 w 31152"/>
                        <a:gd name="connsiteY4" fmla="*/ 6978 h 48930"/>
                        <a:gd name="connsiteX5" fmla="*/ 4071 w 31152"/>
                        <a:gd name="connsiteY5" fmla="*/ 6978 h 48930"/>
                        <a:gd name="connsiteX6" fmla="*/ 6258 w 31152"/>
                        <a:gd name="connsiteY6" fmla="*/ 3988 h 48930"/>
                        <a:gd name="connsiteX7" fmla="*/ 9194 w 31152"/>
                        <a:gd name="connsiteY7" fmla="*/ 1800 h 48930"/>
                        <a:gd name="connsiteX8" fmla="*/ 12489 w 31152"/>
                        <a:gd name="connsiteY8" fmla="*/ 471 h 48930"/>
                        <a:gd name="connsiteX9" fmla="*/ 15839 w 31152"/>
                        <a:gd name="connsiteY9" fmla="*/ 0 h 48930"/>
                        <a:gd name="connsiteX10" fmla="*/ 22845 w 31152"/>
                        <a:gd name="connsiteY10" fmla="*/ 1385 h 48930"/>
                        <a:gd name="connsiteX11" fmla="*/ 27581 w 31152"/>
                        <a:gd name="connsiteY11" fmla="*/ 5206 h 48930"/>
                        <a:gd name="connsiteX12" fmla="*/ 30294 w 31152"/>
                        <a:gd name="connsiteY12" fmla="*/ 10966 h 48930"/>
                        <a:gd name="connsiteX13" fmla="*/ 31153 w 31152"/>
                        <a:gd name="connsiteY13" fmla="*/ 18083 h 48930"/>
                        <a:gd name="connsiteX14" fmla="*/ 30239 w 31152"/>
                        <a:gd name="connsiteY14" fmla="*/ 25005 h 48930"/>
                        <a:gd name="connsiteX15" fmla="*/ 27442 w 31152"/>
                        <a:gd name="connsiteY15" fmla="*/ 30820 h 48930"/>
                        <a:gd name="connsiteX16" fmla="*/ 22735 w 31152"/>
                        <a:gd name="connsiteY16" fmla="*/ 34808 h 48930"/>
                        <a:gd name="connsiteX17" fmla="*/ 16033 w 31152"/>
                        <a:gd name="connsiteY17" fmla="*/ 36303 h 48930"/>
                        <a:gd name="connsiteX18" fmla="*/ 9110 w 31152"/>
                        <a:gd name="connsiteY18" fmla="*/ 34670 h 48930"/>
                        <a:gd name="connsiteX19" fmla="*/ 3904 w 31152"/>
                        <a:gd name="connsiteY19" fmla="*/ 29851 h 48930"/>
                        <a:gd name="connsiteX20" fmla="*/ 3904 w 31152"/>
                        <a:gd name="connsiteY20" fmla="*/ 48931 h 48930"/>
                        <a:gd name="connsiteX21" fmla="*/ 3932 w 31152"/>
                        <a:gd name="connsiteY21" fmla="*/ 18304 h 48930"/>
                        <a:gd name="connsiteX22" fmla="*/ 4708 w 31152"/>
                        <a:gd name="connsiteY22" fmla="*/ 23842 h 48930"/>
                        <a:gd name="connsiteX23" fmla="*/ 6978 w 31152"/>
                        <a:gd name="connsiteY23" fmla="*/ 28439 h 48930"/>
                        <a:gd name="connsiteX24" fmla="*/ 10578 w 31152"/>
                        <a:gd name="connsiteY24" fmla="*/ 31568 h 48930"/>
                        <a:gd name="connsiteX25" fmla="*/ 15396 w 31152"/>
                        <a:gd name="connsiteY25" fmla="*/ 32731 h 48930"/>
                        <a:gd name="connsiteX26" fmla="*/ 20658 w 31152"/>
                        <a:gd name="connsiteY26" fmla="*/ 31513 h 48930"/>
                        <a:gd name="connsiteX27" fmla="*/ 24368 w 31152"/>
                        <a:gd name="connsiteY27" fmla="*/ 28162 h 48930"/>
                        <a:gd name="connsiteX28" fmla="*/ 26473 w 31152"/>
                        <a:gd name="connsiteY28" fmla="*/ 23205 h 48930"/>
                        <a:gd name="connsiteX29" fmla="*/ 26999 w 31152"/>
                        <a:gd name="connsiteY29" fmla="*/ 17113 h 48930"/>
                        <a:gd name="connsiteX30" fmla="*/ 26113 w 31152"/>
                        <a:gd name="connsiteY30" fmla="*/ 11353 h 48930"/>
                        <a:gd name="connsiteX31" fmla="*/ 23648 w 31152"/>
                        <a:gd name="connsiteY31" fmla="*/ 7145 h 48930"/>
                        <a:gd name="connsiteX32" fmla="*/ 19993 w 31152"/>
                        <a:gd name="connsiteY32" fmla="*/ 4514 h 48930"/>
                        <a:gd name="connsiteX33" fmla="*/ 15396 w 31152"/>
                        <a:gd name="connsiteY33" fmla="*/ 3628 h 48930"/>
                        <a:gd name="connsiteX34" fmla="*/ 10495 w 31152"/>
                        <a:gd name="connsiteY34" fmla="*/ 4763 h 48930"/>
                        <a:gd name="connsiteX35" fmla="*/ 6895 w 31152"/>
                        <a:gd name="connsiteY35" fmla="*/ 7864 h 48930"/>
                        <a:gd name="connsiteX36" fmla="*/ 4708 w 31152"/>
                        <a:gd name="connsiteY36" fmla="*/ 12517 h 48930"/>
                        <a:gd name="connsiteX37" fmla="*/ 3960 w 31152"/>
                        <a:gd name="connsiteY37" fmla="*/ 18332 h 48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930">
                          <a:moveTo>
                            <a:pt x="3932" y="48931"/>
                          </a:moveTo>
                          <a:lnTo>
                            <a:pt x="0" y="48931"/>
                          </a:lnTo>
                          <a:lnTo>
                            <a:pt x="0" y="941"/>
                          </a:lnTo>
                          <a:lnTo>
                            <a:pt x="3932" y="941"/>
                          </a:lnTo>
                          <a:lnTo>
                            <a:pt x="3932" y="6978"/>
                          </a:lnTo>
                          <a:lnTo>
                            <a:pt x="4071" y="6978"/>
                          </a:lnTo>
                          <a:cubicBezTo>
                            <a:pt x="4624" y="5871"/>
                            <a:pt x="5372" y="4874"/>
                            <a:pt x="6258" y="3988"/>
                          </a:cubicBezTo>
                          <a:cubicBezTo>
                            <a:pt x="7144" y="3101"/>
                            <a:pt x="8141" y="2381"/>
                            <a:pt x="9194" y="1800"/>
                          </a:cubicBezTo>
                          <a:cubicBezTo>
                            <a:pt x="10273" y="1219"/>
                            <a:pt x="11353" y="775"/>
                            <a:pt x="12489" y="471"/>
                          </a:cubicBezTo>
                          <a:cubicBezTo>
                            <a:pt x="13624" y="166"/>
                            <a:pt x="14732" y="0"/>
                            <a:pt x="15839" y="0"/>
                          </a:cubicBezTo>
                          <a:cubicBezTo>
                            <a:pt x="18581" y="0"/>
                            <a:pt x="20935" y="471"/>
                            <a:pt x="22845" y="1385"/>
                          </a:cubicBezTo>
                          <a:cubicBezTo>
                            <a:pt x="24756" y="2299"/>
                            <a:pt x="26362" y="3600"/>
                            <a:pt x="27581" y="5206"/>
                          </a:cubicBezTo>
                          <a:cubicBezTo>
                            <a:pt x="28799" y="6812"/>
                            <a:pt x="29741" y="8751"/>
                            <a:pt x="30294" y="10966"/>
                          </a:cubicBezTo>
                          <a:cubicBezTo>
                            <a:pt x="30848" y="13181"/>
                            <a:pt x="31153" y="15563"/>
                            <a:pt x="31153" y="18083"/>
                          </a:cubicBezTo>
                          <a:cubicBezTo>
                            <a:pt x="31153" y="20464"/>
                            <a:pt x="30848" y="22790"/>
                            <a:pt x="30239" y="25005"/>
                          </a:cubicBezTo>
                          <a:cubicBezTo>
                            <a:pt x="29630" y="27221"/>
                            <a:pt x="28688" y="29159"/>
                            <a:pt x="27442" y="30820"/>
                          </a:cubicBezTo>
                          <a:cubicBezTo>
                            <a:pt x="26196" y="32482"/>
                            <a:pt x="24618" y="33811"/>
                            <a:pt x="22735" y="34808"/>
                          </a:cubicBezTo>
                          <a:cubicBezTo>
                            <a:pt x="20824" y="35805"/>
                            <a:pt x="18609" y="36303"/>
                            <a:pt x="16033" y="36303"/>
                          </a:cubicBezTo>
                          <a:cubicBezTo>
                            <a:pt x="13624" y="36303"/>
                            <a:pt x="11326" y="35750"/>
                            <a:pt x="9110" y="34670"/>
                          </a:cubicBezTo>
                          <a:cubicBezTo>
                            <a:pt x="6895" y="33590"/>
                            <a:pt x="5178" y="31984"/>
                            <a:pt x="3904" y="29851"/>
                          </a:cubicBezTo>
                          <a:lnTo>
                            <a:pt x="3904" y="48931"/>
                          </a:lnTo>
                          <a:close/>
                          <a:moveTo>
                            <a:pt x="3932" y="18304"/>
                          </a:moveTo>
                          <a:cubicBezTo>
                            <a:pt x="3932" y="20243"/>
                            <a:pt x="4181" y="22098"/>
                            <a:pt x="4708" y="23842"/>
                          </a:cubicBezTo>
                          <a:cubicBezTo>
                            <a:pt x="5234" y="25587"/>
                            <a:pt x="5981" y="27110"/>
                            <a:pt x="6978" y="28439"/>
                          </a:cubicBezTo>
                          <a:cubicBezTo>
                            <a:pt x="7947" y="29740"/>
                            <a:pt x="9166" y="30793"/>
                            <a:pt x="10578" y="31568"/>
                          </a:cubicBezTo>
                          <a:cubicBezTo>
                            <a:pt x="11990" y="32344"/>
                            <a:pt x="13596" y="32731"/>
                            <a:pt x="15396" y="32731"/>
                          </a:cubicBezTo>
                          <a:cubicBezTo>
                            <a:pt x="17418" y="32731"/>
                            <a:pt x="19162" y="32316"/>
                            <a:pt x="20658" y="31513"/>
                          </a:cubicBezTo>
                          <a:cubicBezTo>
                            <a:pt x="22153" y="30682"/>
                            <a:pt x="23399" y="29574"/>
                            <a:pt x="24368" y="28162"/>
                          </a:cubicBezTo>
                          <a:cubicBezTo>
                            <a:pt x="25338" y="26750"/>
                            <a:pt x="26030" y="25089"/>
                            <a:pt x="26473" y="23205"/>
                          </a:cubicBezTo>
                          <a:cubicBezTo>
                            <a:pt x="26916" y="21323"/>
                            <a:pt x="27082" y="19301"/>
                            <a:pt x="26999" y="17113"/>
                          </a:cubicBezTo>
                          <a:cubicBezTo>
                            <a:pt x="26999" y="14953"/>
                            <a:pt x="26694" y="13015"/>
                            <a:pt x="26113" y="11353"/>
                          </a:cubicBezTo>
                          <a:cubicBezTo>
                            <a:pt x="25531" y="9692"/>
                            <a:pt x="24701" y="8280"/>
                            <a:pt x="23648" y="7145"/>
                          </a:cubicBezTo>
                          <a:cubicBezTo>
                            <a:pt x="22596" y="5981"/>
                            <a:pt x="21378" y="5123"/>
                            <a:pt x="19993" y="4514"/>
                          </a:cubicBezTo>
                          <a:cubicBezTo>
                            <a:pt x="18609" y="3905"/>
                            <a:pt x="17058" y="3628"/>
                            <a:pt x="15396" y="3628"/>
                          </a:cubicBezTo>
                          <a:cubicBezTo>
                            <a:pt x="13569" y="3628"/>
                            <a:pt x="11935" y="4015"/>
                            <a:pt x="10495" y="4763"/>
                          </a:cubicBezTo>
                          <a:cubicBezTo>
                            <a:pt x="9055" y="5511"/>
                            <a:pt x="7864" y="6535"/>
                            <a:pt x="6895" y="7864"/>
                          </a:cubicBezTo>
                          <a:cubicBezTo>
                            <a:pt x="5926" y="9166"/>
                            <a:pt x="5206" y="10717"/>
                            <a:pt x="4708" y="12517"/>
                          </a:cubicBezTo>
                          <a:cubicBezTo>
                            <a:pt x="4209" y="14317"/>
                            <a:pt x="3960" y="16255"/>
                            <a:pt x="3960" y="18332"/>
                          </a:cubicBezTo>
                          <a:close/>
                        </a:path>
                      </a:pathLst>
                    </a:custGeom>
                    <a:solidFill>
                      <a:srgbClr val="26A6DE"/>
                    </a:solidFill>
                    <a:ln w="2767" cap="flat">
                      <a:noFill/>
                      <a:prstDash val="solid"/>
                      <a:miter/>
                    </a:ln>
                  </p:spPr>
                  <p:txBody>
                    <a:bodyPr rtlCol="0" anchor="ctr"/>
                    <a:lstStyle/>
                    <a:p>
                      <a:endParaRPr lang="en-US"/>
                    </a:p>
                  </p:txBody>
                </p:sp>
                <p:sp>
                  <p:nvSpPr>
                    <p:cNvPr id="3793" name="Freeform 3792">
                      <a:extLst>
                        <a:ext uri="{FF2B5EF4-FFF2-40B4-BE49-F238E27FC236}">
                          <a16:creationId xmlns:a16="http://schemas.microsoft.com/office/drawing/2014/main" id="{2DEF5E49-CFAD-E892-FC2D-F4EED01B2C19}"/>
                        </a:ext>
                      </a:extLst>
                    </p:cNvPr>
                    <p:cNvSpPr/>
                    <p:nvPr/>
                  </p:nvSpPr>
                  <p:spPr>
                    <a:xfrm>
                      <a:off x="1813831" y="4186511"/>
                      <a:ext cx="15147" cy="35361"/>
                    </a:xfrm>
                    <a:custGeom>
                      <a:avLst/>
                      <a:gdLst>
                        <a:gd name="connsiteX0" fmla="*/ 3932 w 15147"/>
                        <a:gd name="connsiteY0" fmla="*/ 35362 h 35361"/>
                        <a:gd name="connsiteX1" fmla="*/ 0 w 15147"/>
                        <a:gd name="connsiteY1" fmla="*/ 35362 h 35361"/>
                        <a:gd name="connsiteX2" fmla="*/ 0 w 15147"/>
                        <a:gd name="connsiteY2" fmla="*/ 941 h 35361"/>
                        <a:gd name="connsiteX3" fmla="*/ 3932 w 15147"/>
                        <a:gd name="connsiteY3" fmla="*/ 941 h 35361"/>
                        <a:gd name="connsiteX4" fmla="*/ 3932 w 15147"/>
                        <a:gd name="connsiteY4" fmla="*/ 7394 h 35361"/>
                        <a:gd name="connsiteX5" fmla="*/ 4071 w 15147"/>
                        <a:gd name="connsiteY5" fmla="*/ 7394 h 35361"/>
                        <a:gd name="connsiteX6" fmla="*/ 8307 w 15147"/>
                        <a:gd name="connsiteY6" fmla="*/ 1634 h 35361"/>
                        <a:gd name="connsiteX7" fmla="*/ 15147 w 15147"/>
                        <a:gd name="connsiteY7" fmla="*/ 0 h 35361"/>
                        <a:gd name="connsiteX8" fmla="*/ 15147 w 15147"/>
                        <a:gd name="connsiteY8" fmla="*/ 4320 h 35361"/>
                        <a:gd name="connsiteX9" fmla="*/ 9637 w 15147"/>
                        <a:gd name="connsiteY9" fmla="*/ 5372 h 35361"/>
                        <a:gd name="connsiteX10" fmla="*/ 6203 w 15147"/>
                        <a:gd name="connsiteY10" fmla="*/ 8418 h 35361"/>
                        <a:gd name="connsiteX11" fmla="*/ 4431 w 15147"/>
                        <a:gd name="connsiteY11" fmla="*/ 12960 h 35361"/>
                        <a:gd name="connsiteX12" fmla="*/ 3932 w 15147"/>
                        <a:gd name="connsiteY12" fmla="*/ 18443 h 35361"/>
                        <a:gd name="connsiteX13" fmla="*/ 3932 w 15147"/>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47" h="35361">
                          <a:moveTo>
                            <a:pt x="3932" y="35362"/>
                          </a:moveTo>
                          <a:lnTo>
                            <a:pt x="0" y="35362"/>
                          </a:lnTo>
                          <a:lnTo>
                            <a:pt x="0" y="941"/>
                          </a:lnTo>
                          <a:lnTo>
                            <a:pt x="3932" y="941"/>
                          </a:lnTo>
                          <a:lnTo>
                            <a:pt x="3932" y="7394"/>
                          </a:lnTo>
                          <a:lnTo>
                            <a:pt x="4071" y="7394"/>
                          </a:lnTo>
                          <a:cubicBezTo>
                            <a:pt x="5151" y="4652"/>
                            <a:pt x="6563" y="2741"/>
                            <a:pt x="8307" y="1634"/>
                          </a:cubicBezTo>
                          <a:cubicBezTo>
                            <a:pt x="10024" y="554"/>
                            <a:pt x="12323" y="0"/>
                            <a:pt x="15147" y="0"/>
                          </a:cubicBezTo>
                          <a:lnTo>
                            <a:pt x="15147" y="4320"/>
                          </a:lnTo>
                          <a:cubicBezTo>
                            <a:pt x="12932" y="4265"/>
                            <a:pt x="11077" y="4625"/>
                            <a:pt x="9637" y="5372"/>
                          </a:cubicBezTo>
                          <a:cubicBezTo>
                            <a:pt x="8197" y="6120"/>
                            <a:pt x="7061" y="7144"/>
                            <a:pt x="6203" y="8418"/>
                          </a:cubicBezTo>
                          <a:cubicBezTo>
                            <a:pt x="5344" y="9692"/>
                            <a:pt x="4763" y="11215"/>
                            <a:pt x="4431" y="12960"/>
                          </a:cubicBezTo>
                          <a:cubicBezTo>
                            <a:pt x="4098" y="14704"/>
                            <a:pt x="3932" y="16532"/>
                            <a:pt x="3932" y="18443"/>
                          </a:cubicBezTo>
                          <a:lnTo>
                            <a:pt x="3932" y="35334"/>
                          </a:lnTo>
                          <a:close/>
                        </a:path>
                      </a:pathLst>
                    </a:custGeom>
                    <a:solidFill>
                      <a:srgbClr val="26A6DE"/>
                    </a:solidFill>
                    <a:ln w="2767" cap="flat">
                      <a:noFill/>
                      <a:prstDash val="solid"/>
                      <a:miter/>
                    </a:ln>
                  </p:spPr>
                  <p:txBody>
                    <a:bodyPr rtlCol="0" anchor="ctr"/>
                    <a:lstStyle/>
                    <a:p>
                      <a:endParaRPr lang="en-US"/>
                    </a:p>
                  </p:txBody>
                </p:sp>
                <p:sp>
                  <p:nvSpPr>
                    <p:cNvPr id="3794" name="Freeform 3793">
                      <a:extLst>
                        <a:ext uri="{FF2B5EF4-FFF2-40B4-BE49-F238E27FC236}">
                          <a16:creationId xmlns:a16="http://schemas.microsoft.com/office/drawing/2014/main" id="{8AF44A05-331C-C391-77CF-B8554FD076D1}"/>
                        </a:ext>
                      </a:extLst>
                    </p:cNvPr>
                    <p:cNvSpPr/>
                    <p:nvPr/>
                  </p:nvSpPr>
                  <p:spPr>
                    <a:xfrm>
                      <a:off x="1833686" y="4186539"/>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4 h 36303"/>
                        <a:gd name="connsiteX5" fmla="*/ 22208 w 30517"/>
                        <a:gd name="connsiteY5" fmla="*/ 30654 h 36303"/>
                        <a:gd name="connsiteX6" fmla="*/ 25864 w 30517"/>
                        <a:gd name="connsiteY6" fmla="*/ 24811 h 36303"/>
                        <a:gd name="connsiteX7" fmla="*/ 30239 w 30517"/>
                        <a:gd name="connsiteY7" fmla="*/ 24811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07 w 30517"/>
                        <a:gd name="connsiteY23" fmla="*/ 15729 h 36303"/>
                        <a:gd name="connsiteX24" fmla="*/ 25614 w 30517"/>
                        <a:gd name="connsiteY24" fmla="*/ 10966 h 36303"/>
                        <a:gd name="connsiteX25" fmla="*/ 23593 w 30517"/>
                        <a:gd name="connsiteY25" fmla="*/ 7117 h 36303"/>
                        <a:gd name="connsiteX26" fmla="*/ 20215 w 30517"/>
                        <a:gd name="connsiteY26" fmla="*/ 4514 h 36303"/>
                        <a:gd name="connsiteX27" fmla="*/ 15563 w 30517"/>
                        <a:gd name="connsiteY27" fmla="*/ 3545 h 36303"/>
                        <a:gd name="connsiteX28" fmla="*/ 10938 w 30517"/>
                        <a:gd name="connsiteY28" fmla="*/ 4541 h 36303"/>
                        <a:gd name="connsiteX29" fmla="*/ 7532 w 30517"/>
                        <a:gd name="connsiteY29" fmla="*/ 7200 h 36303"/>
                        <a:gd name="connsiteX30" fmla="*/ 5261 w 30517"/>
                        <a:gd name="connsiteY30" fmla="*/ 11049 h 36303"/>
                        <a:gd name="connsiteX31" fmla="*/ 4154 w 30517"/>
                        <a:gd name="connsiteY31" fmla="*/ 15701 h 36303"/>
                        <a:gd name="connsiteX32" fmla="*/ 26279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16"/>
                            <a:pt x="13707" y="32704"/>
                            <a:pt x="15590" y="32704"/>
                          </a:cubicBezTo>
                          <a:cubicBezTo>
                            <a:pt x="18166" y="32704"/>
                            <a:pt x="20381" y="32011"/>
                            <a:pt x="22208" y="30654"/>
                          </a:cubicBezTo>
                          <a:cubicBezTo>
                            <a:pt x="24036" y="29297"/>
                            <a:pt x="25255" y="27331"/>
                            <a:pt x="25864" y="24811"/>
                          </a:cubicBezTo>
                          <a:lnTo>
                            <a:pt x="30239" y="24811"/>
                          </a:lnTo>
                          <a:cubicBezTo>
                            <a:pt x="29768" y="26445"/>
                            <a:pt x="29131" y="27968"/>
                            <a:pt x="28328" y="29353"/>
                          </a:cubicBezTo>
                          <a:cubicBezTo>
                            <a:pt x="27525" y="30737"/>
                            <a:pt x="26556" y="31956"/>
                            <a:pt x="25393" y="33008"/>
                          </a:cubicBezTo>
                          <a:cubicBezTo>
                            <a:pt x="24202" y="34060"/>
                            <a:pt x="22818" y="34863"/>
                            <a:pt x="21212" y="35445"/>
                          </a:cubicBezTo>
                          <a:cubicBezTo>
                            <a:pt x="19605" y="36026"/>
                            <a:pt x="17722" y="36303"/>
                            <a:pt x="15590" y="36303"/>
                          </a:cubicBezTo>
                          <a:cubicBezTo>
                            <a:pt x="12877" y="36303"/>
                            <a:pt x="10550" y="35833"/>
                            <a:pt x="8584" y="34919"/>
                          </a:cubicBezTo>
                          <a:cubicBezTo>
                            <a:pt x="6618" y="33977"/>
                            <a:pt x="5012" y="32704"/>
                            <a:pt x="3738" y="31097"/>
                          </a:cubicBezTo>
                          <a:cubicBezTo>
                            <a:pt x="2465" y="29491"/>
                            <a:pt x="1523" y="27580"/>
                            <a:pt x="914" y="25393"/>
                          </a:cubicBezTo>
                          <a:cubicBezTo>
                            <a:pt x="305" y="23205"/>
                            <a:pt x="0" y="20852"/>
                            <a:pt x="0" y="18304"/>
                          </a:cubicBezTo>
                          <a:cubicBezTo>
                            <a:pt x="0" y="15757"/>
                            <a:pt x="360" y="13403"/>
                            <a:pt x="1080" y="11187"/>
                          </a:cubicBezTo>
                          <a:cubicBezTo>
                            <a:pt x="1800" y="8972"/>
                            <a:pt x="2825" y="7034"/>
                            <a:pt x="4154" y="5372"/>
                          </a:cubicBezTo>
                          <a:cubicBezTo>
                            <a:pt x="5483" y="3711"/>
                            <a:pt x="7117" y="2409"/>
                            <a:pt x="9027" y="1440"/>
                          </a:cubicBezTo>
                          <a:cubicBezTo>
                            <a:pt x="10938" y="471"/>
                            <a:pt x="13126" y="0"/>
                            <a:pt x="15590" y="0"/>
                          </a:cubicBezTo>
                          <a:cubicBezTo>
                            <a:pt x="20270" y="0"/>
                            <a:pt x="23925" y="1634"/>
                            <a:pt x="26584" y="4874"/>
                          </a:cubicBezTo>
                          <a:cubicBezTo>
                            <a:pt x="29242" y="8114"/>
                            <a:pt x="30571" y="12849"/>
                            <a:pt x="30516" y="19052"/>
                          </a:cubicBezTo>
                          <a:lnTo>
                            <a:pt x="4181" y="19052"/>
                          </a:lnTo>
                          <a:close/>
                          <a:moveTo>
                            <a:pt x="26307" y="15729"/>
                          </a:moveTo>
                          <a:cubicBezTo>
                            <a:pt x="26307" y="14039"/>
                            <a:pt x="26085" y="12461"/>
                            <a:pt x="25614" y="10966"/>
                          </a:cubicBezTo>
                          <a:cubicBezTo>
                            <a:pt x="25144" y="9471"/>
                            <a:pt x="24479" y="8197"/>
                            <a:pt x="23593" y="7117"/>
                          </a:cubicBezTo>
                          <a:cubicBezTo>
                            <a:pt x="22707" y="6037"/>
                            <a:pt x="21572" y="5178"/>
                            <a:pt x="20215" y="4514"/>
                          </a:cubicBezTo>
                          <a:cubicBezTo>
                            <a:pt x="18858" y="3877"/>
                            <a:pt x="17307" y="3545"/>
                            <a:pt x="15563" y="3545"/>
                          </a:cubicBezTo>
                          <a:cubicBezTo>
                            <a:pt x="13818" y="3545"/>
                            <a:pt x="12267" y="3877"/>
                            <a:pt x="10938" y="4541"/>
                          </a:cubicBezTo>
                          <a:cubicBezTo>
                            <a:pt x="9609" y="5206"/>
                            <a:pt x="8474" y="6092"/>
                            <a:pt x="7532" y="7200"/>
                          </a:cubicBezTo>
                          <a:cubicBezTo>
                            <a:pt x="6591" y="8307"/>
                            <a:pt x="5843" y="9581"/>
                            <a:pt x="5261" y="11049"/>
                          </a:cubicBezTo>
                          <a:cubicBezTo>
                            <a:pt x="4680" y="12517"/>
                            <a:pt x="4320" y="14067"/>
                            <a:pt x="4154" y="15701"/>
                          </a:cubicBezTo>
                          <a:lnTo>
                            <a:pt x="26279" y="15701"/>
                          </a:lnTo>
                          <a:close/>
                        </a:path>
                      </a:pathLst>
                    </a:custGeom>
                    <a:solidFill>
                      <a:srgbClr val="26A6DE"/>
                    </a:solidFill>
                    <a:ln w="2767" cap="flat">
                      <a:noFill/>
                      <a:prstDash val="solid"/>
                      <a:miter/>
                    </a:ln>
                  </p:spPr>
                  <p:txBody>
                    <a:bodyPr rtlCol="0" anchor="ctr"/>
                    <a:lstStyle/>
                    <a:p>
                      <a:endParaRPr lang="en-US"/>
                    </a:p>
                  </p:txBody>
                </p:sp>
                <p:sp>
                  <p:nvSpPr>
                    <p:cNvPr id="3795" name="Freeform 3794">
                      <a:extLst>
                        <a:ext uri="{FF2B5EF4-FFF2-40B4-BE49-F238E27FC236}">
                          <a16:creationId xmlns:a16="http://schemas.microsoft.com/office/drawing/2014/main" id="{B01B1A7E-637B-F5DB-9EBC-256FAC2529A3}"/>
                        </a:ext>
                      </a:extLst>
                    </p:cNvPr>
                    <p:cNvSpPr/>
                    <p:nvPr/>
                  </p:nvSpPr>
                  <p:spPr>
                    <a:xfrm>
                      <a:off x="1868245" y="4187453"/>
                      <a:ext cx="30515" cy="34420"/>
                    </a:xfrm>
                    <a:custGeom>
                      <a:avLst/>
                      <a:gdLst>
                        <a:gd name="connsiteX0" fmla="*/ 0 w 30515"/>
                        <a:gd name="connsiteY0" fmla="*/ 0 h 34420"/>
                        <a:gd name="connsiteX1" fmla="*/ 4264 w 30515"/>
                        <a:gd name="connsiteY1" fmla="*/ 0 h 34420"/>
                        <a:gd name="connsiteX2" fmla="*/ 15258 w 30515"/>
                        <a:gd name="connsiteY2" fmla="*/ 29519 h 34420"/>
                        <a:gd name="connsiteX3" fmla="*/ 26251 w 30515"/>
                        <a:gd name="connsiteY3" fmla="*/ 0 h 34420"/>
                        <a:gd name="connsiteX4" fmla="*/ 30516 w 30515"/>
                        <a:gd name="connsiteY4" fmla="*/ 0 h 34420"/>
                        <a:gd name="connsiteX5" fmla="*/ 17362 w 30515"/>
                        <a:gd name="connsiteY5" fmla="*/ 34420 h 34420"/>
                        <a:gd name="connsiteX6" fmla="*/ 12987 w 30515"/>
                        <a:gd name="connsiteY6" fmla="*/ 34420 h 34420"/>
                        <a:gd name="connsiteX7" fmla="*/ 28 w 30515"/>
                        <a:gd name="connsiteY7" fmla="*/ 0 h 3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5" h="34420">
                          <a:moveTo>
                            <a:pt x="0" y="0"/>
                          </a:moveTo>
                          <a:lnTo>
                            <a:pt x="4264" y="0"/>
                          </a:lnTo>
                          <a:lnTo>
                            <a:pt x="15258" y="29519"/>
                          </a:lnTo>
                          <a:lnTo>
                            <a:pt x="26251" y="0"/>
                          </a:lnTo>
                          <a:lnTo>
                            <a:pt x="30516" y="0"/>
                          </a:lnTo>
                          <a:lnTo>
                            <a:pt x="17362" y="34420"/>
                          </a:lnTo>
                          <a:lnTo>
                            <a:pt x="12987" y="34420"/>
                          </a:lnTo>
                          <a:lnTo>
                            <a:pt x="28" y="0"/>
                          </a:lnTo>
                          <a:close/>
                        </a:path>
                      </a:pathLst>
                    </a:custGeom>
                    <a:solidFill>
                      <a:srgbClr val="26A6DE"/>
                    </a:solidFill>
                    <a:ln w="2767" cap="flat">
                      <a:noFill/>
                      <a:prstDash val="solid"/>
                      <a:miter/>
                    </a:ln>
                  </p:spPr>
                  <p:txBody>
                    <a:bodyPr rtlCol="0" anchor="ctr"/>
                    <a:lstStyle/>
                    <a:p>
                      <a:endParaRPr lang="en-US"/>
                    </a:p>
                  </p:txBody>
                </p:sp>
                <p:sp>
                  <p:nvSpPr>
                    <p:cNvPr id="3796" name="Freeform 3795">
                      <a:extLst>
                        <a:ext uri="{FF2B5EF4-FFF2-40B4-BE49-F238E27FC236}">
                          <a16:creationId xmlns:a16="http://schemas.microsoft.com/office/drawing/2014/main" id="{E75235AD-D93A-28E3-60D2-63598E2A3B65}"/>
                        </a:ext>
                      </a:extLst>
                    </p:cNvPr>
                    <p:cNvSpPr/>
                    <p:nvPr/>
                  </p:nvSpPr>
                  <p:spPr>
                    <a:xfrm>
                      <a:off x="1904991" y="4173995"/>
                      <a:ext cx="4319" cy="47878"/>
                    </a:xfrm>
                    <a:custGeom>
                      <a:avLst/>
                      <a:gdLst>
                        <a:gd name="connsiteX0" fmla="*/ 0 w 4319"/>
                        <a:gd name="connsiteY0" fmla="*/ 5926 h 47878"/>
                        <a:gd name="connsiteX1" fmla="*/ 0 w 4319"/>
                        <a:gd name="connsiteY1" fmla="*/ 0 h 47878"/>
                        <a:gd name="connsiteX2" fmla="*/ 4320 w 4319"/>
                        <a:gd name="connsiteY2" fmla="*/ 0 h 47878"/>
                        <a:gd name="connsiteX3" fmla="*/ 4320 w 4319"/>
                        <a:gd name="connsiteY3" fmla="*/ 5926 h 47878"/>
                        <a:gd name="connsiteX4" fmla="*/ 0 w 4319"/>
                        <a:gd name="connsiteY4" fmla="*/ 5926 h 47878"/>
                        <a:gd name="connsiteX5" fmla="*/ 194 w 4319"/>
                        <a:gd name="connsiteY5" fmla="*/ 47878 h 47878"/>
                        <a:gd name="connsiteX6" fmla="*/ 194 w 4319"/>
                        <a:gd name="connsiteY6" fmla="*/ 13458 h 47878"/>
                        <a:gd name="connsiteX7" fmla="*/ 4126 w 4319"/>
                        <a:gd name="connsiteY7" fmla="*/ 13458 h 47878"/>
                        <a:gd name="connsiteX8" fmla="*/ 4126 w 4319"/>
                        <a:gd name="connsiteY8" fmla="*/ 47878 h 47878"/>
                        <a:gd name="connsiteX9" fmla="*/ 194 w 4319"/>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78">
                          <a:moveTo>
                            <a:pt x="0" y="5926"/>
                          </a:moveTo>
                          <a:lnTo>
                            <a:pt x="0" y="0"/>
                          </a:lnTo>
                          <a:lnTo>
                            <a:pt x="4320" y="0"/>
                          </a:lnTo>
                          <a:lnTo>
                            <a:pt x="4320" y="5926"/>
                          </a:lnTo>
                          <a:lnTo>
                            <a:pt x="0" y="5926"/>
                          </a:lnTo>
                          <a:close/>
                          <a:moveTo>
                            <a:pt x="194" y="47878"/>
                          </a:moveTo>
                          <a:lnTo>
                            <a:pt x="194" y="13458"/>
                          </a:lnTo>
                          <a:lnTo>
                            <a:pt x="4126" y="13458"/>
                          </a:lnTo>
                          <a:lnTo>
                            <a:pt x="4126" y="47878"/>
                          </a:lnTo>
                          <a:lnTo>
                            <a:pt x="194" y="47878"/>
                          </a:lnTo>
                          <a:close/>
                        </a:path>
                      </a:pathLst>
                    </a:custGeom>
                    <a:solidFill>
                      <a:srgbClr val="26A6DE"/>
                    </a:solidFill>
                    <a:ln w="2767" cap="flat">
                      <a:noFill/>
                      <a:prstDash val="solid"/>
                      <a:miter/>
                    </a:ln>
                  </p:spPr>
                  <p:txBody>
                    <a:bodyPr rtlCol="0" anchor="ctr"/>
                    <a:lstStyle/>
                    <a:p>
                      <a:endParaRPr lang="en-US"/>
                    </a:p>
                  </p:txBody>
                </p:sp>
                <p:sp>
                  <p:nvSpPr>
                    <p:cNvPr id="3797" name="Freeform 3796">
                      <a:extLst>
                        <a:ext uri="{FF2B5EF4-FFF2-40B4-BE49-F238E27FC236}">
                          <a16:creationId xmlns:a16="http://schemas.microsoft.com/office/drawing/2014/main" id="{F6A068C5-CE55-8A82-2C25-F252F1F177DB}"/>
                        </a:ext>
                      </a:extLst>
                    </p:cNvPr>
                    <p:cNvSpPr/>
                    <p:nvPr/>
                  </p:nvSpPr>
                  <p:spPr>
                    <a:xfrm>
                      <a:off x="1916898" y="4186484"/>
                      <a:ext cx="31374" cy="36303"/>
                    </a:xfrm>
                    <a:custGeom>
                      <a:avLst/>
                      <a:gdLst>
                        <a:gd name="connsiteX0" fmla="*/ 15729 w 31374"/>
                        <a:gd name="connsiteY0" fmla="*/ 36303 h 36303"/>
                        <a:gd name="connsiteX1" fmla="*/ 9609 w 31374"/>
                        <a:gd name="connsiteY1" fmla="*/ 35113 h 36303"/>
                        <a:gd name="connsiteX2" fmla="*/ 4624 w 31374"/>
                        <a:gd name="connsiteY2" fmla="*/ 31735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76 w 31374"/>
                        <a:gd name="connsiteY17" fmla="*/ 18166 h 36303"/>
                        <a:gd name="connsiteX18" fmla="*/ 26611 w 31374"/>
                        <a:gd name="connsiteY18" fmla="*/ 12461 h 36303"/>
                        <a:gd name="connsiteX19" fmla="*/ 24590 w 31374"/>
                        <a:gd name="connsiteY19" fmla="*/ 7837 h 36303"/>
                        <a:gd name="connsiteX20" fmla="*/ 21045 w 31374"/>
                        <a:gd name="connsiteY20" fmla="*/ 4735 h 36303"/>
                        <a:gd name="connsiteX21" fmla="*/ 15729 w 31374"/>
                        <a:gd name="connsiteY21" fmla="*/ 3600 h 36303"/>
                        <a:gd name="connsiteX22" fmla="*/ 10467 w 31374"/>
                        <a:gd name="connsiteY22" fmla="*/ 4818 h 36303"/>
                        <a:gd name="connsiteX23" fmla="*/ 6895 w 31374"/>
                        <a:gd name="connsiteY23" fmla="*/ 8086 h 36303"/>
                        <a:gd name="connsiteX24" fmla="*/ 4874 w 31374"/>
                        <a:gd name="connsiteY24" fmla="*/ 12738 h 36303"/>
                        <a:gd name="connsiteX25" fmla="*/ 4209 w 31374"/>
                        <a:gd name="connsiteY25" fmla="*/ 18166 h 36303"/>
                        <a:gd name="connsiteX26" fmla="*/ 4957 w 31374"/>
                        <a:gd name="connsiteY26" fmla="*/ 24036 h 36303"/>
                        <a:gd name="connsiteX27" fmla="*/ 7144 w 31374"/>
                        <a:gd name="connsiteY27" fmla="*/ 28660 h 36303"/>
                        <a:gd name="connsiteX28" fmla="*/ 10744 w 31374"/>
                        <a:gd name="connsiteY28" fmla="*/ 31651 h 36303"/>
                        <a:gd name="connsiteX29" fmla="*/ 15729 w 31374"/>
                        <a:gd name="connsiteY29" fmla="*/ 32704 h 36303"/>
                        <a:gd name="connsiteX30" fmla="*/ 20990 w 31374"/>
                        <a:gd name="connsiteY30" fmla="*/ 31485 h 36303"/>
                        <a:gd name="connsiteX31" fmla="*/ 24562 w 31374"/>
                        <a:gd name="connsiteY31" fmla="*/ 28190 h 36303"/>
                        <a:gd name="connsiteX32" fmla="*/ 26584 w 31374"/>
                        <a:gd name="connsiteY32" fmla="*/ 23538 h 36303"/>
                        <a:gd name="connsiteX33" fmla="*/ 27248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5"/>
                          </a:cubicBezTo>
                          <a:cubicBezTo>
                            <a:pt x="3212" y="30239"/>
                            <a:pt x="2077" y="28356"/>
                            <a:pt x="1246" y="26085"/>
                          </a:cubicBezTo>
                          <a:cubicBezTo>
                            <a:pt x="415" y="23814"/>
                            <a:pt x="0" y="21184"/>
                            <a:pt x="0" y="18166"/>
                          </a:cubicBezTo>
                          <a:cubicBezTo>
                            <a:pt x="0" y="15646"/>
                            <a:pt x="332" y="13292"/>
                            <a:pt x="969" y="11077"/>
                          </a:cubicBezTo>
                          <a:cubicBezTo>
                            <a:pt x="1634" y="8889"/>
                            <a:pt x="2603" y="6978"/>
                            <a:pt x="3904" y="5317"/>
                          </a:cubicBezTo>
                          <a:cubicBezTo>
                            <a:pt x="5206" y="3655"/>
                            <a:pt x="6840" y="2381"/>
                            <a:pt x="8806" y="1440"/>
                          </a:cubicBezTo>
                          <a:cubicBezTo>
                            <a:pt x="10772" y="499"/>
                            <a:pt x="13070" y="0"/>
                            <a:pt x="15673" y="0"/>
                          </a:cubicBezTo>
                          <a:cubicBezTo>
                            <a:pt x="18276" y="0"/>
                            <a:pt x="20658" y="471"/>
                            <a:pt x="22624" y="1440"/>
                          </a:cubicBezTo>
                          <a:cubicBezTo>
                            <a:pt x="24590" y="2409"/>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897"/>
                            <a:pt x="24036" y="34144"/>
                            <a:pt x="22098" y="35002"/>
                          </a:cubicBezTo>
                          <a:cubicBezTo>
                            <a:pt x="20159" y="35860"/>
                            <a:pt x="17999" y="36303"/>
                            <a:pt x="15646" y="36303"/>
                          </a:cubicBezTo>
                          <a:close/>
                          <a:moveTo>
                            <a:pt x="27276" y="18166"/>
                          </a:moveTo>
                          <a:cubicBezTo>
                            <a:pt x="27276" y="16117"/>
                            <a:pt x="27054" y="14233"/>
                            <a:pt x="26611" y="12461"/>
                          </a:cubicBezTo>
                          <a:cubicBezTo>
                            <a:pt x="26168" y="10689"/>
                            <a:pt x="25504" y="9138"/>
                            <a:pt x="24590" y="7837"/>
                          </a:cubicBezTo>
                          <a:cubicBezTo>
                            <a:pt x="23676" y="6535"/>
                            <a:pt x="22485" y="5511"/>
                            <a:pt x="21045" y="4735"/>
                          </a:cubicBezTo>
                          <a:cubicBezTo>
                            <a:pt x="19605" y="3988"/>
                            <a:pt x="17833" y="3600"/>
                            <a:pt x="15729" y="3600"/>
                          </a:cubicBezTo>
                          <a:cubicBezTo>
                            <a:pt x="13624" y="3600"/>
                            <a:pt x="11907" y="4015"/>
                            <a:pt x="10467" y="4818"/>
                          </a:cubicBezTo>
                          <a:cubicBezTo>
                            <a:pt x="9000" y="5649"/>
                            <a:pt x="7809" y="6729"/>
                            <a:pt x="6895" y="8086"/>
                          </a:cubicBezTo>
                          <a:cubicBezTo>
                            <a:pt x="5981" y="9443"/>
                            <a:pt x="5289" y="10993"/>
                            <a:pt x="4874" y="12738"/>
                          </a:cubicBezTo>
                          <a:cubicBezTo>
                            <a:pt x="4458" y="14483"/>
                            <a:pt x="4209" y="16283"/>
                            <a:pt x="4209" y="18166"/>
                          </a:cubicBezTo>
                          <a:cubicBezTo>
                            <a:pt x="4209" y="20298"/>
                            <a:pt x="4458" y="22264"/>
                            <a:pt x="4957" y="24036"/>
                          </a:cubicBezTo>
                          <a:cubicBezTo>
                            <a:pt x="5455" y="25836"/>
                            <a:pt x="6203" y="27359"/>
                            <a:pt x="7144" y="28660"/>
                          </a:cubicBezTo>
                          <a:cubicBezTo>
                            <a:pt x="8114" y="29935"/>
                            <a:pt x="9304" y="30931"/>
                            <a:pt x="10744" y="31651"/>
                          </a:cubicBezTo>
                          <a:cubicBezTo>
                            <a:pt x="12184" y="32371"/>
                            <a:pt x="13846" y="32704"/>
                            <a:pt x="15729" y="32704"/>
                          </a:cubicBezTo>
                          <a:cubicBezTo>
                            <a:pt x="17778" y="32704"/>
                            <a:pt x="19550" y="32288"/>
                            <a:pt x="20990" y="31485"/>
                          </a:cubicBezTo>
                          <a:cubicBezTo>
                            <a:pt x="22458" y="30655"/>
                            <a:pt x="23648" y="29574"/>
                            <a:pt x="24562" y="28190"/>
                          </a:cubicBezTo>
                          <a:cubicBezTo>
                            <a:pt x="25476" y="26805"/>
                            <a:pt x="26168" y="25254"/>
                            <a:pt x="26584" y="23538"/>
                          </a:cubicBezTo>
                          <a:cubicBezTo>
                            <a:pt x="26999" y="21821"/>
                            <a:pt x="27248" y="20021"/>
                            <a:pt x="27248" y="18166"/>
                          </a:cubicBezTo>
                          <a:close/>
                        </a:path>
                      </a:pathLst>
                    </a:custGeom>
                    <a:solidFill>
                      <a:srgbClr val="26A6DE"/>
                    </a:solidFill>
                    <a:ln w="2767" cap="flat">
                      <a:noFill/>
                      <a:prstDash val="solid"/>
                      <a:miter/>
                    </a:ln>
                  </p:spPr>
                  <p:txBody>
                    <a:bodyPr rtlCol="0" anchor="ctr"/>
                    <a:lstStyle/>
                    <a:p>
                      <a:endParaRPr lang="en-US"/>
                    </a:p>
                  </p:txBody>
                </p:sp>
                <p:sp>
                  <p:nvSpPr>
                    <p:cNvPr id="3798" name="Freeform 3797">
                      <a:extLst>
                        <a:ext uri="{FF2B5EF4-FFF2-40B4-BE49-F238E27FC236}">
                          <a16:creationId xmlns:a16="http://schemas.microsoft.com/office/drawing/2014/main" id="{0C22E853-D2E9-EAF8-B085-E6CDA2423E33}"/>
                        </a:ext>
                      </a:extLst>
                    </p:cNvPr>
                    <p:cNvSpPr/>
                    <p:nvPr/>
                  </p:nvSpPr>
                  <p:spPr>
                    <a:xfrm>
                      <a:off x="1955528" y="4187425"/>
                      <a:ext cx="26943" cy="35361"/>
                    </a:xfrm>
                    <a:custGeom>
                      <a:avLst/>
                      <a:gdLst>
                        <a:gd name="connsiteX0" fmla="*/ 23011 w 26943"/>
                        <a:gd name="connsiteY0" fmla="*/ 28 h 35361"/>
                        <a:gd name="connsiteX1" fmla="*/ 26944 w 26943"/>
                        <a:gd name="connsiteY1" fmla="*/ 28 h 35361"/>
                        <a:gd name="connsiteX2" fmla="*/ 26944 w 26943"/>
                        <a:gd name="connsiteY2" fmla="*/ 34448 h 35361"/>
                        <a:gd name="connsiteX3" fmla="*/ 23011 w 26943"/>
                        <a:gd name="connsiteY3" fmla="*/ 34448 h 35361"/>
                        <a:gd name="connsiteX4" fmla="*/ 23011 w 26943"/>
                        <a:gd name="connsiteY4" fmla="*/ 29658 h 35361"/>
                        <a:gd name="connsiteX5" fmla="*/ 21239 w 26943"/>
                        <a:gd name="connsiteY5" fmla="*/ 31596 h 35361"/>
                        <a:gd name="connsiteX6" fmla="*/ 18969 w 26943"/>
                        <a:gd name="connsiteY6" fmla="*/ 33424 h 35361"/>
                        <a:gd name="connsiteX7" fmla="*/ 15978 w 26943"/>
                        <a:gd name="connsiteY7" fmla="*/ 34808 h 35361"/>
                        <a:gd name="connsiteX8" fmla="*/ 12046 w 26943"/>
                        <a:gd name="connsiteY8" fmla="*/ 35362 h 35361"/>
                        <a:gd name="connsiteX9" fmla="*/ 6341 w 26943"/>
                        <a:gd name="connsiteY9" fmla="*/ 34393 h 35361"/>
                        <a:gd name="connsiteX10" fmla="*/ 2631 w 26943"/>
                        <a:gd name="connsiteY10" fmla="*/ 31707 h 35361"/>
                        <a:gd name="connsiteX11" fmla="*/ 609 w 26943"/>
                        <a:gd name="connsiteY11" fmla="*/ 27691 h 35361"/>
                        <a:gd name="connsiteX12" fmla="*/ 0 w 26943"/>
                        <a:gd name="connsiteY12" fmla="*/ 22679 h 35361"/>
                        <a:gd name="connsiteX13" fmla="*/ 0 w 26943"/>
                        <a:gd name="connsiteY13" fmla="*/ 28 h 35361"/>
                        <a:gd name="connsiteX14" fmla="*/ 3932 w 26943"/>
                        <a:gd name="connsiteY14" fmla="*/ 28 h 35361"/>
                        <a:gd name="connsiteX15" fmla="*/ 3932 w 26943"/>
                        <a:gd name="connsiteY15" fmla="*/ 22624 h 35361"/>
                        <a:gd name="connsiteX16" fmla="*/ 5954 w 26943"/>
                        <a:gd name="connsiteY16" fmla="*/ 29436 h 35361"/>
                        <a:gd name="connsiteX17" fmla="*/ 12627 w 26943"/>
                        <a:gd name="connsiteY17" fmla="*/ 31790 h 35361"/>
                        <a:gd name="connsiteX18" fmla="*/ 16975 w 26943"/>
                        <a:gd name="connsiteY18" fmla="*/ 30820 h 35361"/>
                        <a:gd name="connsiteX19" fmla="*/ 20215 w 26943"/>
                        <a:gd name="connsiteY19" fmla="*/ 28134 h 35361"/>
                        <a:gd name="connsiteX20" fmla="*/ 22236 w 26943"/>
                        <a:gd name="connsiteY20" fmla="*/ 24009 h 35361"/>
                        <a:gd name="connsiteX21" fmla="*/ 22956 w 26943"/>
                        <a:gd name="connsiteY21" fmla="*/ 18747 h 35361"/>
                        <a:gd name="connsiteX22" fmla="*/ 22956 w 26943"/>
                        <a:gd name="connsiteY22" fmla="*/ 0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43" h="35361">
                          <a:moveTo>
                            <a:pt x="23011" y="28"/>
                          </a:moveTo>
                          <a:lnTo>
                            <a:pt x="26944" y="28"/>
                          </a:lnTo>
                          <a:lnTo>
                            <a:pt x="26944" y="34448"/>
                          </a:lnTo>
                          <a:lnTo>
                            <a:pt x="23011" y="34448"/>
                          </a:lnTo>
                          <a:lnTo>
                            <a:pt x="23011" y="29658"/>
                          </a:lnTo>
                          <a:cubicBezTo>
                            <a:pt x="22485" y="30267"/>
                            <a:pt x="21904" y="30931"/>
                            <a:pt x="21239" y="31596"/>
                          </a:cubicBezTo>
                          <a:cubicBezTo>
                            <a:pt x="20575" y="32260"/>
                            <a:pt x="19827" y="32870"/>
                            <a:pt x="18969" y="33424"/>
                          </a:cubicBezTo>
                          <a:cubicBezTo>
                            <a:pt x="18110" y="33977"/>
                            <a:pt x="17113" y="34448"/>
                            <a:pt x="15978" y="34808"/>
                          </a:cubicBezTo>
                          <a:cubicBezTo>
                            <a:pt x="14843" y="35196"/>
                            <a:pt x="13541" y="35362"/>
                            <a:pt x="12046" y="35362"/>
                          </a:cubicBezTo>
                          <a:cubicBezTo>
                            <a:pt x="9775" y="35362"/>
                            <a:pt x="7864" y="35030"/>
                            <a:pt x="6341" y="34393"/>
                          </a:cubicBezTo>
                          <a:cubicBezTo>
                            <a:pt x="4818" y="33756"/>
                            <a:pt x="3572" y="32842"/>
                            <a:pt x="2631" y="31707"/>
                          </a:cubicBezTo>
                          <a:cubicBezTo>
                            <a:pt x="1689" y="30544"/>
                            <a:pt x="1025" y="29214"/>
                            <a:pt x="609" y="27691"/>
                          </a:cubicBezTo>
                          <a:cubicBezTo>
                            <a:pt x="194" y="26169"/>
                            <a:pt x="0" y="24479"/>
                            <a:pt x="0" y="22679"/>
                          </a:cubicBezTo>
                          <a:lnTo>
                            <a:pt x="0" y="28"/>
                          </a:lnTo>
                          <a:lnTo>
                            <a:pt x="3932" y="28"/>
                          </a:lnTo>
                          <a:lnTo>
                            <a:pt x="3932" y="22624"/>
                          </a:lnTo>
                          <a:cubicBezTo>
                            <a:pt x="3932" y="25587"/>
                            <a:pt x="4597" y="27858"/>
                            <a:pt x="5954" y="29436"/>
                          </a:cubicBezTo>
                          <a:cubicBezTo>
                            <a:pt x="7311" y="31015"/>
                            <a:pt x="9526" y="31790"/>
                            <a:pt x="12627" y="31790"/>
                          </a:cubicBezTo>
                          <a:cubicBezTo>
                            <a:pt x="14233" y="31790"/>
                            <a:pt x="15701" y="31458"/>
                            <a:pt x="16975" y="30820"/>
                          </a:cubicBezTo>
                          <a:cubicBezTo>
                            <a:pt x="18249" y="30184"/>
                            <a:pt x="19329" y="29270"/>
                            <a:pt x="20215" y="28134"/>
                          </a:cubicBezTo>
                          <a:cubicBezTo>
                            <a:pt x="21073" y="26972"/>
                            <a:pt x="21765" y="25614"/>
                            <a:pt x="22236" y="24009"/>
                          </a:cubicBezTo>
                          <a:cubicBezTo>
                            <a:pt x="22707" y="22403"/>
                            <a:pt x="22956" y="20658"/>
                            <a:pt x="22956" y="18747"/>
                          </a:cubicBezTo>
                          <a:lnTo>
                            <a:pt x="22956" y="0"/>
                          </a:lnTo>
                          <a:close/>
                        </a:path>
                      </a:pathLst>
                    </a:custGeom>
                    <a:solidFill>
                      <a:srgbClr val="26A6DE"/>
                    </a:solidFill>
                    <a:ln w="2767" cap="flat">
                      <a:noFill/>
                      <a:prstDash val="solid"/>
                      <a:miter/>
                    </a:ln>
                  </p:spPr>
                  <p:txBody>
                    <a:bodyPr rtlCol="0" anchor="ctr"/>
                    <a:lstStyle/>
                    <a:p>
                      <a:endParaRPr lang="en-US"/>
                    </a:p>
                  </p:txBody>
                </p:sp>
                <p:sp>
                  <p:nvSpPr>
                    <p:cNvPr id="3799" name="Freeform 3798">
                      <a:extLst>
                        <a:ext uri="{FF2B5EF4-FFF2-40B4-BE49-F238E27FC236}">
                          <a16:creationId xmlns:a16="http://schemas.microsoft.com/office/drawing/2014/main" id="{BA183A19-5B56-591B-992B-A848C8BF8BF4}"/>
                        </a:ext>
                      </a:extLst>
                    </p:cNvPr>
                    <p:cNvSpPr/>
                    <p:nvPr/>
                  </p:nvSpPr>
                  <p:spPr>
                    <a:xfrm>
                      <a:off x="1990225" y="4186484"/>
                      <a:ext cx="26722" cy="36247"/>
                    </a:xfrm>
                    <a:custGeom>
                      <a:avLst/>
                      <a:gdLst>
                        <a:gd name="connsiteX0" fmla="*/ 4043 w 26722"/>
                        <a:gd name="connsiteY0" fmla="*/ 24618 h 36247"/>
                        <a:gd name="connsiteX1" fmla="*/ 7338 w 26722"/>
                        <a:gd name="connsiteY1" fmla="*/ 30904 h 36247"/>
                        <a:gd name="connsiteX2" fmla="*/ 14178 w 26722"/>
                        <a:gd name="connsiteY2" fmla="*/ 32731 h 36247"/>
                        <a:gd name="connsiteX3" fmla="*/ 17916 w 26722"/>
                        <a:gd name="connsiteY3" fmla="*/ 32205 h 36247"/>
                        <a:gd name="connsiteX4" fmla="*/ 20492 w 26722"/>
                        <a:gd name="connsiteY4" fmla="*/ 30765 h 36247"/>
                        <a:gd name="connsiteX5" fmla="*/ 22042 w 26722"/>
                        <a:gd name="connsiteY5" fmla="*/ 28744 h 36247"/>
                        <a:gd name="connsiteX6" fmla="*/ 22568 w 26722"/>
                        <a:gd name="connsiteY6" fmla="*/ 26362 h 36247"/>
                        <a:gd name="connsiteX7" fmla="*/ 20962 w 26722"/>
                        <a:gd name="connsiteY7" fmla="*/ 22596 h 36247"/>
                        <a:gd name="connsiteX8" fmla="*/ 16947 w 26722"/>
                        <a:gd name="connsiteY8" fmla="*/ 20658 h 36247"/>
                        <a:gd name="connsiteX9" fmla="*/ 11713 w 26722"/>
                        <a:gd name="connsiteY9" fmla="*/ 19467 h 36247"/>
                        <a:gd name="connsiteX10" fmla="*/ 6480 w 26722"/>
                        <a:gd name="connsiteY10" fmla="*/ 17972 h 36247"/>
                        <a:gd name="connsiteX11" fmla="*/ 2465 w 26722"/>
                        <a:gd name="connsiteY11" fmla="*/ 15120 h 36247"/>
                        <a:gd name="connsiteX12" fmla="*/ 858 w 26722"/>
                        <a:gd name="connsiteY12" fmla="*/ 9858 h 36247"/>
                        <a:gd name="connsiteX13" fmla="*/ 3960 w 26722"/>
                        <a:gd name="connsiteY13" fmla="*/ 2769 h 36247"/>
                        <a:gd name="connsiteX14" fmla="*/ 12766 w 26722"/>
                        <a:gd name="connsiteY14" fmla="*/ 0 h 36247"/>
                        <a:gd name="connsiteX15" fmla="*/ 21710 w 26722"/>
                        <a:gd name="connsiteY15" fmla="*/ 2492 h 36247"/>
                        <a:gd name="connsiteX16" fmla="*/ 25864 w 26722"/>
                        <a:gd name="connsiteY16" fmla="*/ 10827 h 36247"/>
                        <a:gd name="connsiteX17" fmla="*/ 21876 w 26722"/>
                        <a:gd name="connsiteY17" fmla="*/ 10827 h 36247"/>
                        <a:gd name="connsiteX18" fmla="*/ 18886 w 26722"/>
                        <a:gd name="connsiteY18" fmla="*/ 5206 h 36247"/>
                        <a:gd name="connsiteX19" fmla="*/ 12683 w 26722"/>
                        <a:gd name="connsiteY19" fmla="*/ 3572 h 36247"/>
                        <a:gd name="connsiteX20" fmla="*/ 6978 w 26722"/>
                        <a:gd name="connsiteY20" fmla="*/ 5206 h 36247"/>
                        <a:gd name="connsiteX21" fmla="*/ 5012 w 26722"/>
                        <a:gd name="connsiteY21" fmla="*/ 9498 h 36247"/>
                        <a:gd name="connsiteX22" fmla="*/ 6618 w 26722"/>
                        <a:gd name="connsiteY22" fmla="*/ 13043 h 36247"/>
                        <a:gd name="connsiteX23" fmla="*/ 10634 w 26722"/>
                        <a:gd name="connsiteY23" fmla="*/ 15037 h 36247"/>
                        <a:gd name="connsiteX24" fmla="*/ 15867 w 26722"/>
                        <a:gd name="connsiteY24" fmla="*/ 16393 h 36247"/>
                        <a:gd name="connsiteX25" fmla="*/ 21101 w 26722"/>
                        <a:gd name="connsiteY25" fmla="*/ 18083 h 36247"/>
                        <a:gd name="connsiteX26" fmla="*/ 25116 w 26722"/>
                        <a:gd name="connsiteY26" fmla="*/ 21045 h 36247"/>
                        <a:gd name="connsiteX27" fmla="*/ 26722 w 26722"/>
                        <a:gd name="connsiteY27" fmla="*/ 26224 h 36247"/>
                        <a:gd name="connsiteX28" fmla="*/ 25670 w 26722"/>
                        <a:gd name="connsiteY28" fmla="*/ 30571 h 36247"/>
                        <a:gd name="connsiteX29" fmla="*/ 22790 w 26722"/>
                        <a:gd name="connsiteY29" fmla="*/ 33728 h 36247"/>
                        <a:gd name="connsiteX30" fmla="*/ 18442 w 26722"/>
                        <a:gd name="connsiteY30" fmla="*/ 35611 h 36247"/>
                        <a:gd name="connsiteX31" fmla="*/ 12904 w 26722"/>
                        <a:gd name="connsiteY31" fmla="*/ 36248 h 36247"/>
                        <a:gd name="connsiteX32" fmla="*/ 7560 w 26722"/>
                        <a:gd name="connsiteY32" fmla="*/ 35362 h 36247"/>
                        <a:gd name="connsiteX33" fmla="*/ 3600 w 26722"/>
                        <a:gd name="connsiteY33" fmla="*/ 32870 h 36247"/>
                        <a:gd name="connsiteX34" fmla="*/ 1052 w 26722"/>
                        <a:gd name="connsiteY34" fmla="*/ 29159 h 36247"/>
                        <a:gd name="connsiteX35" fmla="*/ 0 w 26722"/>
                        <a:gd name="connsiteY35" fmla="*/ 24562 h 36247"/>
                        <a:gd name="connsiteX36" fmla="*/ 3988 w 26722"/>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722" h="36247">
                          <a:moveTo>
                            <a:pt x="4043" y="24618"/>
                          </a:moveTo>
                          <a:cubicBezTo>
                            <a:pt x="4652" y="27581"/>
                            <a:pt x="5760" y="29685"/>
                            <a:pt x="7338" y="30904"/>
                          </a:cubicBezTo>
                          <a:cubicBezTo>
                            <a:pt x="8944" y="32122"/>
                            <a:pt x="11215" y="32731"/>
                            <a:pt x="14178" y="32731"/>
                          </a:cubicBezTo>
                          <a:cubicBezTo>
                            <a:pt x="15618" y="32731"/>
                            <a:pt x="16864" y="32565"/>
                            <a:pt x="17916" y="32205"/>
                          </a:cubicBezTo>
                          <a:cubicBezTo>
                            <a:pt x="18969" y="31845"/>
                            <a:pt x="19827" y="31375"/>
                            <a:pt x="20492" y="30765"/>
                          </a:cubicBezTo>
                          <a:cubicBezTo>
                            <a:pt x="21156" y="30156"/>
                            <a:pt x="21682" y="29491"/>
                            <a:pt x="22042" y="28744"/>
                          </a:cubicBezTo>
                          <a:cubicBezTo>
                            <a:pt x="22402" y="27996"/>
                            <a:pt x="22568" y="27193"/>
                            <a:pt x="22568" y="26362"/>
                          </a:cubicBezTo>
                          <a:cubicBezTo>
                            <a:pt x="22568" y="24673"/>
                            <a:pt x="22042" y="23427"/>
                            <a:pt x="20962" y="22596"/>
                          </a:cubicBezTo>
                          <a:cubicBezTo>
                            <a:pt x="19882" y="21765"/>
                            <a:pt x="18553" y="21129"/>
                            <a:pt x="16947" y="20658"/>
                          </a:cubicBezTo>
                          <a:cubicBezTo>
                            <a:pt x="15341" y="20187"/>
                            <a:pt x="13596" y="19799"/>
                            <a:pt x="11713" y="19467"/>
                          </a:cubicBezTo>
                          <a:cubicBezTo>
                            <a:pt x="9830" y="19135"/>
                            <a:pt x="8086" y="18636"/>
                            <a:pt x="6480" y="17972"/>
                          </a:cubicBezTo>
                          <a:cubicBezTo>
                            <a:pt x="4874" y="17307"/>
                            <a:pt x="3517" y="16366"/>
                            <a:pt x="2465" y="15120"/>
                          </a:cubicBezTo>
                          <a:cubicBezTo>
                            <a:pt x="1385" y="13873"/>
                            <a:pt x="858" y="12129"/>
                            <a:pt x="858" y="9858"/>
                          </a:cubicBezTo>
                          <a:cubicBezTo>
                            <a:pt x="858" y="6978"/>
                            <a:pt x="1883" y="4625"/>
                            <a:pt x="3960" y="2769"/>
                          </a:cubicBezTo>
                          <a:cubicBezTo>
                            <a:pt x="6037" y="941"/>
                            <a:pt x="8972" y="0"/>
                            <a:pt x="12766" y="0"/>
                          </a:cubicBezTo>
                          <a:cubicBezTo>
                            <a:pt x="16559" y="0"/>
                            <a:pt x="19412" y="831"/>
                            <a:pt x="21710" y="2492"/>
                          </a:cubicBezTo>
                          <a:cubicBezTo>
                            <a:pt x="24008" y="4154"/>
                            <a:pt x="25393" y="6923"/>
                            <a:pt x="25864" y="10827"/>
                          </a:cubicBezTo>
                          <a:lnTo>
                            <a:pt x="21876" y="10827"/>
                          </a:lnTo>
                          <a:cubicBezTo>
                            <a:pt x="21516" y="8169"/>
                            <a:pt x="20547" y="6286"/>
                            <a:pt x="18886" y="5206"/>
                          </a:cubicBezTo>
                          <a:cubicBezTo>
                            <a:pt x="17224" y="4126"/>
                            <a:pt x="15175" y="3572"/>
                            <a:pt x="12683" y="3572"/>
                          </a:cubicBezTo>
                          <a:cubicBezTo>
                            <a:pt x="10190" y="3572"/>
                            <a:pt x="8307" y="4126"/>
                            <a:pt x="6978" y="5206"/>
                          </a:cubicBezTo>
                          <a:cubicBezTo>
                            <a:pt x="5649" y="6286"/>
                            <a:pt x="5012" y="7726"/>
                            <a:pt x="5012" y="9498"/>
                          </a:cubicBezTo>
                          <a:cubicBezTo>
                            <a:pt x="5012" y="11049"/>
                            <a:pt x="5538" y="12240"/>
                            <a:pt x="6618" y="13043"/>
                          </a:cubicBezTo>
                          <a:cubicBezTo>
                            <a:pt x="7698" y="13846"/>
                            <a:pt x="9027" y="14538"/>
                            <a:pt x="10634" y="15037"/>
                          </a:cubicBezTo>
                          <a:cubicBezTo>
                            <a:pt x="12240" y="15535"/>
                            <a:pt x="13984" y="16006"/>
                            <a:pt x="15867" y="16393"/>
                          </a:cubicBezTo>
                          <a:cubicBezTo>
                            <a:pt x="17750" y="16781"/>
                            <a:pt x="19495" y="17363"/>
                            <a:pt x="21101" y="18083"/>
                          </a:cubicBezTo>
                          <a:cubicBezTo>
                            <a:pt x="22707" y="18803"/>
                            <a:pt x="24064" y="19799"/>
                            <a:pt x="25116" y="21045"/>
                          </a:cubicBezTo>
                          <a:cubicBezTo>
                            <a:pt x="26196" y="22292"/>
                            <a:pt x="26722" y="24009"/>
                            <a:pt x="26722" y="26224"/>
                          </a:cubicBezTo>
                          <a:cubicBezTo>
                            <a:pt x="26722" y="27858"/>
                            <a:pt x="26362" y="29325"/>
                            <a:pt x="25670" y="30571"/>
                          </a:cubicBezTo>
                          <a:cubicBezTo>
                            <a:pt x="24978" y="31845"/>
                            <a:pt x="24008" y="32897"/>
                            <a:pt x="22790" y="33728"/>
                          </a:cubicBezTo>
                          <a:cubicBezTo>
                            <a:pt x="21572" y="34559"/>
                            <a:pt x="20104" y="35196"/>
                            <a:pt x="18442" y="35611"/>
                          </a:cubicBezTo>
                          <a:cubicBezTo>
                            <a:pt x="16753" y="36026"/>
                            <a:pt x="14926" y="36248"/>
                            <a:pt x="12904" y="36248"/>
                          </a:cubicBezTo>
                          <a:cubicBezTo>
                            <a:pt x="10883" y="36248"/>
                            <a:pt x="9110" y="35943"/>
                            <a:pt x="7560" y="35362"/>
                          </a:cubicBezTo>
                          <a:cubicBezTo>
                            <a:pt x="6009" y="34753"/>
                            <a:pt x="4680" y="33922"/>
                            <a:pt x="3600" y="32870"/>
                          </a:cubicBezTo>
                          <a:cubicBezTo>
                            <a:pt x="2520" y="31817"/>
                            <a:pt x="1661" y="30571"/>
                            <a:pt x="1052" y="29159"/>
                          </a:cubicBezTo>
                          <a:cubicBezTo>
                            <a:pt x="443" y="27747"/>
                            <a:pt x="83" y="26224"/>
                            <a:pt x="0" y="24562"/>
                          </a:cubicBezTo>
                          <a:lnTo>
                            <a:pt x="3988" y="24562"/>
                          </a:lnTo>
                          <a:close/>
                        </a:path>
                      </a:pathLst>
                    </a:custGeom>
                    <a:solidFill>
                      <a:srgbClr val="26A6DE"/>
                    </a:solidFill>
                    <a:ln w="2767" cap="flat">
                      <a:noFill/>
                      <a:prstDash val="solid"/>
                      <a:miter/>
                    </a:ln>
                  </p:spPr>
                  <p:txBody>
                    <a:bodyPr rtlCol="0" anchor="ctr"/>
                    <a:lstStyle/>
                    <a:p>
                      <a:endParaRPr lang="en-US"/>
                    </a:p>
                  </p:txBody>
                </p:sp>
                <p:sp>
                  <p:nvSpPr>
                    <p:cNvPr id="3800" name="Freeform 3799">
                      <a:extLst>
                        <a:ext uri="{FF2B5EF4-FFF2-40B4-BE49-F238E27FC236}">
                          <a16:creationId xmlns:a16="http://schemas.microsoft.com/office/drawing/2014/main" id="{739454FB-47A2-841D-AC1F-9A78BF54CDD5}"/>
                        </a:ext>
                      </a:extLst>
                    </p:cNvPr>
                    <p:cNvSpPr/>
                    <p:nvPr/>
                  </p:nvSpPr>
                  <p:spPr>
                    <a:xfrm>
                      <a:off x="2025310" y="4174023"/>
                      <a:ext cx="3932" cy="47850"/>
                    </a:xfrm>
                    <a:custGeom>
                      <a:avLst/>
                      <a:gdLst>
                        <a:gd name="connsiteX0" fmla="*/ 0 w 3932"/>
                        <a:gd name="connsiteY0" fmla="*/ 47851 h 47850"/>
                        <a:gd name="connsiteX1" fmla="*/ 0 w 3932"/>
                        <a:gd name="connsiteY1" fmla="*/ 0 h 47850"/>
                        <a:gd name="connsiteX2" fmla="*/ 3932 w 3932"/>
                        <a:gd name="connsiteY2" fmla="*/ 0 h 47850"/>
                        <a:gd name="connsiteX3" fmla="*/ 3932 w 3932"/>
                        <a:gd name="connsiteY3" fmla="*/ 47851 h 47850"/>
                        <a:gd name="connsiteX4" fmla="*/ 0 w 3932"/>
                        <a:gd name="connsiteY4" fmla="*/ 47851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2" h="47850">
                          <a:moveTo>
                            <a:pt x="0" y="47851"/>
                          </a:moveTo>
                          <a:lnTo>
                            <a:pt x="0" y="0"/>
                          </a:lnTo>
                          <a:lnTo>
                            <a:pt x="3932" y="0"/>
                          </a:lnTo>
                          <a:lnTo>
                            <a:pt x="3932" y="47851"/>
                          </a:lnTo>
                          <a:lnTo>
                            <a:pt x="0" y="47851"/>
                          </a:lnTo>
                          <a:close/>
                        </a:path>
                      </a:pathLst>
                    </a:custGeom>
                    <a:solidFill>
                      <a:srgbClr val="26A6DE"/>
                    </a:solidFill>
                    <a:ln w="2767" cap="flat">
                      <a:noFill/>
                      <a:prstDash val="solid"/>
                      <a:miter/>
                    </a:ln>
                  </p:spPr>
                  <p:txBody>
                    <a:bodyPr rtlCol="0" anchor="ctr"/>
                    <a:lstStyle/>
                    <a:p>
                      <a:endParaRPr lang="en-US"/>
                    </a:p>
                  </p:txBody>
                </p:sp>
                <p:sp>
                  <p:nvSpPr>
                    <p:cNvPr id="3801" name="Freeform 3800">
                      <a:extLst>
                        <a:ext uri="{FF2B5EF4-FFF2-40B4-BE49-F238E27FC236}">
                          <a16:creationId xmlns:a16="http://schemas.microsoft.com/office/drawing/2014/main" id="{02B8F1A6-B71E-3CD6-2452-CFAA41F3CFA7}"/>
                        </a:ext>
                      </a:extLst>
                    </p:cNvPr>
                    <p:cNvSpPr/>
                    <p:nvPr/>
                  </p:nvSpPr>
                  <p:spPr>
                    <a:xfrm>
                      <a:off x="2035750" y="4187481"/>
                      <a:ext cx="30405" cy="47989"/>
                    </a:xfrm>
                    <a:custGeom>
                      <a:avLst/>
                      <a:gdLst>
                        <a:gd name="connsiteX0" fmla="*/ 3268 w 30405"/>
                        <a:gd name="connsiteY0" fmla="*/ 43697 h 47989"/>
                        <a:gd name="connsiteX1" fmla="*/ 4874 w 30405"/>
                        <a:gd name="connsiteY1" fmla="*/ 43974 h 47989"/>
                        <a:gd name="connsiteX2" fmla="*/ 6535 w 30405"/>
                        <a:gd name="connsiteY2" fmla="*/ 44112 h 47989"/>
                        <a:gd name="connsiteX3" fmla="*/ 9221 w 30405"/>
                        <a:gd name="connsiteY3" fmla="*/ 43060 h 47989"/>
                        <a:gd name="connsiteX4" fmla="*/ 10966 w 30405"/>
                        <a:gd name="connsiteY4" fmla="*/ 40512 h 47989"/>
                        <a:gd name="connsiteX5" fmla="*/ 12101 w 30405"/>
                        <a:gd name="connsiteY5" fmla="*/ 37383 h 47989"/>
                        <a:gd name="connsiteX6" fmla="*/ 13153 w 30405"/>
                        <a:gd name="connsiteY6" fmla="*/ 34642 h 47989"/>
                        <a:gd name="connsiteX7" fmla="*/ 0 w 30405"/>
                        <a:gd name="connsiteY7" fmla="*/ 0 h 47989"/>
                        <a:gd name="connsiteX8" fmla="*/ 4375 w 30405"/>
                        <a:gd name="connsiteY8" fmla="*/ 0 h 47989"/>
                        <a:gd name="connsiteX9" fmla="*/ 15258 w 30405"/>
                        <a:gd name="connsiteY9" fmla="*/ 29574 h 47989"/>
                        <a:gd name="connsiteX10" fmla="*/ 26141 w 30405"/>
                        <a:gd name="connsiteY10" fmla="*/ 0 h 47989"/>
                        <a:gd name="connsiteX11" fmla="*/ 30405 w 30405"/>
                        <a:gd name="connsiteY11" fmla="*/ 0 h 47989"/>
                        <a:gd name="connsiteX12" fmla="*/ 17778 w 30405"/>
                        <a:gd name="connsiteY12" fmla="*/ 33950 h 47989"/>
                        <a:gd name="connsiteX13" fmla="*/ 15507 w 30405"/>
                        <a:gd name="connsiteY13" fmla="*/ 39792 h 47989"/>
                        <a:gd name="connsiteX14" fmla="*/ 13209 w 30405"/>
                        <a:gd name="connsiteY14" fmla="*/ 44223 h 47989"/>
                        <a:gd name="connsiteX15" fmla="*/ 10523 w 30405"/>
                        <a:gd name="connsiteY15" fmla="*/ 47020 h 47989"/>
                        <a:gd name="connsiteX16" fmla="*/ 7006 w 30405"/>
                        <a:gd name="connsiteY16" fmla="*/ 47989 h 47989"/>
                        <a:gd name="connsiteX17" fmla="*/ 5012 w 30405"/>
                        <a:gd name="connsiteY17" fmla="*/ 47851 h 47989"/>
                        <a:gd name="connsiteX18" fmla="*/ 3268 w 30405"/>
                        <a:gd name="connsiteY18" fmla="*/ 47518 h 47989"/>
                        <a:gd name="connsiteX19" fmla="*/ 3268 w 30405"/>
                        <a:gd name="connsiteY19" fmla="*/ 43725 h 4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0405" h="47989">
                          <a:moveTo>
                            <a:pt x="3268" y="43697"/>
                          </a:moveTo>
                          <a:cubicBezTo>
                            <a:pt x="3794" y="43780"/>
                            <a:pt x="4320" y="43863"/>
                            <a:pt x="4874" y="43974"/>
                          </a:cubicBezTo>
                          <a:cubicBezTo>
                            <a:pt x="5428" y="44057"/>
                            <a:pt x="5981" y="44112"/>
                            <a:pt x="6535" y="44112"/>
                          </a:cubicBezTo>
                          <a:cubicBezTo>
                            <a:pt x="7615" y="44112"/>
                            <a:pt x="8529" y="43752"/>
                            <a:pt x="9221" y="43060"/>
                          </a:cubicBezTo>
                          <a:cubicBezTo>
                            <a:pt x="9914" y="42340"/>
                            <a:pt x="10495" y="41509"/>
                            <a:pt x="10966" y="40512"/>
                          </a:cubicBezTo>
                          <a:cubicBezTo>
                            <a:pt x="11437" y="39516"/>
                            <a:pt x="11797" y="38463"/>
                            <a:pt x="12101" y="37383"/>
                          </a:cubicBezTo>
                          <a:cubicBezTo>
                            <a:pt x="12406" y="36303"/>
                            <a:pt x="12766" y="35390"/>
                            <a:pt x="13153" y="34642"/>
                          </a:cubicBezTo>
                          <a:lnTo>
                            <a:pt x="0" y="0"/>
                          </a:lnTo>
                          <a:lnTo>
                            <a:pt x="4375" y="0"/>
                          </a:lnTo>
                          <a:lnTo>
                            <a:pt x="15258" y="29574"/>
                          </a:lnTo>
                          <a:lnTo>
                            <a:pt x="26141" y="0"/>
                          </a:lnTo>
                          <a:lnTo>
                            <a:pt x="30405" y="0"/>
                          </a:lnTo>
                          <a:lnTo>
                            <a:pt x="17778" y="33950"/>
                          </a:lnTo>
                          <a:cubicBezTo>
                            <a:pt x="17002" y="36110"/>
                            <a:pt x="16227" y="38076"/>
                            <a:pt x="15507" y="39792"/>
                          </a:cubicBezTo>
                          <a:cubicBezTo>
                            <a:pt x="14787" y="41509"/>
                            <a:pt x="14012" y="43005"/>
                            <a:pt x="13209" y="44223"/>
                          </a:cubicBezTo>
                          <a:cubicBezTo>
                            <a:pt x="12406" y="45442"/>
                            <a:pt x="11492" y="46383"/>
                            <a:pt x="10523" y="47020"/>
                          </a:cubicBezTo>
                          <a:cubicBezTo>
                            <a:pt x="9554" y="47657"/>
                            <a:pt x="8363" y="47989"/>
                            <a:pt x="7006" y="47989"/>
                          </a:cubicBezTo>
                          <a:cubicBezTo>
                            <a:pt x="6314" y="47989"/>
                            <a:pt x="5649" y="47934"/>
                            <a:pt x="5012" y="47851"/>
                          </a:cubicBezTo>
                          <a:cubicBezTo>
                            <a:pt x="4375" y="47768"/>
                            <a:pt x="3794" y="47657"/>
                            <a:pt x="3268" y="47518"/>
                          </a:cubicBezTo>
                          <a:lnTo>
                            <a:pt x="3268" y="43725"/>
                          </a:lnTo>
                          <a:close/>
                        </a:path>
                      </a:pathLst>
                    </a:custGeom>
                    <a:solidFill>
                      <a:srgbClr val="26A6DE"/>
                    </a:solidFill>
                    <a:ln w="2767" cap="flat">
                      <a:noFill/>
                      <a:prstDash val="solid"/>
                      <a:miter/>
                    </a:ln>
                  </p:spPr>
                  <p:txBody>
                    <a:bodyPr rtlCol="0" anchor="ctr"/>
                    <a:lstStyle/>
                    <a:p>
                      <a:endParaRPr lang="en-US"/>
                    </a:p>
                  </p:txBody>
                </p:sp>
                <p:sp>
                  <p:nvSpPr>
                    <p:cNvPr id="3802" name="Freeform 3801">
                      <a:extLst>
                        <a:ext uri="{FF2B5EF4-FFF2-40B4-BE49-F238E27FC236}">
                          <a16:creationId xmlns:a16="http://schemas.microsoft.com/office/drawing/2014/main" id="{2B14E00A-7847-E20D-8574-BD16694F689F}"/>
                        </a:ext>
                      </a:extLst>
                    </p:cNvPr>
                    <p:cNvSpPr/>
                    <p:nvPr/>
                  </p:nvSpPr>
                  <p:spPr>
                    <a:xfrm>
                      <a:off x="2090606" y="4173995"/>
                      <a:ext cx="4319" cy="47878"/>
                    </a:xfrm>
                    <a:custGeom>
                      <a:avLst/>
                      <a:gdLst>
                        <a:gd name="connsiteX0" fmla="*/ 0 w 4319"/>
                        <a:gd name="connsiteY0" fmla="*/ 5926 h 47878"/>
                        <a:gd name="connsiteX1" fmla="*/ 0 w 4319"/>
                        <a:gd name="connsiteY1" fmla="*/ 0 h 47878"/>
                        <a:gd name="connsiteX2" fmla="*/ 4320 w 4319"/>
                        <a:gd name="connsiteY2" fmla="*/ 0 h 47878"/>
                        <a:gd name="connsiteX3" fmla="*/ 4320 w 4319"/>
                        <a:gd name="connsiteY3" fmla="*/ 5926 h 47878"/>
                        <a:gd name="connsiteX4" fmla="*/ 0 w 4319"/>
                        <a:gd name="connsiteY4" fmla="*/ 5926 h 47878"/>
                        <a:gd name="connsiteX5" fmla="*/ 194 w 4319"/>
                        <a:gd name="connsiteY5" fmla="*/ 47878 h 47878"/>
                        <a:gd name="connsiteX6" fmla="*/ 194 w 4319"/>
                        <a:gd name="connsiteY6" fmla="*/ 13458 h 47878"/>
                        <a:gd name="connsiteX7" fmla="*/ 4126 w 4319"/>
                        <a:gd name="connsiteY7" fmla="*/ 13458 h 47878"/>
                        <a:gd name="connsiteX8" fmla="*/ 4126 w 4319"/>
                        <a:gd name="connsiteY8" fmla="*/ 47878 h 47878"/>
                        <a:gd name="connsiteX9" fmla="*/ 194 w 4319"/>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78">
                          <a:moveTo>
                            <a:pt x="0" y="5926"/>
                          </a:moveTo>
                          <a:lnTo>
                            <a:pt x="0" y="0"/>
                          </a:lnTo>
                          <a:lnTo>
                            <a:pt x="4320" y="0"/>
                          </a:lnTo>
                          <a:lnTo>
                            <a:pt x="4320" y="5926"/>
                          </a:lnTo>
                          <a:lnTo>
                            <a:pt x="0" y="5926"/>
                          </a:lnTo>
                          <a:close/>
                          <a:moveTo>
                            <a:pt x="194" y="47878"/>
                          </a:moveTo>
                          <a:lnTo>
                            <a:pt x="194" y="13458"/>
                          </a:lnTo>
                          <a:lnTo>
                            <a:pt x="4126" y="13458"/>
                          </a:lnTo>
                          <a:lnTo>
                            <a:pt x="4126" y="47878"/>
                          </a:lnTo>
                          <a:lnTo>
                            <a:pt x="194" y="47878"/>
                          </a:lnTo>
                          <a:close/>
                        </a:path>
                      </a:pathLst>
                    </a:custGeom>
                    <a:solidFill>
                      <a:srgbClr val="26A6DE"/>
                    </a:solidFill>
                    <a:ln w="2767" cap="flat">
                      <a:noFill/>
                      <a:prstDash val="solid"/>
                      <a:miter/>
                    </a:ln>
                  </p:spPr>
                  <p:txBody>
                    <a:bodyPr rtlCol="0" anchor="ctr"/>
                    <a:lstStyle/>
                    <a:p>
                      <a:endParaRPr lang="en-US"/>
                    </a:p>
                  </p:txBody>
                </p:sp>
                <p:sp>
                  <p:nvSpPr>
                    <p:cNvPr id="3803" name="Freeform 3802">
                      <a:extLst>
                        <a:ext uri="{FF2B5EF4-FFF2-40B4-BE49-F238E27FC236}">
                          <a16:creationId xmlns:a16="http://schemas.microsoft.com/office/drawing/2014/main" id="{4171DC8B-4B78-8F4F-3F3B-6CC09E28AA0B}"/>
                        </a:ext>
                      </a:extLst>
                    </p:cNvPr>
                    <p:cNvSpPr/>
                    <p:nvPr/>
                  </p:nvSpPr>
                  <p:spPr>
                    <a:xfrm>
                      <a:off x="2103012" y="4186484"/>
                      <a:ext cx="26722" cy="36247"/>
                    </a:xfrm>
                    <a:custGeom>
                      <a:avLst/>
                      <a:gdLst>
                        <a:gd name="connsiteX0" fmla="*/ 4043 w 26722"/>
                        <a:gd name="connsiteY0" fmla="*/ 24618 h 36247"/>
                        <a:gd name="connsiteX1" fmla="*/ 7338 w 26722"/>
                        <a:gd name="connsiteY1" fmla="*/ 30904 h 36247"/>
                        <a:gd name="connsiteX2" fmla="*/ 14178 w 26722"/>
                        <a:gd name="connsiteY2" fmla="*/ 32731 h 36247"/>
                        <a:gd name="connsiteX3" fmla="*/ 17916 w 26722"/>
                        <a:gd name="connsiteY3" fmla="*/ 32205 h 36247"/>
                        <a:gd name="connsiteX4" fmla="*/ 20492 w 26722"/>
                        <a:gd name="connsiteY4" fmla="*/ 30765 h 36247"/>
                        <a:gd name="connsiteX5" fmla="*/ 22042 w 26722"/>
                        <a:gd name="connsiteY5" fmla="*/ 28744 h 36247"/>
                        <a:gd name="connsiteX6" fmla="*/ 22568 w 26722"/>
                        <a:gd name="connsiteY6" fmla="*/ 26362 h 36247"/>
                        <a:gd name="connsiteX7" fmla="*/ 20962 w 26722"/>
                        <a:gd name="connsiteY7" fmla="*/ 22596 h 36247"/>
                        <a:gd name="connsiteX8" fmla="*/ 16947 w 26722"/>
                        <a:gd name="connsiteY8" fmla="*/ 20658 h 36247"/>
                        <a:gd name="connsiteX9" fmla="*/ 11713 w 26722"/>
                        <a:gd name="connsiteY9" fmla="*/ 19467 h 36247"/>
                        <a:gd name="connsiteX10" fmla="*/ 6480 w 26722"/>
                        <a:gd name="connsiteY10" fmla="*/ 17972 h 36247"/>
                        <a:gd name="connsiteX11" fmla="*/ 2465 w 26722"/>
                        <a:gd name="connsiteY11" fmla="*/ 15120 h 36247"/>
                        <a:gd name="connsiteX12" fmla="*/ 858 w 26722"/>
                        <a:gd name="connsiteY12" fmla="*/ 9858 h 36247"/>
                        <a:gd name="connsiteX13" fmla="*/ 3960 w 26722"/>
                        <a:gd name="connsiteY13" fmla="*/ 2769 h 36247"/>
                        <a:gd name="connsiteX14" fmla="*/ 12766 w 26722"/>
                        <a:gd name="connsiteY14" fmla="*/ 0 h 36247"/>
                        <a:gd name="connsiteX15" fmla="*/ 21710 w 26722"/>
                        <a:gd name="connsiteY15" fmla="*/ 2492 h 36247"/>
                        <a:gd name="connsiteX16" fmla="*/ 25864 w 26722"/>
                        <a:gd name="connsiteY16" fmla="*/ 10827 h 36247"/>
                        <a:gd name="connsiteX17" fmla="*/ 21876 w 26722"/>
                        <a:gd name="connsiteY17" fmla="*/ 10827 h 36247"/>
                        <a:gd name="connsiteX18" fmla="*/ 18885 w 26722"/>
                        <a:gd name="connsiteY18" fmla="*/ 5206 h 36247"/>
                        <a:gd name="connsiteX19" fmla="*/ 12683 w 26722"/>
                        <a:gd name="connsiteY19" fmla="*/ 3572 h 36247"/>
                        <a:gd name="connsiteX20" fmla="*/ 6978 w 26722"/>
                        <a:gd name="connsiteY20" fmla="*/ 5206 h 36247"/>
                        <a:gd name="connsiteX21" fmla="*/ 5012 w 26722"/>
                        <a:gd name="connsiteY21" fmla="*/ 9498 h 36247"/>
                        <a:gd name="connsiteX22" fmla="*/ 6618 w 26722"/>
                        <a:gd name="connsiteY22" fmla="*/ 13043 h 36247"/>
                        <a:gd name="connsiteX23" fmla="*/ 10633 w 26722"/>
                        <a:gd name="connsiteY23" fmla="*/ 15037 h 36247"/>
                        <a:gd name="connsiteX24" fmla="*/ 15867 w 26722"/>
                        <a:gd name="connsiteY24" fmla="*/ 16393 h 36247"/>
                        <a:gd name="connsiteX25" fmla="*/ 21101 w 26722"/>
                        <a:gd name="connsiteY25" fmla="*/ 18083 h 36247"/>
                        <a:gd name="connsiteX26" fmla="*/ 25116 w 26722"/>
                        <a:gd name="connsiteY26" fmla="*/ 21045 h 36247"/>
                        <a:gd name="connsiteX27" fmla="*/ 26722 w 26722"/>
                        <a:gd name="connsiteY27" fmla="*/ 26224 h 36247"/>
                        <a:gd name="connsiteX28" fmla="*/ 25670 w 26722"/>
                        <a:gd name="connsiteY28" fmla="*/ 30571 h 36247"/>
                        <a:gd name="connsiteX29" fmla="*/ 22790 w 26722"/>
                        <a:gd name="connsiteY29" fmla="*/ 33728 h 36247"/>
                        <a:gd name="connsiteX30" fmla="*/ 18442 w 26722"/>
                        <a:gd name="connsiteY30" fmla="*/ 35611 h 36247"/>
                        <a:gd name="connsiteX31" fmla="*/ 12904 w 26722"/>
                        <a:gd name="connsiteY31" fmla="*/ 36248 h 36247"/>
                        <a:gd name="connsiteX32" fmla="*/ 7560 w 26722"/>
                        <a:gd name="connsiteY32" fmla="*/ 35362 h 36247"/>
                        <a:gd name="connsiteX33" fmla="*/ 3600 w 26722"/>
                        <a:gd name="connsiteY33" fmla="*/ 32870 h 36247"/>
                        <a:gd name="connsiteX34" fmla="*/ 1052 w 26722"/>
                        <a:gd name="connsiteY34" fmla="*/ 29159 h 36247"/>
                        <a:gd name="connsiteX35" fmla="*/ 0 w 26722"/>
                        <a:gd name="connsiteY35" fmla="*/ 24562 h 36247"/>
                        <a:gd name="connsiteX36" fmla="*/ 3988 w 26722"/>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722" h="36247">
                          <a:moveTo>
                            <a:pt x="4043" y="24618"/>
                          </a:moveTo>
                          <a:cubicBezTo>
                            <a:pt x="4652" y="27581"/>
                            <a:pt x="5760" y="29685"/>
                            <a:pt x="7338" y="30904"/>
                          </a:cubicBezTo>
                          <a:cubicBezTo>
                            <a:pt x="8944" y="32122"/>
                            <a:pt x="11215" y="32731"/>
                            <a:pt x="14178" y="32731"/>
                          </a:cubicBezTo>
                          <a:cubicBezTo>
                            <a:pt x="15618" y="32731"/>
                            <a:pt x="16864" y="32565"/>
                            <a:pt x="17916" y="32205"/>
                          </a:cubicBezTo>
                          <a:cubicBezTo>
                            <a:pt x="18969" y="31845"/>
                            <a:pt x="19827" y="31375"/>
                            <a:pt x="20492" y="30765"/>
                          </a:cubicBezTo>
                          <a:cubicBezTo>
                            <a:pt x="21156" y="30156"/>
                            <a:pt x="21682" y="29491"/>
                            <a:pt x="22042" y="28744"/>
                          </a:cubicBezTo>
                          <a:cubicBezTo>
                            <a:pt x="22402" y="27996"/>
                            <a:pt x="22568" y="27193"/>
                            <a:pt x="22568" y="26362"/>
                          </a:cubicBezTo>
                          <a:cubicBezTo>
                            <a:pt x="22568" y="24673"/>
                            <a:pt x="22042" y="23427"/>
                            <a:pt x="20962" y="22596"/>
                          </a:cubicBezTo>
                          <a:cubicBezTo>
                            <a:pt x="19882" y="21765"/>
                            <a:pt x="18553" y="21129"/>
                            <a:pt x="16947" y="20658"/>
                          </a:cubicBezTo>
                          <a:cubicBezTo>
                            <a:pt x="15341" y="20187"/>
                            <a:pt x="13596" y="19799"/>
                            <a:pt x="11713" y="19467"/>
                          </a:cubicBezTo>
                          <a:cubicBezTo>
                            <a:pt x="9830" y="19135"/>
                            <a:pt x="8086" y="18636"/>
                            <a:pt x="6480" y="17972"/>
                          </a:cubicBezTo>
                          <a:cubicBezTo>
                            <a:pt x="4874" y="17307"/>
                            <a:pt x="3517" y="16366"/>
                            <a:pt x="2465" y="15120"/>
                          </a:cubicBezTo>
                          <a:cubicBezTo>
                            <a:pt x="1385" y="13873"/>
                            <a:pt x="858" y="12129"/>
                            <a:pt x="858" y="9858"/>
                          </a:cubicBezTo>
                          <a:cubicBezTo>
                            <a:pt x="858" y="6978"/>
                            <a:pt x="1883" y="4625"/>
                            <a:pt x="3960" y="2769"/>
                          </a:cubicBezTo>
                          <a:cubicBezTo>
                            <a:pt x="6037" y="941"/>
                            <a:pt x="8972" y="0"/>
                            <a:pt x="12766" y="0"/>
                          </a:cubicBezTo>
                          <a:cubicBezTo>
                            <a:pt x="16559" y="0"/>
                            <a:pt x="19412" y="831"/>
                            <a:pt x="21710" y="2492"/>
                          </a:cubicBezTo>
                          <a:cubicBezTo>
                            <a:pt x="24008" y="4154"/>
                            <a:pt x="25393" y="6923"/>
                            <a:pt x="25864" y="10827"/>
                          </a:cubicBezTo>
                          <a:lnTo>
                            <a:pt x="21876" y="10827"/>
                          </a:lnTo>
                          <a:cubicBezTo>
                            <a:pt x="21516" y="8169"/>
                            <a:pt x="20547" y="6286"/>
                            <a:pt x="18885" y="5206"/>
                          </a:cubicBezTo>
                          <a:cubicBezTo>
                            <a:pt x="17224" y="4126"/>
                            <a:pt x="15175" y="3572"/>
                            <a:pt x="12683" y="3572"/>
                          </a:cubicBezTo>
                          <a:cubicBezTo>
                            <a:pt x="10190" y="3572"/>
                            <a:pt x="8307" y="4126"/>
                            <a:pt x="6978" y="5206"/>
                          </a:cubicBezTo>
                          <a:cubicBezTo>
                            <a:pt x="5649" y="6286"/>
                            <a:pt x="5012" y="7726"/>
                            <a:pt x="5012" y="9498"/>
                          </a:cubicBezTo>
                          <a:cubicBezTo>
                            <a:pt x="5012" y="11049"/>
                            <a:pt x="5538" y="12240"/>
                            <a:pt x="6618" y="13043"/>
                          </a:cubicBezTo>
                          <a:cubicBezTo>
                            <a:pt x="7698" y="13846"/>
                            <a:pt x="9027" y="14538"/>
                            <a:pt x="10633" y="15037"/>
                          </a:cubicBezTo>
                          <a:cubicBezTo>
                            <a:pt x="12240" y="15535"/>
                            <a:pt x="13984" y="16006"/>
                            <a:pt x="15867" y="16393"/>
                          </a:cubicBezTo>
                          <a:cubicBezTo>
                            <a:pt x="17750" y="16781"/>
                            <a:pt x="19495" y="17363"/>
                            <a:pt x="21101" y="18083"/>
                          </a:cubicBezTo>
                          <a:cubicBezTo>
                            <a:pt x="22707" y="18803"/>
                            <a:pt x="24064" y="19799"/>
                            <a:pt x="25116" y="21045"/>
                          </a:cubicBezTo>
                          <a:cubicBezTo>
                            <a:pt x="26196" y="22292"/>
                            <a:pt x="26722" y="24009"/>
                            <a:pt x="26722" y="26224"/>
                          </a:cubicBezTo>
                          <a:cubicBezTo>
                            <a:pt x="26722" y="27858"/>
                            <a:pt x="26362" y="29325"/>
                            <a:pt x="25670" y="30571"/>
                          </a:cubicBezTo>
                          <a:cubicBezTo>
                            <a:pt x="24978" y="31845"/>
                            <a:pt x="24008" y="32897"/>
                            <a:pt x="22790" y="33728"/>
                          </a:cubicBezTo>
                          <a:cubicBezTo>
                            <a:pt x="21572" y="34559"/>
                            <a:pt x="20104" y="35196"/>
                            <a:pt x="18442" y="35611"/>
                          </a:cubicBezTo>
                          <a:cubicBezTo>
                            <a:pt x="16753" y="36026"/>
                            <a:pt x="14926" y="36248"/>
                            <a:pt x="12904" y="36248"/>
                          </a:cubicBezTo>
                          <a:cubicBezTo>
                            <a:pt x="10883" y="36248"/>
                            <a:pt x="9110" y="35943"/>
                            <a:pt x="7560" y="35362"/>
                          </a:cubicBezTo>
                          <a:cubicBezTo>
                            <a:pt x="6009" y="34753"/>
                            <a:pt x="4680" y="33922"/>
                            <a:pt x="3600" y="32870"/>
                          </a:cubicBezTo>
                          <a:cubicBezTo>
                            <a:pt x="2520" y="31817"/>
                            <a:pt x="1661" y="30571"/>
                            <a:pt x="1052" y="29159"/>
                          </a:cubicBezTo>
                          <a:cubicBezTo>
                            <a:pt x="443" y="27747"/>
                            <a:pt x="83" y="26224"/>
                            <a:pt x="0" y="24562"/>
                          </a:cubicBezTo>
                          <a:lnTo>
                            <a:pt x="3988" y="24562"/>
                          </a:lnTo>
                          <a:close/>
                        </a:path>
                      </a:pathLst>
                    </a:custGeom>
                    <a:solidFill>
                      <a:srgbClr val="26A6DE"/>
                    </a:solidFill>
                    <a:ln w="2767" cap="flat">
                      <a:noFill/>
                      <a:prstDash val="solid"/>
                      <a:miter/>
                    </a:ln>
                  </p:spPr>
                  <p:txBody>
                    <a:bodyPr rtlCol="0" anchor="ctr"/>
                    <a:lstStyle/>
                    <a:p>
                      <a:endParaRPr lang="en-US"/>
                    </a:p>
                  </p:txBody>
                </p:sp>
                <p:sp>
                  <p:nvSpPr>
                    <p:cNvPr id="3804" name="Freeform 3803">
                      <a:extLst>
                        <a:ext uri="{FF2B5EF4-FFF2-40B4-BE49-F238E27FC236}">
                          <a16:creationId xmlns:a16="http://schemas.microsoft.com/office/drawing/2014/main" id="{3830F005-C8EC-9864-799A-E74D8E8DECA8}"/>
                        </a:ext>
                      </a:extLst>
                    </p:cNvPr>
                    <p:cNvSpPr/>
                    <p:nvPr/>
                  </p:nvSpPr>
                  <p:spPr>
                    <a:xfrm>
                      <a:off x="2135272" y="4186484"/>
                      <a:ext cx="31374" cy="36303"/>
                    </a:xfrm>
                    <a:custGeom>
                      <a:avLst/>
                      <a:gdLst>
                        <a:gd name="connsiteX0" fmla="*/ 15729 w 31374"/>
                        <a:gd name="connsiteY0" fmla="*/ 36303 h 36303"/>
                        <a:gd name="connsiteX1" fmla="*/ 9609 w 31374"/>
                        <a:gd name="connsiteY1" fmla="*/ 35113 h 36303"/>
                        <a:gd name="connsiteX2" fmla="*/ 4624 w 31374"/>
                        <a:gd name="connsiteY2" fmla="*/ 31735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7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0 h 36303"/>
                        <a:gd name="connsiteX28" fmla="*/ 10717 w 31374"/>
                        <a:gd name="connsiteY28" fmla="*/ 31651 h 36303"/>
                        <a:gd name="connsiteX29" fmla="*/ 15701 w 31374"/>
                        <a:gd name="connsiteY29" fmla="*/ 32704 h 36303"/>
                        <a:gd name="connsiteX30" fmla="*/ 20962 w 31374"/>
                        <a:gd name="connsiteY30" fmla="*/ 31485 h 36303"/>
                        <a:gd name="connsiteX31" fmla="*/ 24535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5"/>
                          </a:cubicBezTo>
                          <a:cubicBezTo>
                            <a:pt x="3212" y="30239"/>
                            <a:pt x="2077" y="28356"/>
                            <a:pt x="1246" y="26085"/>
                          </a:cubicBezTo>
                          <a:cubicBezTo>
                            <a:pt x="415" y="23814"/>
                            <a:pt x="0" y="21184"/>
                            <a:pt x="0" y="18166"/>
                          </a:cubicBezTo>
                          <a:cubicBezTo>
                            <a:pt x="0" y="15646"/>
                            <a:pt x="332" y="13292"/>
                            <a:pt x="969" y="11077"/>
                          </a:cubicBezTo>
                          <a:cubicBezTo>
                            <a:pt x="1634" y="8889"/>
                            <a:pt x="2603" y="6978"/>
                            <a:pt x="3904" y="5317"/>
                          </a:cubicBezTo>
                          <a:cubicBezTo>
                            <a:pt x="5206" y="3655"/>
                            <a:pt x="6840" y="2381"/>
                            <a:pt x="8806" y="1440"/>
                          </a:cubicBezTo>
                          <a:cubicBezTo>
                            <a:pt x="10772" y="499"/>
                            <a:pt x="13070" y="0"/>
                            <a:pt x="15673" y="0"/>
                          </a:cubicBezTo>
                          <a:cubicBezTo>
                            <a:pt x="18276" y="0"/>
                            <a:pt x="20658" y="471"/>
                            <a:pt x="22624" y="1440"/>
                          </a:cubicBezTo>
                          <a:cubicBezTo>
                            <a:pt x="24590" y="2409"/>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897"/>
                            <a:pt x="24036" y="34144"/>
                            <a:pt x="22098" y="35002"/>
                          </a:cubicBezTo>
                          <a:cubicBezTo>
                            <a:pt x="20159" y="35860"/>
                            <a:pt x="17999" y="36303"/>
                            <a:pt x="15646" y="36303"/>
                          </a:cubicBezTo>
                          <a:close/>
                          <a:moveTo>
                            <a:pt x="27248" y="18166"/>
                          </a:moveTo>
                          <a:cubicBezTo>
                            <a:pt x="27248" y="16117"/>
                            <a:pt x="27027" y="14233"/>
                            <a:pt x="26584" y="12461"/>
                          </a:cubicBezTo>
                          <a:cubicBezTo>
                            <a:pt x="26141" y="10689"/>
                            <a:pt x="25476" y="9138"/>
                            <a:pt x="24562" y="7837"/>
                          </a:cubicBezTo>
                          <a:cubicBezTo>
                            <a:pt x="23648" y="6535"/>
                            <a:pt x="22458" y="5511"/>
                            <a:pt x="21018" y="4735"/>
                          </a:cubicBezTo>
                          <a:cubicBezTo>
                            <a:pt x="19578" y="3988"/>
                            <a:pt x="17806" y="3600"/>
                            <a:pt x="15701" y="3600"/>
                          </a:cubicBezTo>
                          <a:cubicBezTo>
                            <a:pt x="13596" y="3600"/>
                            <a:pt x="11880" y="4015"/>
                            <a:pt x="10440" y="4818"/>
                          </a:cubicBezTo>
                          <a:cubicBezTo>
                            <a:pt x="8972" y="5649"/>
                            <a:pt x="7781" y="6729"/>
                            <a:pt x="6867" y="8086"/>
                          </a:cubicBezTo>
                          <a:cubicBezTo>
                            <a:pt x="5954" y="9443"/>
                            <a:pt x="5261" y="10993"/>
                            <a:pt x="4846" y="12738"/>
                          </a:cubicBezTo>
                          <a:cubicBezTo>
                            <a:pt x="4431" y="14483"/>
                            <a:pt x="4181" y="16283"/>
                            <a:pt x="4181" y="18166"/>
                          </a:cubicBezTo>
                          <a:cubicBezTo>
                            <a:pt x="4181" y="20298"/>
                            <a:pt x="4431" y="22264"/>
                            <a:pt x="4929" y="24036"/>
                          </a:cubicBezTo>
                          <a:cubicBezTo>
                            <a:pt x="5428" y="25836"/>
                            <a:pt x="6175" y="27359"/>
                            <a:pt x="7117" y="28660"/>
                          </a:cubicBezTo>
                          <a:cubicBezTo>
                            <a:pt x="8086" y="29935"/>
                            <a:pt x="9277" y="30931"/>
                            <a:pt x="10717" y="31651"/>
                          </a:cubicBezTo>
                          <a:cubicBezTo>
                            <a:pt x="12156" y="32371"/>
                            <a:pt x="13818" y="32704"/>
                            <a:pt x="15701" y="32704"/>
                          </a:cubicBezTo>
                          <a:cubicBezTo>
                            <a:pt x="17750" y="32704"/>
                            <a:pt x="19522" y="32288"/>
                            <a:pt x="20962" y="31485"/>
                          </a:cubicBezTo>
                          <a:cubicBezTo>
                            <a:pt x="22430" y="30655"/>
                            <a:pt x="23621" y="29574"/>
                            <a:pt x="24535" y="28190"/>
                          </a:cubicBezTo>
                          <a:cubicBezTo>
                            <a:pt x="25448" y="26805"/>
                            <a:pt x="26141" y="25254"/>
                            <a:pt x="26556" y="23538"/>
                          </a:cubicBezTo>
                          <a:cubicBezTo>
                            <a:pt x="26971" y="21821"/>
                            <a:pt x="27221" y="20021"/>
                            <a:pt x="27221" y="18166"/>
                          </a:cubicBezTo>
                          <a:close/>
                        </a:path>
                      </a:pathLst>
                    </a:custGeom>
                    <a:solidFill>
                      <a:srgbClr val="26A6DE"/>
                    </a:solidFill>
                    <a:ln w="2767" cap="flat">
                      <a:noFill/>
                      <a:prstDash val="solid"/>
                      <a:miter/>
                    </a:ln>
                  </p:spPr>
                  <p:txBody>
                    <a:bodyPr rtlCol="0" anchor="ctr"/>
                    <a:lstStyle/>
                    <a:p>
                      <a:endParaRPr lang="en-US"/>
                    </a:p>
                  </p:txBody>
                </p:sp>
                <p:sp>
                  <p:nvSpPr>
                    <p:cNvPr id="3805" name="Freeform 3804">
                      <a:extLst>
                        <a:ext uri="{FF2B5EF4-FFF2-40B4-BE49-F238E27FC236}">
                          <a16:creationId xmlns:a16="http://schemas.microsoft.com/office/drawing/2014/main" id="{1191BDE5-F07B-5ABD-FB90-CB73213D7325}"/>
                        </a:ext>
                      </a:extLst>
                    </p:cNvPr>
                    <p:cNvSpPr/>
                    <p:nvPr/>
                  </p:nvSpPr>
                  <p:spPr>
                    <a:xfrm>
                      <a:off x="2174511" y="4174023"/>
                      <a:ext cx="3932" cy="47850"/>
                    </a:xfrm>
                    <a:custGeom>
                      <a:avLst/>
                      <a:gdLst>
                        <a:gd name="connsiteX0" fmla="*/ 0 w 3932"/>
                        <a:gd name="connsiteY0" fmla="*/ 47851 h 47850"/>
                        <a:gd name="connsiteX1" fmla="*/ 0 w 3932"/>
                        <a:gd name="connsiteY1" fmla="*/ 0 h 47850"/>
                        <a:gd name="connsiteX2" fmla="*/ 3932 w 3932"/>
                        <a:gd name="connsiteY2" fmla="*/ 0 h 47850"/>
                        <a:gd name="connsiteX3" fmla="*/ 3932 w 3932"/>
                        <a:gd name="connsiteY3" fmla="*/ 47851 h 47850"/>
                        <a:gd name="connsiteX4" fmla="*/ 0 w 3932"/>
                        <a:gd name="connsiteY4" fmla="*/ 47851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2" h="47850">
                          <a:moveTo>
                            <a:pt x="0" y="47851"/>
                          </a:moveTo>
                          <a:lnTo>
                            <a:pt x="0" y="0"/>
                          </a:lnTo>
                          <a:lnTo>
                            <a:pt x="3932" y="0"/>
                          </a:lnTo>
                          <a:lnTo>
                            <a:pt x="3932" y="47851"/>
                          </a:lnTo>
                          <a:lnTo>
                            <a:pt x="0" y="47851"/>
                          </a:lnTo>
                          <a:close/>
                        </a:path>
                      </a:pathLst>
                    </a:custGeom>
                    <a:solidFill>
                      <a:srgbClr val="26A6DE"/>
                    </a:solidFill>
                    <a:ln w="2767" cap="flat">
                      <a:noFill/>
                      <a:prstDash val="solid"/>
                      <a:miter/>
                    </a:ln>
                  </p:spPr>
                  <p:txBody>
                    <a:bodyPr rtlCol="0" anchor="ctr"/>
                    <a:lstStyle/>
                    <a:p>
                      <a:endParaRPr lang="en-US"/>
                    </a:p>
                  </p:txBody>
                </p:sp>
                <p:sp>
                  <p:nvSpPr>
                    <p:cNvPr id="3806" name="Freeform 3805">
                      <a:extLst>
                        <a:ext uri="{FF2B5EF4-FFF2-40B4-BE49-F238E27FC236}">
                          <a16:creationId xmlns:a16="http://schemas.microsoft.com/office/drawing/2014/main" id="{7C7EFC7F-2FEC-0EDA-42C4-682008FA60EF}"/>
                        </a:ext>
                      </a:extLst>
                    </p:cNvPr>
                    <p:cNvSpPr/>
                    <p:nvPr/>
                  </p:nvSpPr>
                  <p:spPr>
                    <a:xfrm>
                      <a:off x="2186750" y="4186567"/>
                      <a:ext cx="31983" cy="36303"/>
                    </a:xfrm>
                    <a:custGeom>
                      <a:avLst/>
                      <a:gdLst>
                        <a:gd name="connsiteX0" fmla="*/ 17307 w 31983"/>
                        <a:gd name="connsiteY0" fmla="*/ 15230 h 36303"/>
                        <a:gd name="connsiteX1" fmla="*/ 19965 w 31983"/>
                        <a:gd name="connsiteY1" fmla="*/ 14843 h 36303"/>
                        <a:gd name="connsiteX2" fmla="*/ 22485 w 31983"/>
                        <a:gd name="connsiteY2" fmla="*/ 14123 h 36303"/>
                        <a:gd name="connsiteX3" fmla="*/ 23704 w 31983"/>
                        <a:gd name="connsiteY3" fmla="*/ 12572 h 36303"/>
                        <a:gd name="connsiteX4" fmla="*/ 23925 w 31983"/>
                        <a:gd name="connsiteY4" fmla="*/ 10550 h 36303"/>
                        <a:gd name="connsiteX5" fmla="*/ 21987 w 31983"/>
                        <a:gd name="connsiteY5" fmla="*/ 5538 h 36303"/>
                        <a:gd name="connsiteX6" fmla="*/ 15479 w 31983"/>
                        <a:gd name="connsiteY6" fmla="*/ 3572 h 36303"/>
                        <a:gd name="connsiteX7" fmla="*/ 11741 w 31983"/>
                        <a:gd name="connsiteY7" fmla="*/ 3932 h 36303"/>
                        <a:gd name="connsiteX8" fmla="*/ 8750 w 31983"/>
                        <a:gd name="connsiteY8" fmla="*/ 5206 h 36303"/>
                        <a:gd name="connsiteX9" fmla="*/ 6646 w 31983"/>
                        <a:gd name="connsiteY9" fmla="*/ 7587 h 36303"/>
                        <a:gd name="connsiteX10" fmla="*/ 5566 w 31983"/>
                        <a:gd name="connsiteY10" fmla="*/ 11353 h 36303"/>
                        <a:gd name="connsiteX11" fmla="*/ 1578 w 31983"/>
                        <a:gd name="connsiteY11" fmla="*/ 11353 h 36303"/>
                        <a:gd name="connsiteX12" fmla="*/ 2963 w 31983"/>
                        <a:gd name="connsiteY12" fmla="*/ 6147 h 36303"/>
                        <a:gd name="connsiteX13" fmla="*/ 6009 w 31983"/>
                        <a:gd name="connsiteY13" fmla="*/ 2631 h 36303"/>
                        <a:gd name="connsiteX14" fmla="*/ 10329 w 31983"/>
                        <a:gd name="connsiteY14" fmla="*/ 637 h 36303"/>
                        <a:gd name="connsiteX15" fmla="*/ 15535 w 31983"/>
                        <a:gd name="connsiteY15" fmla="*/ 0 h 36303"/>
                        <a:gd name="connsiteX16" fmla="*/ 20353 w 31983"/>
                        <a:gd name="connsiteY16" fmla="*/ 554 h 36303"/>
                        <a:gd name="connsiteX17" fmla="*/ 24285 w 31983"/>
                        <a:gd name="connsiteY17" fmla="*/ 2354 h 36303"/>
                        <a:gd name="connsiteX18" fmla="*/ 26916 w 31983"/>
                        <a:gd name="connsiteY18" fmla="*/ 5649 h 36303"/>
                        <a:gd name="connsiteX19" fmla="*/ 27857 w 31983"/>
                        <a:gd name="connsiteY19" fmla="*/ 10689 h 36303"/>
                        <a:gd name="connsiteX20" fmla="*/ 27857 w 31983"/>
                        <a:gd name="connsiteY20" fmla="*/ 29436 h 36303"/>
                        <a:gd name="connsiteX21" fmla="*/ 28688 w 31983"/>
                        <a:gd name="connsiteY21" fmla="*/ 32399 h 36303"/>
                        <a:gd name="connsiteX22" fmla="*/ 31984 w 31983"/>
                        <a:gd name="connsiteY22" fmla="*/ 32094 h 36303"/>
                        <a:gd name="connsiteX23" fmla="*/ 31984 w 31983"/>
                        <a:gd name="connsiteY23" fmla="*/ 35223 h 36303"/>
                        <a:gd name="connsiteX24" fmla="*/ 30654 w 31983"/>
                        <a:gd name="connsiteY24" fmla="*/ 35611 h 36303"/>
                        <a:gd name="connsiteX25" fmla="*/ 28910 w 31983"/>
                        <a:gd name="connsiteY25" fmla="*/ 35888 h 36303"/>
                        <a:gd name="connsiteX26" fmla="*/ 27138 w 31983"/>
                        <a:gd name="connsiteY26" fmla="*/ 35694 h 36303"/>
                        <a:gd name="connsiteX27" fmla="*/ 25559 w 31983"/>
                        <a:gd name="connsiteY27" fmla="*/ 35057 h 36303"/>
                        <a:gd name="connsiteX28" fmla="*/ 24618 w 31983"/>
                        <a:gd name="connsiteY28" fmla="*/ 33866 h 36303"/>
                        <a:gd name="connsiteX29" fmla="*/ 24119 w 31983"/>
                        <a:gd name="connsiteY29" fmla="*/ 32344 h 36303"/>
                        <a:gd name="connsiteX30" fmla="*/ 23981 w 31983"/>
                        <a:gd name="connsiteY30" fmla="*/ 30571 h 36303"/>
                        <a:gd name="connsiteX31" fmla="*/ 18276 w 31983"/>
                        <a:gd name="connsiteY31" fmla="*/ 34836 h 36303"/>
                        <a:gd name="connsiteX32" fmla="*/ 11326 w 31983"/>
                        <a:gd name="connsiteY32" fmla="*/ 36303 h 36303"/>
                        <a:gd name="connsiteX33" fmla="*/ 7034 w 31983"/>
                        <a:gd name="connsiteY33" fmla="*/ 35694 h 36303"/>
                        <a:gd name="connsiteX34" fmla="*/ 3406 w 31983"/>
                        <a:gd name="connsiteY34" fmla="*/ 33839 h 36303"/>
                        <a:gd name="connsiteX35" fmla="*/ 914 w 31983"/>
                        <a:gd name="connsiteY35" fmla="*/ 30737 h 36303"/>
                        <a:gd name="connsiteX36" fmla="*/ 0 w 31983"/>
                        <a:gd name="connsiteY36" fmla="*/ 26390 h 36303"/>
                        <a:gd name="connsiteX37" fmla="*/ 11852 w 31983"/>
                        <a:gd name="connsiteY37" fmla="*/ 16033 h 36303"/>
                        <a:gd name="connsiteX38" fmla="*/ 17279 w 31983"/>
                        <a:gd name="connsiteY38" fmla="*/ 15313 h 36303"/>
                        <a:gd name="connsiteX39" fmla="*/ 23925 w 31983"/>
                        <a:gd name="connsiteY39" fmla="*/ 17224 h 36303"/>
                        <a:gd name="connsiteX40" fmla="*/ 18886 w 31983"/>
                        <a:gd name="connsiteY40" fmla="*/ 18608 h 36303"/>
                        <a:gd name="connsiteX41" fmla="*/ 13790 w 31983"/>
                        <a:gd name="connsiteY41" fmla="*/ 19135 h 36303"/>
                        <a:gd name="connsiteX42" fmla="*/ 6757 w 31983"/>
                        <a:gd name="connsiteY42" fmla="*/ 21184 h 36303"/>
                        <a:gd name="connsiteX43" fmla="*/ 4237 w 31983"/>
                        <a:gd name="connsiteY43" fmla="*/ 26445 h 36303"/>
                        <a:gd name="connsiteX44" fmla="*/ 4874 w 31983"/>
                        <a:gd name="connsiteY44" fmla="*/ 29214 h 36303"/>
                        <a:gd name="connsiteX45" fmla="*/ 6507 w 31983"/>
                        <a:gd name="connsiteY45" fmla="*/ 31153 h 36303"/>
                        <a:gd name="connsiteX46" fmla="*/ 8861 w 31983"/>
                        <a:gd name="connsiteY46" fmla="*/ 32288 h 36303"/>
                        <a:gd name="connsiteX47" fmla="*/ 11575 w 31983"/>
                        <a:gd name="connsiteY47" fmla="*/ 32648 h 36303"/>
                        <a:gd name="connsiteX48" fmla="*/ 16172 w 31983"/>
                        <a:gd name="connsiteY48" fmla="*/ 32039 h 36303"/>
                        <a:gd name="connsiteX49" fmla="*/ 20132 w 31983"/>
                        <a:gd name="connsiteY49" fmla="*/ 30211 h 36303"/>
                        <a:gd name="connsiteX50" fmla="*/ 22928 w 31983"/>
                        <a:gd name="connsiteY50" fmla="*/ 27082 h 36303"/>
                        <a:gd name="connsiteX51" fmla="*/ 23981 w 31983"/>
                        <a:gd name="connsiteY51" fmla="*/ 22596 h 36303"/>
                        <a:gd name="connsiteX52" fmla="*/ 23981 w 31983"/>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1983" h="36303">
                          <a:moveTo>
                            <a:pt x="17307" y="15230"/>
                          </a:moveTo>
                          <a:cubicBezTo>
                            <a:pt x="18055" y="15147"/>
                            <a:pt x="18941" y="15009"/>
                            <a:pt x="19965" y="14843"/>
                          </a:cubicBezTo>
                          <a:cubicBezTo>
                            <a:pt x="20990" y="14677"/>
                            <a:pt x="21821" y="14427"/>
                            <a:pt x="22485" y="14123"/>
                          </a:cubicBezTo>
                          <a:cubicBezTo>
                            <a:pt x="23150" y="13818"/>
                            <a:pt x="23538" y="13292"/>
                            <a:pt x="23704" y="12572"/>
                          </a:cubicBezTo>
                          <a:cubicBezTo>
                            <a:pt x="23870" y="11852"/>
                            <a:pt x="23925" y="11160"/>
                            <a:pt x="23925" y="10550"/>
                          </a:cubicBezTo>
                          <a:cubicBezTo>
                            <a:pt x="23925" y="8501"/>
                            <a:pt x="23288" y="6840"/>
                            <a:pt x="21987" y="5538"/>
                          </a:cubicBezTo>
                          <a:cubicBezTo>
                            <a:pt x="20685" y="4237"/>
                            <a:pt x="18526" y="3572"/>
                            <a:pt x="15479" y="3572"/>
                          </a:cubicBezTo>
                          <a:cubicBezTo>
                            <a:pt x="14123" y="3572"/>
                            <a:pt x="12877" y="3683"/>
                            <a:pt x="11741" y="3932"/>
                          </a:cubicBezTo>
                          <a:cubicBezTo>
                            <a:pt x="10606" y="4181"/>
                            <a:pt x="9609" y="4597"/>
                            <a:pt x="8750" y="5206"/>
                          </a:cubicBezTo>
                          <a:cubicBezTo>
                            <a:pt x="7892" y="5815"/>
                            <a:pt x="7200" y="6591"/>
                            <a:pt x="6646" y="7587"/>
                          </a:cubicBezTo>
                          <a:cubicBezTo>
                            <a:pt x="6092" y="8584"/>
                            <a:pt x="5732" y="9831"/>
                            <a:pt x="5566" y="11353"/>
                          </a:cubicBezTo>
                          <a:lnTo>
                            <a:pt x="1578" y="11353"/>
                          </a:lnTo>
                          <a:cubicBezTo>
                            <a:pt x="1717" y="9304"/>
                            <a:pt x="2160" y="7587"/>
                            <a:pt x="2963" y="6147"/>
                          </a:cubicBezTo>
                          <a:cubicBezTo>
                            <a:pt x="3766" y="4707"/>
                            <a:pt x="4763" y="3545"/>
                            <a:pt x="6009" y="2631"/>
                          </a:cubicBezTo>
                          <a:cubicBezTo>
                            <a:pt x="7255" y="1717"/>
                            <a:pt x="8695" y="1052"/>
                            <a:pt x="10329" y="637"/>
                          </a:cubicBezTo>
                          <a:cubicBezTo>
                            <a:pt x="11963" y="221"/>
                            <a:pt x="13707" y="0"/>
                            <a:pt x="15535" y="0"/>
                          </a:cubicBezTo>
                          <a:cubicBezTo>
                            <a:pt x="17252" y="0"/>
                            <a:pt x="18830" y="194"/>
                            <a:pt x="20353" y="554"/>
                          </a:cubicBezTo>
                          <a:cubicBezTo>
                            <a:pt x="21849" y="941"/>
                            <a:pt x="23178" y="1523"/>
                            <a:pt x="24285" y="2354"/>
                          </a:cubicBezTo>
                          <a:cubicBezTo>
                            <a:pt x="25393" y="3185"/>
                            <a:pt x="26279" y="4265"/>
                            <a:pt x="26916" y="5649"/>
                          </a:cubicBezTo>
                          <a:cubicBezTo>
                            <a:pt x="27553" y="7034"/>
                            <a:pt x="27857" y="8695"/>
                            <a:pt x="27857" y="10689"/>
                          </a:cubicBezTo>
                          <a:lnTo>
                            <a:pt x="27857" y="29436"/>
                          </a:lnTo>
                          <a:cubicBezTo>
                            <a:pt x="27857" y="30986"/>
                            <a:pt x="28134" y="31984"/>
                            <a:pt x="28688" y="32399"/>
                          </a:cubicBezTo>
                          <a:cubicBezTo>
                            <a:pt x="29242" y="32814"/>
                            <a:pt x="30322" y="32731"/>
                            <a:pt x="31984" y="32094"/>
                          </a:cubicBezTo>
                          <a:lnTo>
                            <a:pt x="31984" y="35223"/>
                          </a:lnTo>
                          <a:cubicBezTo>
                            <a:pt x="31679" y="35306"/>
                            <a:pt x="31236" y="35445"/>
                            <a:pt x="30654" y="35611"/>
                          </a:cubicBezTo>
                          <a:cubicBezTo>
                            <a:pt x="30073" y="35777"/>
                            <a:pt x="29491" y="35888"/>
                            <a:pt x="28910" y="35888"/>
                          </a:cubicBezTo>
                          <a:cubicBezTo>
                            <a:pt x="28301" y="35888"/>
                            <a:pt x="27719" y="35832"/>
                            <a:pt x="27138" y="35694"/>
                          </a:cubicBezTo>
                          <a:cubicBezTo>
                            <a:pt x="26473" y="35611"/>
                            <a:pt x="25947" y="35390"/>
                            <a:pt x="25559" y="35057"/>
                          </a:cubicBezTo>
                          <a:cubicBezTo>
                            <a:pt x="25171" y="34725"/>
                            <a:pt x="24839" y="34337"/>
                            <a:pt x="24618" y="33866"/>
                          </a:cubicBezTo>
                          <a:cubicBezTo>
                            <a:pt x="24396" y="33396"/>
                            <a:pt x="24202" y="32897"/>
                            <a:pt x="24119" y="32344"/>
                          </a:cubicBezTo>
                          <a:cubicBezTo>
                            <a:pt x="24036" y="31790"/>
                            <a:pt x="23981" y="31208"/>
                            <a:pt x="23981" y="30571"/>
                          </a:cubicBezTo>
                          <a:cubicBezTo>
                            <a:pt x="22319" y="32426"/>
                            <a:pt x="20409" y="33839"/>
                            <a:pt x="18276" y="34836"/>
                          </a:cubicBezTo>
                          <a:cubicBezTo>
                            <a:pt x="16144" y="35805"/>
                            <a:pt x="13818" y="36303"/>
                            <a:pt x="11326" y="36303"/>
                          </a:cubicBezTo>
                          <a:cubicBezTo>
                            <a:pt x="9830" y="36303"/>
                            <a:pt x="8418" y="36110"/>
                            <a:pt x="7034" y="35694"/>
                          </a:cubicBezTo>
                          <a:cubicBezTo>
                            <a:pt x="5649" y="35306"/>
                            <a:pt x="4458" y="34670"/>
                            <a:pt x="3406" y="33839"/>
                          </a:cubicBezTo>
                          <a:cubicBezTo>
                            <a:pt x="2354" y="33008"/>
                            <a:pt x="1523" y="31956"/>
                            <a:pt x="914" y="30737"/>
                          </a:cubicBezTo>
                          <a:cubicBezTo>
                            <a:pt x="305" y="29519"/>
                            <a:pt x="0" y="28079"/>
                            <a:pt x="0" y="26390"/>
                          </a:cubicBezTo>
                          <a:cubicBezTo>
                            <a:pt x="0" y="20547"/>
                            <a:pt x="3960" y="17086"/>
                            <a:pt x="11852" y="16033"/>
                          </a:cubicBezTo>
                          <a:lnTo>
                            <a:pt x="17279" y="15313"/>
                          </a:lnTo>
                          <a:close/>
                          <a:moveTo>
                            <a:pt x="23925" y="17224"/>
                          </a:moveTo>
                          <a:cubicBezTo>
                            <a:pt x="22264" y="17944"/>
                            <a:pt x="20575" y="18387"/>
                            <a:pt x="18886" y="18608"/>
                          </a:cubicBezTo>
                          <a:cubicBezTo>
                            <a:pt x="17169" y="18830"/>
                            <a:pt x="15479" y="18996"/>
                            <a:pt x="13790" y="19135"/>
                          </a:cubicBezTo>
                          <a:cubicBezTo>
                            <a:pt x="10772" y="19356"/>
                            <a:pt x="8418" y="20049"/>
                            <a:pt x="6757" y="21184"/>
                          </a:cubicBezTo>
                          <a:cubicBezTo>
                            <a:pt x="5095" y="22319"/>
                            <a:pt x="4237" y="24091"/>
                            <a:pt x="4237" y="26445"/>
                          </a:cubicBezTo>
                          <a:cubicBezTo>
                            <a:pt x="4237" y="27498"/>
                            <a:pt x="4431" y="28439"/>
                            <a:pt x="4874" y="29214"/>
                          </a:cubicBezTo>
                          <a:cubicBezTo>
                            <a:pt x="5289" y="29990"/>
                            <a:pt x="5843" y="30626"/>
                            <a:pt x="6507" y="31153"/>
                          </a:cubicBezTo>
                          <a:cubicBezTo>
                            <a:pt x="7172" y="31651"/>
                            <a:pt x="7975" y="32039"/>
                            <a:pt x="8861" y="32288"/>
                          </a:cubicBezTo>
                          <a:cubicBezTo>
                            <a:pt x="9747" y="32537"/>
                            <a:pt x="10661" y="32648"/>
                            <a:pt x="11575" y="32648"/>
                          </a:cubicBezTo>
                          <a:cubicBezTo>
                            <a:pt x="13153" y="32648"/>
                            <a:pt x="14676" y="32454"/>
                            <a:pt x="16172" y="32039"/>
                          </a:cubicBezTo>
                          <a:cubicBezTo>
                            <a:pt x="17667" y="31651"/>
                            <a:pt x="18969" y="31042"/>
                            <a:pt x="20132" y="30211"/>
                          </a:cubicBezTo>
                          <a:cubicBezTo>
                            <a:pt x="21295" y="29380"/>
                            <a:pt x="22208" y="28356"/>
                            <a:pt x="22928" y="27082"/>
                          </a:cubicBezTo>
                          <a:cubicBezTo>
                            <a:pt x="23621" y="25808"/>
                            <a:pt x="23981" y="24313"/>
                            <a:pt x="23981" y="22596"/>
                          </a:cubicBezTo>
                          <a:lnTo>
                            <a:pt x="23981" y="17224"/>
                          </a:lnTo>
                          <a:close/>
                        </a:path>
                      </a:pathLst>
                    </a:custGeom>
                    <a:solidFill>
                      <a:srgbClr val="26A6DE"/>
                    </a:solidFill>
                    <a:ln w="2767" cap="flat">
                      <a:noFill/>
                      <a:prstDash val="solid"/>
                      <a:miter/>
                    </a:ln>
                  </p:spPr>
                  <p:txBody>
                    <a:bodyPr rtlCol="0" anchor="ctr"/>
                    <a:lstStyle/>
                    <a:p>
                      <a:endParaRPr lang="en-US"/>
                    </a:p>
                  </p:txBody>
                </p:sp>
                <p:sp>
                  <p:nvSpPr>
                    <p:cNvPr id="3807" name="Freeform 3806">
                      <a:extLst>
                        <a:ext uri="{FF2B5EF4-FFF2-40B4-BE49-F238E27FC236}">
                          <a16:creationId xmlns:a16="http://schemas.microsoft.com/office/drawing/2014/main" id="{30CCCBFE-CAEF-4763-FD12-03F875F9D547}"/>
                        </a:ext>
                      </a:extLst>
                    </p:cNvPr>
                    <p:cNvSpPr/>
                    <p:nvPr/>
                  </p:nvSpPr>
                  <p:spPr>
                    <a:xfrm>
                      <a:off x="2221420" y="4177872"/>
                      <a:ext cx="15368" cy="44942"/>
                    </a:xfrm>
                    <a:custGeom>
                      <a:avLst/>
                      <a:gdLst>
                        <a:gd name="connsiteX0" fmla="*/ 15369 w 15368"/>
                        <a:gd name="connsiteY0" fmla="*/ 44140 h 44942"/>
                        <a:gd name="connsiteX1" fmla="*/ 13458 w 15368"/>
                        <a:gd name="connsiteY1" fmla="*/ 44611 h 44942"/>
                        <a:gd name="connsiteX2" fmla="*/ 10827 w 15368"/>
                        <a:gd name="connsiteY2" fmla="*/ 44943 h 44942"/>
                        <a:gd name="connsiteX3" fmla="*/ 6341 w 15368"/>
                        <a:gd name="connsiteY3" fmla="*/ 43448 h 44942"/>
                        <a:gd name="connsiteX4" fmla="*/ 4791 w 15368"/>
                        <a:gd name="connsiteY4" fmla="*/ 38103 h 44942"/>
                        <a:gd name="connsiteX5" fmla="*/ 4791 w 15368"/>
                        <a:gd name="connsiteY5" fmla="*/ 12904 h 44942"/>
                        <a:gd name="connsiteX6" fmla="*/ 0 w 15368"/>
                        <a:gd name="connsiteY6" fmla="*/ 12904 h 44942"/>
                        <a:gd name="connsiteX7" fmla="*/ 0 w 15368"/>
                        <a:gd name="connsiteY7" fmla="*/ 9581 h 44942"/>
                        <a:gd name="connsiteX8" fmla="*/ 4791 w 15368"/>
                        <a:gd name="connsiteY8" fmla="*/ 9581 h 44942"/>
                        <a:gd name="connsiteX9" fmla="*/ 4791 w 15368"/>
                        <a:gd name="connsiteY9" fmla="*/ 0 h 44942"/>
                        <a:gd name="connsiteX10" fmla="*/ 8723 w 15368"/>
                        <a:gd name="connsiteY10" fmla="*/ 0 h 44942"/>
                        <a:gd name="connsiteX11" fmla="*/ 8723 w 15368"/>
                        <a:gd name="connsiteY11" fmla="*/ 9581 h 44942"/>
                        <a:gd name="connsiteX12" fmla="*/ 15064 w 15368"/>
                        <a:gd name="connsiteY12" fmla="*/ 9581 h 44942"/>
                        <a:gd name="connsiteX13" fmla="*/ 15064 w 15368"/>
                        <a:gd name="connsiteY13" fmla="*/ 12904 h 44942"/>
                        <a:gd name="connsiteX14" fmla="*/ 8723 w 15368"/>
                        <a:gd name="connsiteY14" fmla="*/ 12904 h 44942"/>
                        <a:gd name="connsiteX15" fmla="*/ 8723 w 15368"/>
                        <a:gd name="connsiteY15" fmla="*/ 36497 h 44942"/>
                        <a:gd name="connsiteX16" fmla="*/ 8778 w 15368"/>
                        <a:gd name="connsiteY16" fmla="*/ 38685 h 44942"/>
                        <a:gd name="connsiteX17" fmla="*/ 9166 w 15368"/>
                        <a:gd name="connsiteY17" fmla="*/ 40208 h 44942"/>
                        <a:gd name="connsiteX18" fmla="*/ 10190 w 15368"/>
                        <a:gd name="connsiteY18" fmla="*/ 41066 h 44942"/>
                        <a:gd name="connsiteX19" fmla="*/ 12129 w 15368"/>
                        <a:gd name="connsiteY19" fmla="*/ 41343 h 44942"/>
                        <a:gd name="connsiteX20" fmla="*/ 13735 w 15368"/>
                        <a:gd name="connsiteY20" fmla="*/ 41205 h 44942"/>
                        <a:gd name="connsiteX21" fmla="*/ 15341 w 15368"/>
                        <a:gd name="connsiteY21" fmla="*/ 40872 h 44942"/>
                        <a:gd name="connsiteX22" fmla="*/ 15341 w 15368"/>
                        <a:gd name="connsiteY22" fmla="*/ 44140 h 4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368" h="44942">
                          <a:moveTo>
                            <a:pt x="15369" y="44140"/>
                          </a:moveTo>
                          <a:cubicBezTo>
                            <a:pt x="14898" y="44223"/>
                            <a:pt x="14261" y="44389"/>
                            <a:pt x="13458" y="44611"/>
                          </a:cubicBezTo>
                          <a:cubicBezTo>
                            <a:pt x="12655" y="44832"/>
                            <a:pt x="11797" y="44943"/>
                            <a:pt x="10827" y="44943"/>
                          </a:cubicBezTo>
                          <a:cubicBezTo>
                            <a:pt x="8861" y="44943"/>
                            <a:pt x="7366" y="44445"/>
                            <a:pt x="6341" y="43448"/>
                          </a:cubicBezTo>
                          <a:cubicBezTo>
                            <a:pt x="5317" y="42451"/>
                            <a:pt x="4791" y="40679"/>
                            <a:pt x="4791" y="38103"/>
                          </a:cubicBezTo>
                          <a:lnTo>
                            <a:pt x="4791" y="12904"/>
                          </a:lnTo>
                          <a:lnTo>
                            <a:pt x="0" y="12904"/>
                          </a:lnTo>
                          <a:lnTo>
                            <a:pt x="0" y="9581"/>
                          </a:lnTo>
                          <a:lnTo>
                            <a:pt x="4791" y="9581"/>
                          </a:lnTo>
                          <a:lnTo>
                            <a:pt x="4791" y="0"/>
                          </a:lnTo>
                          <a:lnTo>
                            <a:pt x="8723" y="0"/>
                          </a:lnTo>
                          <a:lnTo>
                            <a:pt x="8723" y="9581"/>
                          </a:lnTo>
                          <a:lnTo>
                            <a:pt x="15064" y="9581"/>
                          </a:lnTo>
                          <a:lnTo>
                            <a:pt x="15064" y="12904"/>
                          </a:lnTo>
                          <a:lnTo>
                            <a:pt x="8723" y="12904"/>
                          </a:lnTo>
                          <a:lnTo>
                            <a:pt x="8723" y="36497"/>
                          </a:lnTo>
                          <a:cubicBezTo>
                            <a:pt x="8723" y="37328"/>
                            <a:pt x="8723" y="38076"/>
                            <a:pt x="8778" y="38685"/>
                          </a:cubicBezTo>
                          <a:cubicBezTo>
                            <a:pt x="8834" y="39294"/>
                            <a:pt x="8944" y="39820"/>
                            <a:pt x="9166" y="40208"/>
                          </a:cubicBezTo>
                          <a:cubicBezTo>
                            <a:pt x="9387" y="40596"/>
                            <a:pt x="9720" y="40900"/>
                            <a:pt x="10190" y="41066"/>
                          </a:cubicBezTo>
                          <a:cubicBezTo>
                            <a:pt x="10661" y="41232"/>
                            <a:pt x="11298" y="41343"/>
                            <a:pt x="12129" y="41343"/>
                          </a:cubicBezTo>
                          <a:cubicBezTo>
                            <a:pt x="12655" y="41343"/>
                            <a:pt x="13181" y="41288"/>
                            <a:pt x="13735" y="41205"/>
                          </a:cubicBezTo>
                          <a:cubicBezTo>
                            <a:pt x="14289" y="41122"/>
                            <a:pt x="14815" y="41011"/>
                            <a:pt x="15341" y="40872"/>
                          </a:cubicBezTo>
                          <a:lnTo>
                            <a:pt x="15341" y="44140"/>
                          </a:lnTo>
                          <a:close/>
                        </a:path>
                      </a:pathLst>
                    </a:custGeom>
                    <a:solidFill>
                      <a:srgbClr val="26A6DE"/>
                    </a:solidFill>
                    <a:ln w="2767" cap="flat">
                      <a:noFill/>
                      <a:prstDash val="solid"/>
                      <a:miter/>
                    </a:ln>
                  </p:spPr>
                  <p:txBody>
                    <a:bodyPr rtlCol="0" anchor="ctr"/>
                    <a:lstStyle/>
                    <a:p>
                      <a:endParaRPr lang="en-US"/>
                    </a:p>
                  </p:txBody>
                </p:sp>
                <p:sp>
                  <p:nvSpPr>
                    <p:cNvPr id="3808" name="Freeform 3807">
                      <a:extLst>
                        <a:ext uri="{FF2B5EF4-FFF2-40B4-BE49-F238E27FC236}">
                          <a16:creationId xmlns:a16="http://schemas.microsoft.com/office/drawing/2014/main" id="{21866AB1-7868-C084-FF19-C317CBF7A96B}"/>
                        </a:ext>
                      </a:extLst>
                    </p:cNvPr>
                    <p:cNvSpPr/>
                    <p:nvPr/>
                  </p:nvSpPr>
                  <p:spPr>
                    <a:xfrm>
                      <a:off x="2241330" y="4186539"/>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4 h 36303"/>
                        <a:gd name="connsiteX5" fmla="*/ 22209 w 30517"/>
                        <a:gd name="connsiteY5" fmla="*/ 30654 h 36303"/>
                        <a:gd name="connsiteX6" fmla="*/ 25864 w 30517"/>
                        <a:gd name="connsiteY6" fmla="*/ 24811 h 36303"/>
                        <a:gd name="connsiteX7" fmla="*/ 30239 w 30517"/>
                        <a:gd name="connsiteY7" fmla="*/ 24811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07 w 30517"/>
                        <a:gd name="connsiteY23" fmla="*/ 15729 h 36303"/>
                        <a:gd name="connsiteX24" fmla="*/ 25614 w 30517"/>
                        <a:gd name="connsiteY24" fmla="*/ 10966 h 36303"/>
                        <a:gd name="connsiteX25" fmla="*/ 23593 w 30517"/>
                        <a:gd name="connsiteY25" fmla="*/ 7117 h 36303"/>
                        <a:gd name="connsiteX26" fmla="*/ 20215 w 30517"/>
                        <a:gd name="connsiteY26" fmla="*/ 4514 h 36303"/>
                        <a:gd name="connsiteX27" fmla="*/ 15563 w 30517"/>
                        <a:gd name="connsiteY27" fmla="*/ 3545 h 36303"/>
                        <a:gd name="connsiteX28" fmla="*/ 10938 w 30517"/>
                        <a:gd name="connsiteY28" fmla="*/ 4541 h 36303"/>
                        <a:gd name="connsiteX29" fmla="*/ 7532 w 30517"/>
                        <a:gd name="connsiteY29" fmla="*/ 7200 h 36303"/>
                        <a:gd name="connsiteX30" fmla="*/ 5261 w 30517"/>
                        <a:gd name="connsiteY30" fmla="*/ 11049 h 36303"/>
                        <a:gd name="connsiteX31" fmla="*/ 4154 w 30517"/>
                        <a:gd name="connsiteY31" fmla="*/ 15701 h 36303"/>
                        <a:gd name="connsiteX32" fmla="*/ 26279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16"/>
                            <a:pt x="13707" y="32704"/>
                            <a:pt x="15590" y="32704"/>
                          </a:cubicBezTo>
                          <a:cubicBezTo>
                            <a:pt x="18166" y="32704"/>
                            <a:pt x="20381" y="32011"/>
                            <a:pt x="22209" y="30654"/>
                          </a:cubicBezTo>
                          <a:cubicBezTo>
                            <a:pt x="24036" y="29297"/>
                            <a:pt x="25255" y="27331"/>
                            <a:pt x="25864" y="24811"/>
                          </a:cubicBezTo>
                          <a:lnTo>
                            <a:pt x="30239" y="24811"/>
                          </a:lnTo>
                          <a:cubicBezTo>
                            <a:pt x="29768" y="26445"/>
                            <a:pt x="29131" y="27968"/>
                            <a:pt x="28328" y="29353"/>
                          </a:cubicBezTo>
                          <a:cubicBezTo>
                            <a:pt x="27525" y="30737"/>
                            <a:pt x="26556" y="31956"/>
                            <a:pt x="25393" y="33008"/>
                          </a:cubicBezTo>
                          <a:cubicBezTo>
                            <a:pt x="24202" y="34060"/>
                            <a:pt x="22818" y="34863"/>
                            <a:pt x="21212" y="35445"/>
                          </a:cubicBezTo>
                          <a:cubicBezTo>
                            <a:pt x="19606" y="36026"/>
                            <a:pt x="17723" y="36303"/>
                            <a:pt x="15590" y="36303"/>
                          </a:cubicBezTo>
                          <a:cubicBezTo>
                            <a:pt x="12877" y="36303"/>
                            <a:pt x="10550" y="35833"/>
                            <a:pt x="8584" y="34919"/>
                          </a:cubicBezTo>
                          <a:cubicBezTo>
                            <a:pt x="6618" y="33977"/>
                            <a:pt x="5012" y="32704"/>
                            <a:pt x="3738" y="31097"/>
                          </a:cubicBezTo>
                          <a:cubicBezTo>
                            <a:pt x="2465" y="29491"/>
                            <a:pt x="1523" y="27580"/>
                            <a:pt x="914" y="25393"/>
                          </a:cubicBezTo>
                          <a:cubicBezTo>
                            <a:pt x="305" y="23205"/>
                            <a:pt x="0" y="20852"/>
                            <a:pt x="0" y="18304"/>
                          </a:cubicBezTo>
                          <a:cubicBezTo>
                            <a:pt x="0" y="15757"/>
                            <a:pt x="360" y="13403"/>
                            <a:pt x="1080" y="11187"/>
                          </a:cubicBezTo>
                          <a:cubicBezTo>
                            <a:pt x="1800" y="8972"/>
                            <a:pt x="2825" y="7034"/>
                            <a:pt x="4154" y="5372"/>
                          </a:cubicBezTo>
                          <a:cubicBezTo>
                            <a:pt x="5483" y="3711"/>
                            <a:pt x="7117" y="2409"/>
                            <a:pt x="9027" y="1440"/>
                          </a:cubicBezTo>
                          <a:cubicBezTo>
                            <a:pt x="10938" y="471"/>
                            <a:pt x="13126" y="0"/>
                            <a:pt x="15590" y="0"/>
                          </a:cubicBezTo>
                          <a:cubicBezTo>
                            <a:pt x="20270" y="0"/>
                            <a:pt x="23925" y="1634"/>
                            <a:pt x="26584" y="4874"/>
                          </a:cubicBezTo>
                          <a:cubicBezTo>
                            <a:pt x="29242" y="8114"/>
                            <a:pt x="30571" y="12849"/>
                            <a:pt x="30516" y="19052"/>
                          </a:cubicBezTo>
                          <a:lnTo>
                            <a:pt x="4181" y="19052"/>
                          </a:lnTo>
                          <a:close/>
                          <a:moveTo>
                            <a:pt x="26307" y="15729"/>
                          </a:moveTo>
                          <a:cubicBezTo>
                            <a:pt x="26307" y="14039"/>
                            <a:pt x="26085" y="12461"/>
                            <a:pt x="25614" y="10966"/>
                          </a:cubicBezTo>
                          <a:cubicBezTo>
                            <a:pt x="25144" y="9471"/>
                            <a:pt x="24479" y="8197"/>
                            <a:pt x="23593" y="7117"/>
                          </a:cubicBezTo>
                          <a:cubicBezTo>
                            <a:pt x="22707" y="6037"/>
                            <a:pt x="21572" y="5178"/>
                            <a:pt x="20215" y="4514"/>
                          </a:cubicBezTo>
                          <a:cubicBezTo>
                            <a:pt x="18858" y="3877"/>
                            <a:pt x="17307" y="3545"/>
                            <a:pt x="15563" y="3545"/>
                          </a:cubicBezTo>
                          <a:cubicBezTo>
                            <a:pt x="13818" y="3545"/>
                            <a:pt x="12267" y="3877"/>
                            <a:pt x="10938" y="4541"/>
                          </a:cubicBezTo>
                          <a:cubicBezTo>
                            <a:pt x="9609" y="5206"/>
                            <a:pt x="8474" y="6092"/>
                            <a:pt x="7532" y="7200"/>
                          </a:cubicBezTo>
                          <a:cubicBezTo>
                            <a:pt x="6591" y="8307"/>
                            <a:pt x="5843" y="9581"/>
                            <a:pt x="5261" y="11049"/>
                          </a:cubicBezTo>
                          <a:cubicBezTo>
                            <a:pt x="4680" y="12517"/>
                            <a:pt x="4320" y="14067"/>
                            <a:pt x="4154" y="15701"/>
                          </a:cubicBezTo>
                          <a:lnTo>
                            <a:pt x="26279" y="15701"/>
                          </a:lnTo>
                          <a:close/>
                        </a:path>
                      </a:pathLst>
                    </a:custGeom>
                    <a:solidFill>
                      <a:srgbClr val="26A6DE"/>
                    </a:solidFill>
                    <a:ln w="2767" cap="flat">
                      <a:noFill/>
                      <a:prstDash val="solid"/>
                      <a:miter/>
                    </a:ln>
                  </p:spPr>
                  <p:txBody>
                    <a:bodyPr rtlCol="0" anchor="ctr"/>
                    <a:lstStyle/>
                    <a:p>
                      <a:endParaRPr lang="en-US"/>
                    </a:p>
                  </p:txBody>
                </p:sp>
                <p:sp>
                  <p:nvSpPr>
                    <p:cNvPr id="3809" name="Freeform 3808">
                      <a:extLst>
                        <a:ext uri="{FF2B5EF4-FFF2-40B4-BE49-F238E27FC236}">
                          <a16:creationId xmlns:a16="http://schemas.microsoft.com/office/drawing/2014/main" id="{034B7DDD-9D85-195D-AC6B-BEF73F9532B7}"/>
                        </a:ext>
                      </a:extLst>
                    </p:cNvPr>
                    <p:cNvSpPr/>
                    <p:nvPr/>
                  </p:nvSpPr>
                  <p:spPr>
                    <a:xfrm>
                      <a:off x="2278492" y="4174023"/>
                      <a:ext cx="31152" cy="48792"/>
                    </a:xfrm>
                    <a:custGeom>
                      <a:avLst/>
                      <a:gdLst>
                        <a:gd name="connsiteX0" fmla="*/ 27221 w 31152"/>
                        <a:gd name="connsiteY0" fmla="*/ 0 h 48792"/>
                        <a:gd name="connsiteX1" fmla="*/ 31153 w 31152"/>
                        <a:gd name="connsiteY1" fmla="*/ 0 h 48792"/>
                        <a:gd name="connsiteX2" fmla="*/ 31153 w 31152"/>
                        <a:gd name="connsiteY2" fmla="*/ 47851 h 48792"/>
                        <a:gd name="connsiteX3" fmla="*/ 27221 w 31152"/>
                        <a:gd name="connsiteY3" fmla="*/ 47851 h 48792"/>
                        <a:gd name="connsiteX4" fmla="*/ 27221 w 31152"/>
                        <a:gd name="connsiteY4" fmla="*/ 41814 h 48792"/>
                        <a:gd name="connsiteX5" fmla="*/ 27082 w 31152"/>
                        <a:gd name="connsiteY5" fmla="*/ 41814 h 48792"/>
                        <a:gd name="connsiteX6" fmla="*/ 24894 w 31152"/>
                        <a:gd name="connsiteY6" fmla="*/ 44832 h 48792"/>
                        <a:gd name="connsiteX7" fmla="*/ 21959 w 31152"/>
                        <a:gd name="connsiteY7" fmla="*/ 46992 h 48792"/>
                        <a:gd name="connsiteX8" fmla="*/ 18664 w 31152"/>
                        <a:gd name="connsiteY8" fmla="*/ 48322 h 48792"/>
                        <a:gd name="connsiteX9" fmla="*/ 15313 w 31152"/>
                        <a:gd name="connsiteY9" fmla="*/ 48792 h 48792"/>
                        <a:gd name="connsiteX10" fmla="*/ 8307 w 31152"/>
                        <a:gd name="connsiteY10" fmla="*/ 47408 h 48792"/>
                        <a:gd name="connsiteX11" fmla="*/ 3572 w 31152"/>
                        <a:gd name="connsiteY11" fmla="*/ 43586 h 48792"/>
                        <a:gd name="connsiteX12" fmla="*/ 858 w 31152"/>
                        <a:gd name="connsiteY12" fmla="*/ 37826 h 48792"/>
                        <a:gd name="connsiteX13" fmla="*/ 0 w 31152"/>
                        <a:gd name="connsiteY13" fmla="*/ 30710 h 48792"/>
                        <a:gd name="connsiteX14" fmla="*/ 914 w 31152"/>
                        <a:gd name="connsiteY14" fmla="*/ 23787 h 48792"/>
                        <a:gd name="connsiteX15" fmla="*/ 3683 w 31152"/>
                        <a:gd name="connsiteY15" fmla="*/ 17972 h 48792"/>
                        <a:gd name="connsiteX16" fmla="*/ 8390 w 31152"/>
                        <a:gd name="connsiteY16" fmla="*/ 13984 h 48792"/>
                        <a:gd name="connsiteX17" fmla="*/ 15092 w 31152"/>
                        <a:gd name="connsiteY17" fmla="*/ 12489 h 48792"/>
                        <a:gd name="connsiteX18" fmla="*/ 22015 w 31152"/>
                        <a:gd name="connsiteY18" fmla="*/ 14123 h 48792"/>
                        <a:gd name="connsiteX19" fmla="*/ 27221 w 31152"/>
                        <a:gd name="connsiteY19" fmla="*/ 18941 h 48792"/>
                        <a:gd name="connsiteX20" fmla="*/ 27221 w 31152"/>
                        <a:gd name="connsiteY20" fmla="*/ 0 h 48792"/>
                        <a:gd name="connsiteX21" fmla="*/ 27221 w 31152"/>
                        <a:gd name="connsiteY21" fmla="*/ 30488 h 48792"/>
                        <a:gd name="connsiteX22" fmla="*/ 26445 w 31152"/>
                        <a:gd name="connsiteY22" fmla="*/ 24950 h 48792"/>
                        <a:gd name="connsiteX23" fmla="*/ 24175 w 31152"/>
                        <a:gd name="connsiteY23" fmla="*/ 20353 h 48792"/>
                        <a:gd name="connsiteX24" fmla="*/ 20575 w 31152"/>
                        <a:gd name="connsiteY24" fmla="*/ 17224 h 48792"/>
                        <a:gd name="connsiteX25" fmla="*/ 15756 w 31152"/>
                        <a:gd name="connsiteY25" fmla="*/ 16061 h 48792"/>
                        <a:gd name="connsiteX26" fmla="*/ 10440 w 31152"/>
                        <a:gd name="connsiteY26" fmla="*/ 17279 h 48792"/>
                        <a:gd name="connsiteX27" fmla="*/ 6784 w 31152"/>
                        <a:gd name="connsiteY27" fmla="*/ 20630 h 48792"/>
                        <a:gd name="connsiteX28" fmla="*/ 4680 w 31152"/>
                        <a:gd name="connsiteY28" fmla="*/ 25587 h 48792"/>
                        <a:gd name="connsiteX29" fmla="*/ 4154 w 31152"/>
                        <a:gd name="connsiteY29" fmla="*/ 31679 h 48792"/>
                        <a:gd name="connsiteX30" fmla="*/ 5040 w 31152"/>
                        <a:gd name="connsiteY30" fmla="*/ 37439 h 48792"/>
                        <a:gd name="connsiteX31" fmla="*/ 7504 w 31152"/>
                        <a:gd name="connsiteY31" fmla="*/ 41648 h 48792"/>
                        <a:gd name="connsiteX32" fmla="*/ 11160 w 31152"/>
                        <a:gd name="connsiteY32" fmla="*/ 44278 h 48792"/>
                        <a:gd name="connsiteX33" fmla="*/ 15756 w 31152"/>
                        <a:gd name="connsiteY33" fmla="*/ 45165 h 48792"/>
                        <a:gd name="connsiteX34" fmla="*/ 20658 w 31152"/>
                        <a:gd name="connsiteY34" fmla="*/ 44029 h 48792"/>
                        <a:gd name="connsiteX35" fmla="*/ 24258 w 31152"/>
                        <a:gd name="connsiteY35" fmla="*/ 40928 h 48792"/>
                        <a:gd name="connsiteX36" fmla="*/ 26445 w 31152"/>
                        <a:gd name="connsiteY36" fmla="*/ 36276 h 48792"/>
                        <a:gd name="connsiteX37" fmla="*/ 27193 w 31152"/>
                        <a:gd name="connsiteY37" fmla="*/ 30460 h 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792">
                          <a:moveTo>
                            <a:pt x="27221" y="0"/>
                          </a:moveTo>
                          <a:lnTo>
                            <a:pt x="31153" y="0"/>
                          </a:lnTo>
                          <a:lnTo>
                            <a:pt x="31153" y="47851"/>
                          </a:lnTo>
                          <a:lnTo>
                            <a:pt x="27221" y="47851"/>
                          </a:lnTo>
                          <a:lnTo>
                            <a:pt x="27221" y="41814"/>
                          </a:lnTo>
                          <a:lnTo>
                            <a:pt x="27082" y="41814"/>
                          </a:lnTo>
                          <a:cubicBezTo>
                            <a:pt x="26501" y="42977"/>
                            <a:pt x="25781" y="43974"/>
                            <a:pt x="24894" y="44832"/>
                          </a:cubicBezTo>
                          <a:cubicBezTo>
                            <a:pt x="24008" y="45691"/>
                            <a:pt x="23011" y="46411"/>
                            <a:pt x="21959" y="46992"/>
                          </a:cubicBezTo>
                          <a:cubicBezTo>
                            <a:pt x="20879" y="47574"/>
                            <a:pt x="19799" y="48017"/>
                            <a:pt x="18664" y="48322"/>
                          </a:cubicBezTo>
                          <a:cubicBezTo>
                            <a:pt x="17529" y="48626"/>
                            <a:pt x="16421" y="48792"/>
                            <a:pt x="15313" y="48792"/>
                          </a:cubicBezTo>
                          <a:cubicBezTo>
                            <a:pt x="12572" y="48792"/>
                            <a:pt x="10218" y="48322"/>
                            <a:pt x="8307" y="47408"/>
                          </a:cubicBezTo>
                          <a:cubicBezTo>
                            <a:pt x="6397" y="46494"/>
                            <a:pt x="4791" y="45192"/>
                            <a:pt x="3572" y="43586"/>
                          </a:cubicBezTo>
                          <a:cubicBezTo>
                            <a:pt x="2326" y="41980"/>
                            <a:pt x="1412" y="40042"/>
                            <a:pt x="858" y="37826"/>
                          </a:cubicBezTo>
                          <a:cubicBezTo>
                            <a:pt x="305" y="35611"/>
                            <a:pt x="0" y="33230"/>
                            <a:pt x="0" y="30710"/>
                          </a:cubicBezTo>
                          <a:cubicBezTo>
                            <a:pt x="0" y="28328"/>
                            <a:pt x="305" y="26002"/>
                            <a:pt x="914" y="23787"/>
                          </a:cubicBezTo>
                          <a:cubicBezTo>
                            <a:pt x="1523" y="21572"/>
                            <a:pt x="2464" y="19633"/>
                            <a:pt x="3683" y="17972"/>
                          </a:cubicBezTo>
                          <a:cubicBezTo>
                            <a:pt x="4929" y="16310"/>
                            <a:pt x="6507" y="14981"/>
                            <a:pt x="8390" y="13984"/>
                          </a:cubicBezTo>
                          <a:cubicBezTo>
                            <a:pt x="10301" y="12987"/>
                            <a:pt x="12516" y="12489"/>
                            <a:pt x="15092" y="12489"/>
                          </a:cubicBezTo>
                          <a:cubicBezTo>
                            <a:pt x="17501" y="12489"/>
                            <a:pt x="19799" y="13043"/>
                            <a:pt x="22015" y="14123"/>
                          </a:cubicBezTo>
                          <a:cubicBezTo>
                            <a:pt x="24230" y="15203"/>
                            <a:pt x="25947" y="16809"/>
                            <a:pt x="27221" y="18941"/>
                          </a:cubicBezTo>
                          <a:lnTo>
                            <a:pt x="27221" y="0"/>
                          </a:lnTo>
                          <a:close/>
                          <a:moveTo>
                            <a:pt x="27221" y="30488"/>
                          </a:moveTo>
                          <a:cubicBezTo>
                            <a:pt x="27221" y="28550"/>
                            <a:pt x="26971" y="26694"/>
                            <a:pt x="26445" y="24950"/>
                          </a:cubicBezTo>
                          <a:cubicBezTo>
                            <a:pt x="25919" y="23205"/>
                            <a:pt x="25171" y="21683"/>
                            <a:pt x="24175" y="20353"/>
                          </a:cubicBezTo>
                          <a:cubicBezTo>
                            <a:pt x="23205" y="19052"/>
                            <a:pt x="21987" y="17999"/>
                            <a:pt x="20575" y="17224"/>
                          </a:cubicBezTo>
                          <a:cubicBezTo>
                            <a:pt x="19162" y="16449"/>
                            <a:pt x="17556" y="16061"/>
                            <a:pt x="15756" y="16061"/>
                          </a:cubicBezTo>
                          <a:cubicBezTo>
                            <a:pt x="13707" y="16061"/>
                            <a:pt x="11935" y="16477"/>
                            <a:pt x="10440" y="17279"/>
                          </a:cubicBezTo>
                          <a:cubicBezTo>
                            <a:pt x="8944" y="18110"/>
                            <a:pt x="7726" y="19218"/>
                            <a:pt x="6784" y="20630"/>
                          </a:cubicBezTo>
                          <a:cubicBezTo>
                            <a:pt x="5815" y="22043"/>
                            <a:pt x="5123" y="23704"/>
                            <a:pt x="4680" y="25587"/>
                          </a:cubicBezTo>
                          <a:cubicBezTo>
                            <a:pt x="4237" y="27470"/>
                            <a:pt x="4071" y="29491"/>
                            <a:pt x="4154" y="31679"/>
                          </a:cubicBezTo>
                          <a:cubicBezTo>
                            <a:pt x="4154" y="33839"/>
                            <a:pt x="4458" y="35777"/>
                            <a:pt x="5040" y="37439"/>
                          </a:cubicBezTo>
                          <a:cubicBezTo>
                            <a:pt x="5621" y="39100"/>
                            <a:pt x="6452" y="40512"/>
                            <a:pt x="7504" y="41648"/>
                          </a:cubicBezTo>
                          <a:cubicBezTo>
                            <a:pt x="8557" y="42811"/>
                            <a:pt x="9775" y="43669"/>
                            <a:pt x="11160" y="44278"/>
                          </a:cubicBezTo>
                          <a:cubicBezTo>
                            <a:pt x="12544" y="44888"/>
                            <a:pt x="14095" y="45165"/>
                            <a:pt x="15756" y="45165"/>
                          </a:cubicBezTo>
                          <a:cubicBezTo>
                            <a:pt x="17584" y="45165"/>
                            <a:pt x="19218" y="44777"/>
                            <a:pt x="20658" y="44029"/>
                          </a:cubicBezTo>
                          <a:cubicBezTo>
                            <a:pt x="22098" y="43282"/>
                            <a:pt x="23288" y="42257"/>
                            <a:pt x="24258" y="40928"/>
                          </a:cubicBezTo>
                          <a:cubicBezTo>
                            <a:pt x="25227" y="39626"/>
                            <a:pt x="25947" y="38076"/>
                            <a:pt x="26445" y="36276"/>
                          </a:cubicBezTo>
                          <a:cubicBezTo>
                            <a:pt x="26944" y="34476"/>
                            <a:pt x="27193" y="32537"/>
                            <a:pt x="27193" y="30460"/>
                          </a:cubicBezTo>
                          <a:close/>
                        </a:path>
                      </a:pathLst>
                    </a:custGeom>
                    <a:solidFill>
                      <a:srgbClr val="26A6DE"/>
                    </a:solidFill>
                    <a:ln w="2767" cap="flat">
                      <a:noFill/>
                      <a:prstDash val="solid"/>
                      <a:miter/>
                    </a:ln>
                  </p:spPr>
                  <p:txBody>
                    <a:bodyPr rtlCol="0" anchor="ctr"/>
                    <a:lstStyle/>
                    <a:p>
                      <a:endParaRPr lang="en-US"/>
                    </a:p>
                  </p:txBody>
                </p:sp>
              </p:grpSp>
              <p:sp>
                <p:nvSpPr>
                  <p:cNvPr id="3791" name="Freeform 3790">
                    <a:extLst>
                      <a:ext uri="{FF2B5EF4-FFF2-40B4-BE49-F238E27FC236}">
                        <a16:creationId xmlns:a16="http://schemas.microsoft.com/office/drawing/2014/main" id="{867AD067-BEF4-684E-5F8C-AEF69EC2CF96}"/>
                      </a:ext>
                    </a:extLst>
                  </p:cNvPr>
                  <p:cNvSpPr/>
                  <p:nvPr/>
                </p:nvSpPr>
                <p:spPr>
                  <a:xfrm>
                    <a:off x="1647323" y="4203292"/>
                    <a:ext cx="83434" cy="2769"/>
                  </a:xfrm>
                  <a:custGeom>
                    <a:avLst/>
                    <a:gdLst>
                      <a:gd name="connsiteX0" fmla="*/ 0 w 83434"/>
                      <a:gd name="connsiteY0" fmla="*/ 0 h 2769"/>
                      <a:gd name="connsiteX1" fmla="*/ 83434 w 83434"/>
                      <a:gd name="connsiteY1" fmla="*/ 0 h 2769"/>
                    </a:gdLst>
                    <a:ahLst/>
                    <a:cxnLst>
                      <a:cxn ang="0">
                        <a:pos x="connsiteX0" y="connsiteY0"/>
                      </a:cxn>
                      <a:cxn ang="0">
                        <a:pos x="connsiteX1" y="connsiteY1"/>
                      </a:cxn>
                    </a:cxnLst>
                    <a:rect l="l" t="t" r="r" b="b"/>
                    <a:pathLst>
                      <a:path w="83434" h="2769">
                        <a:moveTo>
                          <a:pt x="0" y="0"/>
                        </a:moveTo>
                        <a:lnTo>
                          <a:pt x="83434" y="0"/>
                        </a:lnTo>
                      </a:path>
                    </a:pathLst>
                  </a:custGeom>
                  <a:ln w="5534" cap="flat">
                    <a:solidFill>
                      <a:srgbClr val="26A6DE"/>
                    </a:solidFill>
                    <a:prstDash val="solid"/>
                    <a:miter/>
                  </a:ln>
                </p:spPr>
                <p:txBody>
                  <a:bodyPr rtlCol="0" anchor="ctr"/>
                  <a:lstStyle/>
                  <a:p>
                    <a:endParaRPr lang="en-US"/>
                  </a:p>
                </p:txBody>
              </p:sp>
            </p:grpSp>
          </p:grpSp>
          <p:grpSp>
            <p:nvGrpSpPr>
              <p:cNvPr id="26" name="Group 25">
                <a:extLst>
                  <a:ext uri="{FF2B5EF4-FFF2-40B4-BE49-F238E27FC236}">
                    <a16:creationId xmlns:a16="http://schemas.microsoft.com/office/drawing/2014/main" id="{4C7BABC3-C7C9-6D95-FB8F-6A121FE116FD}"/>
                  </a:ext>
                </a:extLst>
              </p:cNvPr>
              <p:cNvGrpSpPr/>
              <p:nvPr/>
            </p:nvGrpSpPr>
            <p:grpSpPr>
              <a:xfrm>
                <a:off x="1617146" y="1567033"/>
                <a:ext cx="8791484" cy="1957093"/>
                <a:chOff x="1374810" y="1586970"/>
                <a:chExt cx="9590710" cy="2135010"/>
              </a:xfrm>
            </p:grpSpPr>
            <p:grpSp>
              <p:nvGrpSpPr>
                <p:cNvPr id="3580" name="Graphic 14">
                  <a:extLst>
                    <a:ext uri="{FF2B5EF4-FFF2-40B4-BE49-F238E27FC236}">
                      <a16:creationId xmlns:a16="http://schemas.microsoft.com/office/drawing/2014/main" id="{A157A288-7562-E3EA-82B4-B73502F596C1}"/>
                    </a:ext>
                  </a:extLst>
                </p:cNvPr>
                <p:cNvGrpSpPr/>
                <p:nvPr/>
              </p:nvGrpSpPr>
              <p:grpSpPr>
                <a:xfrm>
                  <a:off x="1429917" y="3540866"/>
                  <a:ext cx="2618117" cy="181114"/>
                  <a:chOff x="1650674" y="2895209"/>
                  <a:chExt cx="706516" cy="48875"/>
                </a:xfrm>
                <a:solidFill>
                  <a:srgbClr val="26A6DE"/>
                </a:solidFill>
              </p:grpSpPr>
              <p:grpSp>
                <p:nvGrpSpPr>
                  <p:cNvPr id="3581" name="Graphic 14">
                    <a:extLst>
                      <a:ext uri="{FF2B5EF4-FFF2-40B4-BE49-F238E27FC236}">
                        <a16:creationId xmlns:a16="http://schemas.microsoft.com/office/drawing/2014/main" id="{5C4EABCB-4BA9-ADB1-626A-64E4C923B574}"/>
                      </a:ext>
                    </a:extLst>
                  </p:cNvPr>
                  <p:cNvGrpSpPr/>
                  <p:nvPr/>
                </p:nvGrpSpPr>
                <p:grpSpPr>
                  <a:xfrm>
                    <a:off x="1775202" y="2895209"/>
                    <a:ext cx="581988" cy="48875"/>
                    <a:chOff x="1775202" y="2895209"/>
                    <a:chExt cx="581988" cy="48875"/>
                  </a:xfrm>
                  <a:solidFill>
                    <a:srgbClr val="26A6DE"/>
                  </a:solidFill>
                </p:grpSpPr>
                <p:sp>
                  <p:nvSpPr>
                    <p:cNvPr id="3583" name="Freeform 3582">
                      <a:extLst>
                        <a:ext uri="{FF2B5EF4-FFF2-40B4-BE49-F238E27FC236}">
                          <a16:creationId xmlns:a16="http://schemas.microsoft.com/office/drawing/2014/main" id="{FD4CA148-AB3C-9A81-40E0-CCB22DCCBF15}"/>
                        </a:ext>
                      </a:extLst>
                    </p:cNvPr>
                    <p:cNvSpPr/>
                    <p:nvPr/>
                  </p:nvSpPr>
                  <p:spPr>
                    <a:xfrm>
                      <a:off x="1775202" y="2907725"/>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3 h 36303"/>
                        <a:gd name="connsiteX5" fmla="*/ 22208 w 30517"/>
                        <a:gd name="connsiteY5" fmla="*/ 30654 h 36303"/>
                        <a:gd name="connsiteX6" fmla="*/ 25864 w 30517"/>
                        <a:gd name="connsiteY6" fmla="*/ 24812 h 36303"/>
                        <a:gd name="connsiteX7" fmla="*/ 30239 w 30517"/>
                        <a:gd name="connsiteY7" fmla="*/ 24812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07 w 30517"/>
                        <a:gd name="connsiteY23" fmla="*/ 15729 h 36303"/>
                        <a:gd name="connsiteX24" fmla="*/ 25614 w 30517"/>
                        <a:gd name="connsiteY24" fmla="*/ 10966 h 36303"/>
                        <a:gd name="connsiteX25" fmla="*/ 23593 w 30517"/>
                        <a:gd name="connsiteY25" fmla="*/ 7117 h 36303"/>
                        <a:gd name="connsiteX26" fmla="*/ 20215 w 30517"/>
                        <a:gd name="connsiteY26" fmla="*/ 4514 h 36303"/>
                        <a:gd name="connsiteX27" fmla="*/ 15563 w 30517"/>
                        <a:gd name="connsiteY27" fmla="*/ 3545 h 36303"/>
                        <a:gd name="connsiteX28" fmla="*/ 10938 w 30517"/>
                        <a:gd name="connsiteY28" fmla="*/ 4541 h 36303"/>
                        <a:gd name="connsiteX29" fmla="*/ 7532 w 30517"/>
                        <a:gd name="connsiteY29" fmla="*/ 7200 h 36303"/>
                        <a:gd name="connsiteX30" fmla="*/ 5261 w 30517"/>
                        <a:gd name="connsiteY30" fmla="*/ 11049 h 36303"/>
                        <a:gd name="connsiteX31" fmla="*/ 4154 w 30517"/>
                        <a:gd name="connsiteY31" fmla="*/ 15701 h 36303"/>
                        <a:gd name="connsiteX32" fmla="*/ 26279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43"/>
                            <a:pt x="13707" y="32703"/>
                            <a:pt x="15590" y="32703"/>
                          </a:cubicBezTo>
                          <a:cubicBezTo>
                            <a:pt x="18166" y="32703"/>
                            <a:pt x="20381" y="32011"/>
                            <a:pt x="22208" y="30654"/>
                          </a:cubicBezTo>
                          <a:cubicBezTo>
                            <a:pt x="24036" y="29270"/>
                            <a:pt x="25254" y="27331"/>
                            <a:pt x="25864" y="24812"/>
                          </a:cubicBezTo>
                          <a:lnTo>
                            <a:pt x="30239" y="24812"/>
                          </a:lnTo>
                          <a:cubicBezTo>
                            <a:pt x="29768" y="26445"/>
                            <a:pt x="29131" y="27968"/>
                            <a:pt x="28328" y="29353"/>
                          </a:cubicBezTo>
                          <a:cubicBezTo>
                            <a:pt x="27525" y="30737"/>
                            <a:pt x="26556" y="31956"/>
                            <a:pt x="25393" y="33008"/>
                          </a:cubicBezTo>
                          <a:cubicBezTo>
                            <a:pt x="24202" y="34060"/>
                            <a:pt x="22818" y="34863"/>
                            <a:pt x="21212" y="35445"/>
                          </a:cubicBezTo>
                          <a:cubicBezTo>
                            <a:pt x="19605" y="36026"/>
                            <a:pt x="17722" y="36303"/>
                            <a:pt x="15590" y="36303"/>
                          </a:cubicBezTo>
                          <a:cubicBezTo>
                            <a:pt x="12876" y="36303"/>
                            <a:pt x="10550" y="35833"/>
                            <a:pt x="8584" y="34919"/>
                          </a:cubicBezTo>
                          <a:cubicBezTo>
                            <a:pt x="6618" y="33977"/>
                            <a:pt x="5012" y="32703"/>
                            <a:pt x="3738" y="31097"/>
                          </a:cubicBezTo>
                          <a:cubicBezTo>
                            <a:pt x="2465" y="29491"/>
                            <a:pt x="1523" y="27581"/>
                            <a:pt x="914" y="25393"/>
                          </a:cubicBezTo>
                          <a:cubicBezTo>
                            <a:pt x="305" y="23205"/>
                            <a:pt x="0" y="20852"/>
                            <a:pt x="0" y="18304"/>
                          </a:cubicBezTo>
                          <a:cubicBezTo>
                            <a:pt x="0" y="15756"/>
                            <a:pt x="360" y="13403"/>
                            <a:pt x="1080" y="11187"/>
                          </a:cubicBezTo>
                          <a:cubicBezTo>
                            <a:pt x="1800" y="8972"/>
                            <a:pt x="2825" y="7034"/>
                            <a:pt x="4154" y="5372"/>
                          </a:cubicBezTo>
                          <a:cubicBezTo>
                            <a:pt x="5483" y="3711"/>
                            <a:pt x="7117" y="2409"/>
                            <a:pt x="9027" y="1440"/>
                          </a:cubicBezTo>
                          <a:cubicBezTo>
                            <a:pt x="10938" y="498"/>
                            <a:pt x="13126" y="0"/>
                            <a:pt x="15590" y="0"/>
                          </a:cubicBezTo>
                          <a:cubicBezTo>
                            <a:pt x="20270" y="0"/>
                            <a:pt x="23925" y="1634"/>
                            <a:pt x="26584" y="4874"/>
                          </a:cubicBezTo>
                          <a:cubicBezTo>
                            <a:pt x="29242" y="8141"/>
                            <a:pt x="30571" y="12849"/>
                            <a:pt x="30516" y="19052"/>
                          </a:cubicBezTo>
                          <a:lnTo>
                            <a:pt x="4181" y="19052"/>
                          </a:lnTo>
                          <a:close/>
                          <a:moveTo>
                            <a:pt x="26307" y="15729"/>
                          </a:moveTo>
                          <a:cubicBezTo>
                            <a:pt x="26307" y="14040"/>
                            <a:pt x="26085" y="12461"/>
                            <a:pt x="25614" y="10966"/>
                          </a:cubicBezTo>
                          <a:cubicBezTo>
                            <a:pt x="25144" y="9470"/>
                            <a:pt x="24479" y="8197"/>
                            <a:pt x="23593" y="7117"/>
                          </a:cubicBezTo>
                          <a:cubicBezTo>
                            <a:pt x="22707" y="6037"/>
                            <a:pt x="21572" y="5178"/>
                            <a:pt x="20215" y="4514"/>
                          </a:cubicBezTo>
                          <a:cubicBezTo>
                            <a:pt x="18858" y="3877"/>
                            <a:pt x="17307" y="3545"/>
                            <a:pt x="15563" y="3545"/>
                          </a:cubicBezTo>
                          <a:cubicBezTo>
                            <a:pt x="13818" y="3545"/>
                            <a:pt x="12267" y="3877"/>
                            <a:pt x="10938" y="4541"/>
                          </a:cubicBezTo>
                          <a:cubicBezTo>
                            <a:pt x="9609" y="5206"/>
                            <a:pt x="8474" y="6092"/>
                            <a:pt x="7532" y="7200"/>
                          </a:cubicBezTo>
                          <a:cubicBezTo>
                            <a:pt x="6591" y="8307"/>
                            <a:pt x="5843" y="9581"/>
                            <a:pt x="5261" y="11049"/>
                          </a:cubicBezTo>
                          <a:cubicBezTo>
                            <a:pt x="4680" y="12517"/>
                            <a:pt x="4320" y="14067"/>
                            <a:pt x="4154" y="15701"/>
                          </a:cubicBezTo>
                          <a:lnTo>
                            <a:pt x="26279" y="1570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84" name="Freeform 3583">
                      <a:extLst>
                        <a:ext uri="{FF2B5EF4-FFF2-40B4-BE49-F238E27FC236}">
                          <a16:creationId xmlns:a16="http://schemas.microsoft.com/office/drawing/2014/main" id="{5E42F869-01C6-76EC-95A9-2D8F203019DB}"/>
                        </a:ext>
                      </a:extLst>
                    </p:cNvPr>
                    <p:cNvSpPr/>
                    <p:nvPr/>
                  </p:nvSpPr>
                  <p:spPr>
                    <a:xfrm>
                      <a:off x="1813360" y="2907698"/>
                      <a:ext cx="26915" cy="35389"/>
                    </a:xfrm>
                    <a:custGeom>
                      <a:avLst/>
                      <a:gdLst>
                        <a:gd name="connsiteX0" fmla="*/ 3932 w 26915"/>
                        <a:gd name="connsiteY0" fmla="*/ 35362 h 35389"/>
                        <a:gd name="connsiteX1" fmla="*/ 0 w 26915"/>
                        <a:gd name="connsiteY1" fmla="*/ 35362 h 35389"/>
                        <a:gd name="connsiteX2" fmla="*/ 0 w 26915"/>
                        <a:gd name="connsiteY2" fmla="*/ 942 h 35389"/>
                        <a:gd name="connsiteX3" fmla="*/ 3932 w 26915"/>
                        <a:gd name="connsiteY3" fmla="*/ 942 h 35389"/>
                        <a:gd name="connsiteX4" fmla="*/ 3932 w 26915"/>
                        <a:gd name="connsiteY4" fmla="*/ 5732 h 35389"/>
                        <a:gd name="connsiteX5" fmla="*/ 8806 w 26915"/>
                        <a:gd name="connsiteY5" fmla="*/ 1606 h 35389"/>
                        <a:gd name="connsiteX6" fmla="*/ 14870 w 26915"/>
                        <a:gd name="connsiteY6" fmla="*/ 0 h 35389"/>
                        <a:gd name="connsiteX7" fmla="*/ 20713 w 26915"/>
                        <a:gd name="connsiteY7" fmla="*/ 1108 h 35389"/>
                        <a:gd name="connsiteX8" fmla="*/ 25227 w 26915"/>
                        <a:gd name="connsiteY8" fmla="*/ 4929 h 35389"/>
                        <a:gd name="connsiteX9" fmla="*/ 26694 w 26915"/>
                        <a:gd name="connsiteY9" fmla="*/ 8751 h 35389"/>
                        <a:gd name="connsiteX10" fmla="*/ 26916 w 26915"/>
                        <a:gd name="connsiteY10" fmla="*/ 12849 h 35389"/>
                        <a:gd name="connsiteX11" fmla="*/ 26916 w 26915"/>
                        <a:gd name="connsiteY11" fmla="*/ 35390 h 35389"/>
                        <a:gd name="connsiteX12" fmla="*/ 22984 w 26915"/>
                        <a:gd name="connsiteY12" fmla="*/ 35390 h 35389"/>
                        <a:gd name="connsiteX13" fmla="*/ 22984 w 26915"/>
                        <a:gd name="connsiteY13" fmla="*/ 12932 h 35389"/>
                        <a:gd name="connsiteX14" fmla="*/ 20962 w 26915"/>
                        <a:gd name="connsiteY14" fmla="*/ 5954 h 35389"/>
                        <a:gd name="connsiteX15" fmla="*/ 14206 w 26915"/>
                        <a:gd name="connsiteY15" fmla="*/ 3628 h 35389"/>
                        <a:gd name="connsiteX16" fmla="*/ 10855 w 26915"/>
                        <a:gd name="connsiteY16" fmla="*/ 4181 h 35389"/>
                        <a:gd name="connsiteX17" fmla="*/ 8141 w 26915"/>
                        <a:gd name="connsiteY17" fmla="*/ 5677 h 35389"/>
                        <a:gd name="connsiteX18" fmla="*/ 6092 w 26915"/>
                        <a:gd name="connsiteY18" fmla="*/ 7809 h 35389"/>
                        <a:gd name="connsiteX19" fmla="*/ 4791 w 26915"/>
                        <a:gd name="connsiteY19" fmla="*/ 10329 h 35389"/>
                        <a:gd name="connsiteX20" fmla="*/ 4071 w 26915"/>
                        <a:gd name="connsiteY20" fmla="*/ 13513 h 35389"/>
                        <a:gd name="connsiteX21" fmla="*/ 3932 w 26915"/>
                        <a:gd name="connsiteY21" fmla="*/ 16836 h 35389"/>
                        <a:gd name="connsiteX22" fmla="*/ 3932 w 26915"/>
                        <a:gd name="connsiteY22" fmla="*/ 35390 h 3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15" h="35389">
                          <a:moveTo>
                            <a:pt x="3932" y="35362"/>
                          </a:moveTo>
                          <a:lnTo>
                            <a:pt x="0" y="35362"/>
                          </a:lnTo>
                          <a:lnTo>
                            <a:pt x="0" y="942"/>
                          </a:lnTo>
                          <a:lnTo>
                            <a:pt x="3932" y="942"/>
                          </a:lnTo>
                          <a:lnTo>
                            <a:pt x="3932" y="5732"/>
                          </a:lnTo>
                          <a:cubicBezTo>
                            <a:pt x="5511" y="4043"/>
                            <a:pt x="7117" y="2686"/>
                            <a:pt x="8806" y="1606"/>
                          </a:cubicBezTo>
                          <a:cubicBezTo>
                            <a:pt x="10495" y="554"/>
                            <a:pt x="12516" y="0"/>
                            <a:pt x="14870" y="0"/>
                          </a:cubicBezTo>
                          <a:cubicBezTo>
                            <a:pt x="16975" y="0"/>
                            <a:pt x="18913" y="360"/>
                            <a:pt x="20713" y="1108"/>
                          </a:cubicBezTo>
                          <a:cubicBezTo>
                            <a:pt x="22513" y="1828"/>
                            <a:pt x="24008" y="3101"/>
                            <a:pt x="25227" y="4929"/>
                          </a:cubicBezTo>
                          <a:cubicBezTo>
                            <a:pt x="26058" y="6175"/>
                            <a:pt x="26556" y="7449"/>
                            <a:pt x="26694" y="8751"/>
                          </a:cubicBezTo>
                          <a:cubicBezTo>
                            <a:pt x="26861" y="10052"/>
                            <a:pt x="26916" y="11409"/>
                            <a:pt x="26916" y="12849"/>
                          </a:cubicBezTo>
                          <a:lnTo>
                            <a:pt x="26916" y="35390"/>
                          </a:lnTo>
                          <a:lnTo>
                            <a:pt x="22984" y="35390"/>
                          </a:lnTo>
                          <a:lnTo>
                            <a:pt x="22984" y="12932"/>
                          </a:lnTo>
                          <a:cubicBezTo>
                            <a:pt x="22984" y="9830"/>
                            <a:pt x="22319" y="7504"/>
                            <a:pt x="20962" y="5954"/>
                          </a:cubicBezTo>
                          <a:cubicBezTo>
                            <a:pt x="19605" y="4403"/>
                            <a:pt x="17362" y="3628"/>
                            <a:pt x="14206" y="3628"/>
                          </a:cubicBezTo>
                          <a:cubicBezTo>
                            <a:pt x="12987" y="3628"/>
                            <a:pt x="11880" y="3821"/>
                            <a:pt x="10855" y="4181"/>
                          </a:cubicBezTo>
                          <a:cubicBezTo>
                            <a:pt x="9858" y="4569"/>
                            <a:pt x="8944" y="5068"/>
                            <a:pt x="8141" y="5677"/>
                          </a:cubicBezTo>
                          <a:cubicBezTo>
                            <a:pt x="7338" y="6286"/>
                            <a:pt x="6646" y="7006"/>
                            <a:pt x="6092" y="7809"/>
                          </a:cubicBezTo>
                          <a:cubicBezTo>
                            <a:pt x="5511" y="8612"/>
                            <a:pt x="5095" y="9443"/>
                            <a:pt x="4791" y="10329"/>
                          </a:cubicBezTo>
                          <a:cubicBezTo>
                            <a:pt x="4403" y="11437"/>
                            <a:pt x="4154" y="12489"/>
                            <a:pt x="4071" y="13513"/>
                          </a:cubicBezTo>
                          <a:cubicBezTo>
                            <a:pt x="3988" y="14538"/>
                            <a:pt x="3932" y="15646"/>
                            <a:pt x="3932" y="16836"/>
                          </a:cubicBezTo>
                          <a:lnTo>
                            <a:pt x="3932" y="35390"/>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85" name="Freeform 3584">
                      <a:extLst>
                        <a:ext uri="{FF2B5EF4-FFF2-40B4-BE49-F238E27FC236}">
                          <a16:creationId xmlns:a16="http://schemas.microsoft.com/office/drawing/2014/main" id="{68608293-136B-B1B4-39CD-A9F56A8FDA29}"/>
                        </a:ext>
                      </a:extLst>
                    </p:cNvPr>
                    <p:cNvSpPr/>
                    <p:nvPr/>
                  </p:nvSpPr>
                  <p:spPr>
                    <a:xfrm>
                      <a:off x="1848141" y="2907698"/>
                      <a:ext cx="30183" cy="36275"/>
                    </a:xfrm>
                    <a:custGeom>
                      <a:avLst/>
                      <a:gdLst>
                        <a:gd name="connsiteX0" fmla="*/ 25698 w 30183"/>
                        <a:gd name="connsiteY0" fmla="*/ 11769 h 36275"/>
                        <a:gd name="connsiteX1" fmla="*/ 22098 w 30183"/>
                        <a:gd name="connsiteY1" fmla="*/ 5760 h 36275"/>
                        <a:gd name="connsiteX2" fmla="*/ 15618 w 30183"/>
                        <a:gd name="connsiteY2" fmla="*/ 3600 h 36275"/>
                        <a:gd name="connsiteX3" fmla="*/ 10440 w 30183"/>
                        <a:gd name="connsiteY3" fmla="*/ 4874 h 36275"/>
                        <a:gd name="connsiteX4" fmla="*/ 6895 w 30183"/>
                        <a:gd name="connsiteY4" fmla="*/ 8224 h 36275"/>
                        <a:gd name="connsiteX5" fmla="*/ 4874 w 30183"/>
                        <a:gd name="connsiteY5" fmla="*/ 12932 h 36275"/>
                        <a:gd name="connsiteX6" fmla="*/ 4209 w 30183"/>
                        <a:gd name="connsiteY6" fmla="*/ 18221 h 36275"/>
                        <a:gd name="connsiteX7" fmla="*/ 4818 w 30183"/>
                        <a:gd name="connsiteY7" fmla="*/ 23538 h 36275"/>
                        <a:gd name="connsiteX8" fmla="*/ 6812 w 30183"/>
                        <a:gd name="connsiteY8" fmla="*/ 28190 h 36275"/>
                        <a:gd name="connsiteX9" fmla="*/ 10357 w 30183"/>
                        <a:gd name="connsiteY9" fmla="*/ 31485 h 36275"/>
                        <a:gd name="connsiteX10" fmla="*/ 15590 w 30183"/>
                        <a:gd name="connsiteY10" fmla="*/ 32703 h 36275"/>
                        <a:gd name="connsiteX11" fmla="*/ 22624 w 30183"/>
                        <a:gd name="connsiteY11" fmla="*/ 30239 h 36275"/>
                        <a:gd name="connsiteX12" fmla="*/ 26002 w 30183"/>
                        <a:gd name="connsiteY12" fmla="*/ 23455 h 36275"/>
                        <a:gd name="connsiteX13" fmla="*/ 30184 w 30183"/>
                        <a:gd name="connsiteY13" fmla="*/ 23455 h 36275"/>
                        <a:gd name="connsiteX14" fmla="*/ 28522 w 30183"/>
                        <a:gd name="connsiteY14" fmla="*/ 28661 h 36275"/>
                        <a:gd name="connsiteX15" fmla="*/ 25587 w 30183"/>
                        <a:gd name="connsiteY15" fmla="*/ 32703 h 36275"/>
                        <a:gd name="connsiteX16" fmla="*/ 21295 w 30183"/>
                        <a:gd name="connsiteY16" fmla="*/ 35334 h 36275"/>
                        <a:gd name="connsiteX17" fmla="*/ 15590 w 30183"/>
                        <a:gd name="connsiteY17" fmla="*/ 36276 h 36275"/>
                        <a:gd name="connsiteX18" fmla="*/ 8584 w 30183"/>
                        <a:gd name="connsiteY18" fmla="*/ 34891 h 36275"/>
                        <a:gd name="connsiteX19" fmla="*/ 3738 w 30183"/>
                        <a:gd name="connsiteY19" fmla="*/ 31070 h 36275"/>
                        <a:gd name="connsiteX20" fmla="*/ 914 w 30183"/>
                        <a:gd name="connsiteY20" fmla="*/ 25310 h 36275"/>
                        <a:gd name="connsiteX21" fmla="*/ 0 w 30183"/>
                        <a:gd name="connsiteY21" fmla="*/ 18193 h 36275"/>
                        <a:gd name="connsiteX22" fmla="*/ 1025 w 30183"/>
                        <a:gd name="connsiteY22" fmla="*/ 11326 h 36275"/>
                        <a:gd name="connsiteX23" fmla="*/ 4015 w 30183"/>
                        <a:gd name="connsiteY23" fmla="*/ 5511 h 36275"/>
                        <a:gd name="connsiteX24" fmla="*/ 8889 w 30183"/>
                        <a:gd name="connsiteY24" fmla="*/ 1495 h 36275"/>
                        <a:gd name="connsiteX25" fmla="*/ 15590 w 30183"/>
                        <a:gd name="connsiteY25" fmla="*/ 0 h 36275"/>
                        <a:gd name="connsiteX26" fmla="*/ 25116 w 30183"/>
                        <a:gd name="connsiteY26" fmla="*/ 2852 h 36275"/>
                        <a:gd name="connsiteX27" fmla="*/ 29657 w 30183"/>
                        <a:gd name="connsiteY27" fmla="*/ 11769 h 36275"/>
                        <a:gd name="connsiteX28" fmla="*/ 25670 w 30183"/>
                        <a:gd name="connsiteY28" fmla="*/ 11769 h 3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183" h="36275">
                          <a:moveTo>
                            <a:pt x="25698" y="11769"/>
                          </a:moveTo>
                          <a:cubicBezTo>
                            <a:pt x="25005" y="9194"/>
                            <a:pt x="23787" y="7200"/>
                            <a:pt x="22098" y="5760"/>
                          </a:cubicBezTo>
                          <a:cubicBezTo>
                            <a:pt x="20381" y="4320"/>
                            <a:pt x="18221" y="3600"/>
                            <a:pt x="15618" y="3600"/>
                          </a:cubicBezTo>
                          <a:cubicBezTo>
                            <a:pt x="13596" y="3600"/>
                            <a:pt x="11880" y="4015"/>
                            <a:pt x="10440" y="4874"/>
                          </a:cubicBezTo>
                          <a:cubicBezTo>
                            <a:pt x="9000" y="5704"/>
                            <a:pt x="7809" y="6840"/>
                            <a:pt x="6895" y="8224"/>
                          </a:cubicBezTo>
                          <a:cubicBezTo>
                            <a:pt x="5981" y="9609"/>
                            <a:pt x="5289" y="11187"/>
                            <a:pt x="4874" y="12932"/>
                          </a:cubicBezTo>
                          <a:cubicBezTo>
                            <a:pt x="4431" y="14676"/>
                            <a:pt x="4209" y="16449"/>
                            <a:pt x="4209" y="18221"/>
                          </a:cubicBezTo>
                          <a:cubicBezTo>
                            <a:pt x="4209" y="19993"/>
                            <a:pt x="4403" y="21821"/>
                            <a:pt x="4818" y="23538"/>
                          </a:cubicBezTo>
                          <a:cubicBezTo>
                            <a:pt x="5234" y="25254"/>
                            <a:pt x="5898" y="26805"/>
                            <a:pt x="6812" y="28190"/>
                          </a:cubicBezTo>
                          <a:cubicBezTo>
                            <a:pt x="7726" y="29574"/>
                            <a:pt x="8917" y="30654"/>
                            <a:pt x="10357" y="31485"/>
                          </a:cubicBezTo>
                          <a:cubicBezTo>
                            <a:pt x="11797" y="32316"/>
                            <a:pt x="13541" y="32703"/>
                            <a:pt x="15590" y="32703"/>
                          </a:cubicBezTo>
                          <a:cubicBezTo>
                            <a:pt x="18526" y="32703"/>
                            <a:pt x="20852" y="31873"/>
                            <a:pt x="22624" y="30239"/>
                          </a:cubicBezTo>
                          <a:cubicBezTo>
                            <a:pt x="24396" y="28605"/>
                            <a:pt x="25504" y="26334"/>
                            <a:pt x="26002" y="23455"/>
                          </a:cubicBezTo>
                          <a:lnTo>
                            <a:pt x="30184" y="23455"/>
                          </a:lnTo>
                          <a:cubicBezTo>
                            <a:pt x="29824" y="25365"/>
                            <a:pt x="29270" y="27110"/>
                            <a:pt x="28522" y="28661"/>
                          </a:cubicBezTo>
                          <a:cubicBezTo>
                            <a:pt x="27747" y="30239"/>
                            <a:pt x="26778" y="31596"/>
                            <a:pt x="25587" y="32703"/>
                          </a:cubicBezTo>
                          <a:cubicBezTo>
                            <a:pt x="24396" y="33839"/>
                            <a:pt x="22956" y="34697"/>
                            <a:pt x="21295" y="35334"/>
                          </a:cubicBezTo>
                          <a:cubicBezTo>
                            <a:pt x="19633" y="35943"/>
                            <a:pt x="17722" y="36276"/>
                            <a:pt x="15590" y="36276"/>
                          </a:cubicBezTo>
                          <a:cubicBezTo>
                            <a:pt x="12877" y="36276"/>
                            <a:pt x="10550" y="35805"/>
                            <a:pt x="8584" y="34891"/>
                          </a:cubicBezTo>
                          <a:cubicBezTo>
                            <a:pt x="6618" y="33977"/>
                            <a:pt x="5012" y="32676"/>
                            <a:pt x="3738" y="31070"/>
                          </a:cubicBezTo>
                          <a:cubicBezTo>
                            <a:pt x="2465" y="29464"/>
                            <a:pt x="1523" y="27525"/>
                            <a:pt x="914" y="25310"/>
                          </a:cubicBezTo>
                          <a:cubicBezTo>
                            <a:pt x="305" y="23095"/>
                            <a:pt x="0" y="20713"/>
                            <a:pt x="0" y="18193"/>
                          </a:cubicBezTo>
                          <a:cubicBezTo>
                            <a:pt x="0" y="15812"/>
                            <a:pt x="332" y="13513"/>
                            <a:pt x="1025" y="11326"/>
                          </a:cubicBezTo>
                          <a:cubicBezTo>
                            <a:pt x="1717" y="9138"/>
                            <a:pt x="2686" y="7200"/>
                            <a:pt x="4015" y="5511"/>
                          </a:cubicBezTo>
                          <a:cubicBezTo>
                            <a:pt x="5317" y="3821"/>
                            <a:pt x="6951" y="2492"/>
                            <a:pt x="8889" y="1495"/>
                          </a:cubicBezTo>
                          <a:cubicBezTo>
                            <a:pt x="10827" y="498"/>
                            <a:pt x="13070" y="0"/>
                            <a:pt x="15590" y="0"/>
                          </a:cubicBezTo>
                          <a:cubicBezTo>
                            <a:pt x="19522" y="0"/>
                            <a:pt x="22707" y="942"/>
                            <a:pt x="25116" y="2852"/>
                          </a:cubicBezTo>
                          <a:cubicBezTo>
                            <a:pt x="27553" y="4763"/>
                            <a:pt x="29048" y="7726"/>
                            <a:pt x="29657" y="11769"/>
                          </a:cubicBezTo>
                          <a:lnTo>
                            <a:pt x="25670" y="11769"/>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86" name="Freeform 3585">
                      <a:extLst>
                        <a:ext uri="{FF2B5EF4-FFF2-40B4-BE49-F238E27FC236}">
                          <a16:creationId xmlns:a16="http://schemas.microsoft.com/office/drawing/2014/main" id="{45F6CF78-F940-413F-B9FA-6A33655B4293}"/>
                        </a:ext>
                      </a:extLst>
                    </p:cNvPr>
                    <p:cNvSpPr/>
                    <p:nvPr/>
                  </p:nvSpPr>
                  <p:spPr>
                    <a:xfrm>
                      <a:off x="1883973" y="2907698"/>
                      <a:ext cx="31374" cy="36303"/>
                    </a:xfrm>
                    <a:custGeom>
                      <a:avLst/>
                      <a:gdLst>
                        <a:gd name="connsiteX0" fmla="*/ 15729 w 31374"/>
                        <a:gd name="connsiteY0" fmla="*/ 36303 h 36303"/>
                        <a:gd name="connsiteX1" fmla="*/ 9609 w 31374"/>
                        <a:gd name="connsiteY1" fmla="*/ 35113 h 36303"/>
                        <a:gd name="connsiteX2" fmla="*/ 4624 w 31374"/>
                        <a:gd name="connsiteY2" fmla="*/ 31734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7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1 h 36303"/>
                        <a:gd name="connsiteX28" fmla="*/ 10717 w 31374"/>
                        <a:gd name="connsiteY28" fmla="*/ 31651 h 36303"/>
                        <a:gd name="connsiteX29" fmla="*/ 15701 w 31374"/>
                        <a:gd name="connsiteY29" fmla="*/ 32703 h 36303"/>
                        <a:gd name="connsiteX30" fmla="*/ 20962 w 31374"/>
                        <a:gd name="connsiteY30" fmla="*/ 31485 h 36303"/>
                        <a:gd name="connsiteX31" fmla="*/ 24535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4"/>
                          </a:cubicBezTo>
                          <a:cubicBezTo>
                            <a:pt x="3212" y="30239"/>
                            <a:pt x="2077" y="28356"/>
                            <a:pt x="1246" y="26085"/>
                          </a:cubicBezTo>
                          <a:cubicBezTo>
                            <a:pt x="415" y="23815"/>
                            <a:pt x="0" y="21184"/>
                            <a:pt x="0" y="18166"/>
                          </a:cubicBezTo>
                          <a:cubicBezTo>
                            <a:pt x="0" y="15646"/>
                            <a:pt x="332" y="13292"/>
                            <a:pt x="969" y="11077"/>
                          </a:cubicBezTo>
                          <a:cubicBezTo>
                            <a:pt x="1634" y="8889"/>
                            <a:pt x="2603" y="6978"/>
                            <a:pt x="3904" y="5317"/>
                          </a:cubicBezTo>
                          <a:cubicBezTo>
                            <a:pt x="5206" y="3683"/>
                            <a:pt x="6840" y="2381"/>
                            <a:pt x="8806" y="1440"/>
                          </a:cubicBezTo>
                          <a:cubicBezTo>
                            <a:pt x="10772" y="498"/>
                            <a:pt x="13070" y="0"/>
                            <a:pt x="15673" y="0"/>
                          </a:cubicBezTo>
                          <a:cubicBezTo>
                            <a:pt x="18276" y="0"/>
                            <a:pt x="20658" y="471"/>
                            <a:pt x="22624" y="1440"/>
                          </a:cubicBezTo>
                          <a:cubicBezTo>
                            <a:pt x="24590" y="2381"/>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925"/>
                            <a:pt x="24036" y="34143"/>
                            <a:pt x="22098" y="35002"/>
                          </a:cubicBezTo>
                          <a:cubicBezTo>
                            <a:pt x="20159" y="35860"/>
                            <a:pt x="17999" y="36303"/>
                            <a:pt x="15646" y="36303"/>
                          </a:cubicBezTo>
                          <a:close/>
                          <a:moveTo>
                            <a:pt x="27248" y="18166"/>
                          </a:moveTo>
                          <a:cubicBezTo>
                            <a:pt x="27248" y="16116"/>
                            <a:pt x="27027" y="14233"/>
                            <a:pt x="26584" y="12461"/>
                          </a:cubicBezTo>
                          <a:cubicBezTo>
                            <a:pt x="26141" y="10689"/>
                            <a:pt x="25476" y="9138"/>
                            <a:pt x="24562" y="7837"/>
                          </a:cubicBezTo>
                          <a:cubicBezTo>
                            <a:pt x="23648" y="6535"/>
                            <a:pt x="22458" y="5511"/>
                            <a:pt x="21018" y="4735"/>
                          </a:cubicBezTo>
                          <a:cubicBezTo>
                            <a:pt x="19578" y="3960"/>
                            <a:pt x="17806" y="3600"/>
                            <a:pt x="15701" y="3600"/>
                          </a:cubicBezTo>
                          <a:cubicBezTo>
                            <a:pt x="13596" y="3600"/>
                            <a:pt x="11880" y="4015"/>
                            <a:pt x="10440" y="4818"/>
                          </a:cubicBezTo>
                          <a:cubicBezTo>
                            <a:pt x="8972" y="5649"/>
                            <a:pt x="7781" y="6729"/>
                            <a:pt x="6867" y="8086"/>
                          </a:cubicBezTo>
                          <a:cubicBezTo>
                            <a:pt x="5954" y="9443"/>
                            <a:pt x="5261" y="10994"/>
                            <a:pt x="4846" y="12738"/>
                          </a:cubicBezTo>
                          <a:cubicBezTo>
                            <a:pt x="4403" y="14483"/>
                            <a:pt x="4181" y="16283"/>
                            <a:pt x="4181" y="18166"/>
                          </a:cubicBezTo>
                          <a:cubicBezTo>
                            <a:pt x="4181" y="20298"/>
                            <a:pt x="4431" y="22264"/>
                            <a:pt x="4929" y="24036"/>
                          </a:cubicBezTo>
                          <a:cubicBezTo>
                            <a:pt x="5428" y="25836"/>
                            <a:pt x="6175" y="27359"/>
                            <a:pt x="7117" y="28661"/>
                          </a:cubicBezTo>
                          <a:cubicBezTo>
                            <a:pt x="8086" y="29934"/>
                            <a:pt x="9277" y="30931"/>
                            <a:pt x="10717" y="31651"/>
                          </a:cubicBezTo>
                          <a:cubicBezTo>
                            <a:pt x="12156" y="32371"/>
                            <a:pt x="13818" y="32703"/>
                            <a:pt x="15701" y="32703"/>
                          </a:cubicBezTo>
                          <a:cubicBezTo>
                            <a:pt x="17750" y="32703"/>
                            <a:pt x="19522" y="32288"/>
                            <a:pt x="20962" y="31485"/>
                          </a:cubicBezTo>
                          <a:cubicBezTo>
                            <a:pt x="22430" y="30654"/>
                            <a:pt x="23621" y="29574"/>
                            <a:pt x="24535" y="28190"/>
                          </a:cubicBezTo>
                          <a:cubicBezTo>
                            <a:pt x="25448" y="26805"/>
                            <a:pt x="26141" y="25254"/>
                            <a:pt x="26556" y="23538"/>
                          </a:cubicBezTo>
                          <a:cubicBezTo>
                            <a:pt x="26971" y="21821"/>
                            <a:pt x="27221" y="20021"/>
                            <a:pt x="27221" y="18166"/>
                          </a:cubicBez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87" name="Freeform 3586">
                      <a:extLst>
                        <a:ext uri="{FF2B5EF4-FFF2-40B4-BE49-F238E27FC236}">
                          <a16:creationId xmlns:a16="http://schemas.microsoft.com/office/drawing/2014/main" id="{3032AFD7-EE88-6014-E96A-FADA18B82157}"/>
                        </a:ext>
                      </a:extLst>
                    </p:cNvPr>
                    <p:cNvSpPr/>
                    <p:nvPr/>
                  </p:nvSpPr>
                  <p:spPr>
                    <a:xfrm>
                      <a:off x="1921606" y="2895209"/>
                      <a:ext cx="31152" cy="48792"/>
                    </a:xfrm>
                    <a:custGeom>
                      <a:avLst/>
                      <a:gdLst>
                        <a:gd name="connsiteX0" fmla="*/ 27221 w 31152"/>
                        <a:gd name="connsiteY0" fmla="*/ 0 h 48792"/>
                        <a:gd name="connsiteX1" fmla="*/ 31153 w 31152"/>
                        <a:gd name="connsiteY1" fmla="*/ 0 h 48792"/>
                        <a:gd name="connsiteX2" fmla="*/ 31153 w 31152"/>
                        <a:gd name="connsiteY2" fmla="*/ 47851 h 48792"/>
                        <a:gd name="connsiteX3" fmla="*/ 27221 w 31152"/>
                        <a:gd name="connsiteY3" fmla="*/ 47851 h 48792"/>
                        <a:gd name="connsiteX4" fmla="*/ 27221 w 31152"/>
                        <a:gd name="connsiteY4" fmla="*/ 41814 h 48792"/>
                        <a:gd name="connsiteX5" fmla="*/ 27082 w 31152"/>
                        <a:gd name="connsiteY5" fmla="*/ 41814 h 48792"/>
                        <a:gd name="connsiteX6" fmla="*/ 24895 w 31152"/>
                        <a:gd name="connsiteY6" fmla="*/ 44832 h 48792"/>
                        <a:gd name="connsiteX7" fmla="*/ 21959 w 31152"/>
                        <a:gd name="connsiteY7" fmla="*/ 46992 h 48792"/>
                        <a:gd name="connsiteX8" fmla="*/ 18664 w 31152"/>
                        <a:gd name="connsiteY8" fmla="*/ 48321 h 48792"/>
                        <a:gd name="connsiteX9" fmla="*/ 15313 w 31152"/>
                        <a:gd name="connsiteY9" fmla="*/ 48792 h 48792"/>
                        <a:gd name="connsiteX10" fmla="*/ 8307 w 31152"/>
                        <a:gd name="connsiteY10" fmla="*/ 47408 h 48792"/>
                        <a:gd name="connsiteX11" fmla="*/ 3572 w 31152"/>
                        <a:gd name="connsiteY11" fmla="*/ 43586 h 48792"/>
                        <a:gd name="connsiteX12" fmla="*/ 858 w 31152"/>
                        <a:gd name="connsiteY12" fmla="*/ 37826 h 48792"/>
                        <a:gd name="connsiteX13" fmla="*/ 0 w 31152"/>
                        <a:gd name="connsiteY13" fmla="*/ 30710 h 48792"/>
                        <a:gd name="connsiteX14" fmla="*/ 914 w 31152"/>
                        <a:gd name="connsiteY14" fmla="*/ 23787 h 48792"/>
                        <a:gd name="connsiteX15" fmla="*/ 3683 w 31152"/>
                        <a:gd name="connsiteY15" fmla="*/ 17972 h 48792"/>
                        <a:gd name="connsiteX16" fmla="*/ 8390 w 31152"/>
                        <a:gd name="connsiteY16" fmla="*/ 13984 h 48792"/>
                        <a:gd name="connsiteX17" fmla="*/ 15092 w 31152"/>
                        <a:gd name="connsiteY17" fmla="*/ 12489 h 48792"/>
                        <a:gd name="connsiteX18" fmla="*/ 22015 w 31152"/>
                        <a:gd name="connsiteY18" fmla="*/ 14123 h 48792"/>
                        <a:gd name="connsiteX19" fmla="*/ 27221 w 31152"/>
                        <a:gd name="connsiteY19" fmla="*/ 18941 h 48792"/>
                        <a:gd name="connsiteX20" fmla="*/ 27221 w 31152"/>
                        <a:gd name="connsiteY20" fmla="*/ 0 h 48792"/>
                        <a:gd name="connsiteX21" fmla="*/ 27221 w 31152"/>
                        <a:gd name="connsiteY21" fmla="*/ 30516 h 48792"/>
                        <a:gd name="connsiteX22" fmla="*/ 26445 w 31152"/>
                        <a:gd name="connsiteY22" fmla="*/ 24978 h 48792"/>
                        <a:gd name="connsiteX23" fmla="*/ 24175 w 31152"/>
                        <a:gd name="connsiteY23" fmla="*/ 20381 h 48792"/>
                        <a:gd name="connsiteX24" fmla="*/ 20575 w 31152"/>
                        <a:gd name="connsiteY24" fmla="*/ 17252 h 48792"/>
                        <a:gd name="connsiteX25" fmla="*/ 15756 w 31152"/>
                        <a:gd name="connsiteY25" fmla="*/ 16089 h 48792"/>
                        <a:gd name="connsiteX26" fmla="*/ 10440 w 31152"/>
                        <a:gd name="connsiteY26" fmla="*/ 17307 h 48792"/>
                        <a:gd name="connsiteX27" fmla="*/ 6784 w 31152"/>
                        <a:gd name="connsiteY27" fmla="*/ 20658 h 48792"/>
                        <a:gd name="connsiteX28" fmla="*/ 4680 w 31152"/>
                        <a:gd name="connsiteY28" fmla="*/ 25614 h 48792"/>
                        <a:gd name="connsiteX29" fmla="*/ 4154 w 31152"/>
                        <a:gd name="connsiteY29" fmla="*/ 31707 h 48792"/>
                        <a:gd name="connsiteX30" fmla="*/ 5040 w 31152"/>
                        <a:gd name="connsiteY30" fmla="*/ 37466 h 48792"/>
                        <a:gd name="connsiteX31" fmla="*/ 7504 w 31152"/>
                        <a:gd name="connsiteY31" fmla="*/ 41676 h 48792"/>
                        <a:gd name="connsiteX32" fmla="*/ 11160 w 31152"/>
                        <a:gd name="connsiteY32" fmla="*/ 44306 h 48792"/>
                        <a:gd name="connsiteX33" fmla="*/ 15756 w 31152"/>
                        <a:gd name="connsiteY33" fmla="*/ 45192 h 48792"/>
                        <a:gd name="connsiteX34" fmla="*/ 20658 w 31152"/>
                        <a:gd name="connsiteY34" fmla="*/ 44057 h 48792"/>
                        <a:gd name="connsiteX35" fmla="*/ 24258 w 31152"/>
                        <a:gd name="connsiteY35" fmla="*/ 40956 h 48792"/>
                        <a:gd name="connsiteX36" fmla="*/ 26445 w 31152"/>
                        <a:gd name="connsiteY36" fmla="*/ 36303 h 48792"/>
                        <a:gd name="connsiteX37" fmla="*/ 27193 w 31152"/>
                        <a:gd name="connsiteY37" fmla="*/ 30488 h 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792">
                          <a:moveTo>
                            <a:pt x="27221" y="0"/>
                          </a:moveTo>
                          <a:lnTo>
                            <a:pt x="31153" y="0"/>
                          </a:lnTo>
                          <a:lnTo>
                            <a:pt x="31153" y="47851"/>
                          </a:lnTo>
                          <a:lnTo>
                            <a:pt x="27221" y="47851"/>
                          </a:lnTo>
                          <a:lnTo>
                            <a:pt x="27221" y="41814"/>
                          </a:lnTo>
                          <a:lnTo>
                            <a:pt x="27082" y="41814"/>
                          </a:lnTo>
                          <a:cubicBezTo>
                            <a:pt x="26501" y="42977"/>
                            <a:pt x="25781" y="43974"/>
                            <a:pt x="24895" y="44832"/>
                          </a:cubicBezTo>
                          <a:cubicBezTo>
                            <a:pt x="24008" y="45691"/>
                            <a:pt x="23011" y="46411"/>
                            <a:pt x="21959" y="46992"/>
                          </a:cubicBezTo>
                          <a:cubicBezTo>
                            <a:pt x="20879" y="47574"/>
                            <a:pt x="19799" y="48017"/>
                            <a:pt x="18664" y="48321"/>
                          </a:cubicBezTo>
                          <a:cubicBezTo>
                            <a:pt x="17529" y="48626"/>
                            <a:pt x="16421" y="48792"/>
                            <a:pt x="15313" y="48792"/>
                          </a:cubicBezTo>
                          <a:cubicBezTo>
                            <a:pt x="12572" y="48792"/>
                            <a:pt x="10218" y="48321"/>
                            <a:pt x="8307" y="47408"/>
                          </a:cubicBezTo>
                          <a:cubicBezTo>
                            <a:pt x="6397" y="46494"/>
                            <a:pt x="4791" y="45192"/>
                            <a:pt x="3572" y="43586"/>
                          </a:cubicBezTo>
                          <a:cubicBezTo>
                            <a:pt x="2326" y="41980"/>
                            <a:pt x="1412" y="40042"/>
                            <a:pt x="858" y="37826"/>
                          </a:cubicBezTo>
                          <a:cubicBezTo>
                            <a:pt x="277" y="35611"/>
                            <a:pt x="0" y="33230"/>
                            <a:pt x="0" y="30710"/>
                          </a:cubicBezTo>
                          <a:cubicBezTo>
                            <a:pt x="0" y="28328"/>
                            <a:pt x="305" y="26002"/>
                            <a:pt x="914" y="23787"/>
                          </a:cubicBezTo>
                          <a:cubicBezTo>
                            <a:pt x="1523" y="21572"/>
                            <a:pt x="2465" y="19633"/>
                            <a:pt x="3683" y="17972"/>
                          </a:cubicBezTo>
                          <a:cubicBezTo>
                            <a:pt x="4929" y="16310"/>
                            <a:pt x="6507" y="14981"/>
                            <a:pt x="8390" y="13984"/>
                          </a:cubicBezTo>
                          <a:cubicBezTo>
                            <a:pt x="10274" y="12987"/>
                            <a:pt x="12516" y="12489"/>
                            <a:pt x="15092" y="12489"/>
                          </a:cubicBezTo>
                          <a:cubicBezTo>
                            <a:pt x="17501" y="12489"/>
                            <a:pt x="19799" y="13043"/>
                            <a:pt x="22015" y="14123"/>
                          </a:cubicBezTo>
                          <a:cubicBezTo>
                            <a:pt x="24230" y="15203"/>
                            <a:pt x="25947" y="16809"/>
                            <a:pt x="27221" y="18941"/>
                          </a:cubicBezTo>
                          <a:lnTo>
                            <a:pt x="27221" y="0"/>
                          </a:lnTo>
                          <a:close/>
                          <a:moveTo>
                            <a:pt x="27221" y="30516"/>
                          </a:moveTo>
                          <a:cubicBezTo>
                            <a:pt x="27221" y="28577"/>
                            <a:pt x="26971" y="26722"/>
                            <a:pt x="26445" y="24978"/>
                          </a:cubicBezTo>
                          <a:cubicBezTo>
                            <a:pt x="25919" y="23233"/>
                            <a:pt x="25171" y="21710"/>
                            <a:pt x="24175" y="20381"/>
                          </a:cubicBezTo>
                          <a:cubicBezTo>
                            <a:pt x="23205" y="19079"/>
                            <a:pt x="21987" y="18027"/>
                            <a:pt x="20575" y="17252"/>
                          </a:cubicBezTo>
                          <a:cubicBezTo>
                            <a:pt x="19162" y="16476"/>
                            <a:pt x="17556" y="16089"/>
                            <a:pt x="15756" y="16089"/>
                          </a:cubicBezTo>
                          <a:cubicBezTo>
                            <a:pt x="13707" y="16089"/>
                            <a:pt x="11935" y="16504"/>
                            <a:pt x="10440" y="17307"/>
                          </a:cubicBezTo>
                          <a:cubicBezTo>
                            <a:pt x="8944" y="18138"/>
                            <a:pt x="7726" y="19246"/>
                            <a:pt x="6784" y="20658"/>
                          </a:cubicBezTo>
                          <a:cubicBezTo>
                            <a:pt x="5815" y="22070"/>
                            <a:pt x="5123" y="23731"/>
                            <a:pt x="4680" y="25614"/>
                          </a:cubicBezTo>
                          <a:cubicBezTo>
                            <a:pt x="4237" y="27497"/>
                            <a:pt x="4071" y="29519"/>
                            <a:pt x="4154" y="31707"/>
                          </a:cubicBezTo>
                          <a:cubicBezTo>
                            <a:pt x="4154" y="33867"/>
                            <a:pt x="4458" y="35805"/>
                            <a:pt x="5040" y="37466"/>
                          </a:cubicBezTo>
                          <a:cubicBezTo>
                            <a:pt x="5621" y="39128"/>
                            <a:pt x="6452" y="40540"/>
                            <a:pt x="7504" y="41676"/>
                          </a:cubicBezTo>
                          <a:cubicBezTo>
                            <a:pt x="8557" y="42811"/>
                            <a:pt x="9775" y="43697"/>
                            <a:pt x="11160" y="44306"/>
                          </a:cubicBezTo>
                          <a:cubicBezTo>
                            <a:pt x="12544" y="44915"/>
                            <a:pt x="14095" y="45192"/>
                            <a:pt x="15756" y="45192"/>
                          </a:cubicBezTo>
                          <a:cubicBezTo>
                            <a:pt x="17584" y="45192"/>
                            <a:pt x="19218" y="44805"/>
                            <a:pt x="20658" y="44057"/>
                          </a:cubicBezTo>
                          <a:cubicBezTo>
                            <a:pt x="22098" y="43309"/>
                            <a:pt x="23288" y="42285"/>
                            <a:pt x="24258" y="40956"/>
                          </a:cubicBezTo>
                          <a:cubicBezTo>
                            <a:pt x="25227" y="39654"/>
                            <a:pt x="25947" y="38103"/>
                            <a:pt x="26445" y="36303"/>
                          </a:cubicBezTo>
                          <a:cubicBezTo>
                            <a:pt x="26944" y="34503"/>
                            <a:pt x="27193" y="32565"/>
                            <a:pt x="27193" y="30488"/>
                          </a:cubicBez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88" name="Freeform 3587">
                      <a:extLst>
                        <a:ext uri="{FF2B5EF4-FFF2-40B4-BE49-F238E27FC236}">
                          <a16:creationId xmlns:a16="http://schemas.microsoft.com/office/drawing/2014/main" id="{E3574F50-9D1D-D21E-DA6C-8E5386D51272}"/>
                        </a:ext>
                      </a:extLst>
                    </p:cNvPr>
                    <p:cNvSpPr/>
                    <p:nvPr/>
                  </p:nvSpPr>
                  <p:spPr>
                    <a:xfrm>
                      <a:off x="1960872" y="2907725"/>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3 h 36303"/>
                        <a:gd name="connsiteX5" fmla="*/ 22208 w 30517"/>
                        <a:gd name="connsiteY5" fmla="*/ 30654 h 36303"/>
                        <a:gd name="connsiteX6" fmla="*/ 25864 w 30517"/>
                        <a:gd name="connsiteY6" fmla="*/ 24812 h 36303"/>
                        <a:gd name="connsiteX7" fmla="*/ 30239 w 30517"/>
                        <a:gd name="connsiteY7" fmla="*/ 24812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34 w 30517"/>
                        <a:gd name="connsiteY23" fmla="*/ 15729 h 36303"/>
                        <a:gd name="connsiteX24" fmla="*/ 25642 w 30517"/>
                        <a:gd name="connsiteY24" fmla="*/ 10966 h 36303"/>
                        <a:gd name="connsiteX25" fmla="*/ 23621 w 30517"/>
                        <a:gd name="connsiteY25" fmla="*/ 7117 h 36303"/>
                        <a:gd name="connsiteX26" fmla="*/ 20242 w 30517"/>
                        <a:gd name="connsiteY26" fmla="*/ 4514 h 36303"/>
                        <a:gd name="connsiteX27" fmla="*/ 15590 w 30517"/>
                        <a:gd name="connsiteY27" fmla="*/ 3545 h 36303"/>
                        <a:gd name="connsiteX28" fmla="*/ 10966 w 30517"/>
                        <a:gd name="connsiteY28" fmla="*/ 4541 h 36303"/>
                        <a:gd name="connsiteX29" fmla="*/ 7560 w 30517"/>
                        <a:gd name="connsiteY29" fmla="*/ 7200 h 36303"/>
                        <a:gd name="connsiteX30" fmla="*/ 5289 w 30517"/>
                        <a:gd name="connsiteY30" fmla="*/ 11049 h 36303"/>
                        <a:gd name="connsiteX31" fmla="*/ 4181 w 30517"/>
                        <a:gd name="connsiteY31" fmla="*/ 15701 h 36303"/>
                        <a:gd name="connsiteX32" fmla="*/ 26307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43"/>
                            <a:pt x="13707" y="32703"/>
                            <a:pt x="15590" y="32703"/>
                          </a:cubicBezTo>
                          <a:cubicBezTo>
                            <a:pt x="18166" y="32703"/>
                            <a:pt x="20381" y="32011"/>
                            <a:pt x="22208" y="30654"/>
                          </a:cubicBezTo>
                          <a:cubicBezTo>
                            <a:pt x="24036" y="29270"/>
                            <a:pt x="25254" y="27331"/>
                            <a:pt x="25864" y="24812"/>
                          </a:cubicBezTo>
                          <a:lnTo>
                            <a:pt x="30239" y="24812"/>
                          </a:lnTo>
                          <a:cubicBezTo>
                            <a:pt x="29768" y="26445"/>
                            <a:pt x="29131" y="27968"/>
                            <a:pt x="28328" y="29353"/>
                          </a:cubicBezTo>
                          <a:cubicBezTo>
                            <a:pt x="27525" y="30737"/>
                            <a:pt x="26556" y="31956"/>
                            <a:pt x="25393" y="33008"/>
                          </a:cubicBezTo>
                          <a:cubicBezTo>
                            <a:pt x="24202" y="34060"/>
                            <a:pt x="22818" y="34863"/>
                            <a:pt x="21212" y="35445"/>
                          </a:cubicBezTo>
                          <a:cubicBezTo>
                            <a:pt x="19605" y="36026"/>
                            <a:pt x="17722" y="36303"/>
                            <a:pt x="15590" y="36303"/>
                          </a:cubicBezTo>
                          <a:cubicBezTo>
                            <a:pt x="12876" y="36303"/>
                            <a:pt x="10550" y="35833"/>
                            <a:pt x="8584" y="34919"/>
                          </a:cubicBezTo>
                          <a:cubicBezTo>
                            <a:pt x="6618" y="33977"/>
                            <a:pt x="5012" y="32703"/>
                            <a:pt x="3738" y="31097"/>
                          </a:cubicBezTo>
                          <a:cubicBezTo>
                            <a:pt x="2465" y="29491"/>
                            <a:pt x="1523" y="27581"/>
                            <a:pt x="914" y="25393"/>
                          </a:cubicBezTo>
                          <a:cubicBezTo>
                            <a:pt x="305" y="23205"/>
                            <a:pt x="0" y="20852"/>
                            <a:pt x="0" y="18304"/>
                          </a:cubicBezTo>
                          <a:cubicBezTo>
                            <a:pt x="0" y="15756"/>
                            <a:pt x="360" y="13403"/>
                            <a:pt x="1080" y="11187"/>
                          </a:cubicBezTo>
                          <a:cubicBezTo>
                            <a:pt x="1800" y="8972"/>
                            <a:pt x="2824" y="7034"/>
                            <a:pt x="4154" y="5372"/>
                          </a:cubicBezTo>
                          <a:cubicBezTo>
                            <a:pt x="5483" y="3711"/>
                            <a:pt x="7117" y="2409"/>
                            <a:pt x="9027" y="1440"/>
                          </a:cubicBezTo>
                          <a:cubicBezTo>
                            <a:pt x="10938" y="498"/>
                            <a:pt x="13126" y="0"/>
                            <a:pt x="15590" y="0"/>
                          </a:cubicBezTo>
                          <a:cubicBezTo>
                            <a:pt x="20270" y="0"/>
                            <a:pt x="23925" y="1634"/>
                            <a:pt x="26584" y="4874"/>
                          </a:cubicBezTo>
                          <a:cubicBezTo>
                            <a:pt x="29242" y="8141"/>
                            <a:pt x="30571" y="12849"/>
                            <a:pt x="30516" y="19052"/>
                          </a:cubicBezTo>
                          <a:lnTo>
                            <a:pt x="4181" y="19052"/>
                          </a:lnTo>
                          <a:close/>
                          <a:moveTo>
                            <a:pt x="26334" y="15729"/>
                          </a:moveTo>
                          <a:cubicBezTo>
                            <a:pt x="26334" y="14040"/>
                            <a:pt x="26113" y="12461"/>
                            <a:pt x="25642" y="10966"/>
                          </a:cubicBezTo>
                          <a:cubicBezTo>
                            <a:pt x="25171" y="9470"/>
                            <a:pt x="24507" y="8197"/>
                            <a:pt x="23621" y="7117"/>
                          </a:cubicBezTo>
                          <a:cubicBezTo>
                            <a:pt x="22735" y="6037"/>
                            <a:pt x="21599" y="5178"/>
                            <a:pt x="20242" y="4514"/>
                          </a:cubicBezTo>
                          <a:cubicBezTo>
                            <a:pt x="18885" y="3877"/>
                            <a:pt x="17335" y="3545"/>
                            <a:pt x="15590" y="3545"/>
                          </a:cubicBezTo>
                          <a:cubicBezTo>
                            <a:pt x="13846" y="3545"/>
                            <a:pt x="12295" y="3877"/>
                            <a:pt x="10966" y="4541"/>
                          </a:cubicBezTo>
                          <a:cubicBezTo>
                            <a:pt x="9637" y="5206"/>
                            <a:pt x="8501" y="6092"/>
                            <a:pt x="7560" y="7200"/>
                          </a:cubicBezTo>
                          <a:cubicBezTo>
                            <a:pt x="6618" y="8307"/>
                            <a:pt x="5871" y="9581"/>
                            <a:pt x="5289" y="11049"/>
                          </a:cubicBezTo>
                          <a:cubicBezTo>
                            <a:pt x="4708" y="12517"/>
                            <a:pt x="4348" y="14067"/>
                            <a:pt x="4181" y="15701"/>
                          </a:cubicBezTo>
                          <a:lnTo>
                            <a:pt x="26307" y="1570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89" name="Freeform 3588">
                      <a:extLst>
                        <a:ext uri="{FF2B5EF4-FFF2-40B4-BE49-F238E27FC236}">
                          <a16:creationId xmlns:a16="http://schemas.microsoft.com/office/drawing/2014/main" id="{E7185F15-22F9-0122-BE49-E85D4DA4C4AD}"/>
                        </a:ext>
                      </a:extLst>
                    </p:cNvPr>
                    <p:cNvSpPr/>
                    <p:nvPr/>
                  </p:nvSpPr>
                  <p:spPr>
                    <a:xfrm>
                      <a:off x="1998034" y="2895209"/>
                      <a:ext cx="31152" cy="48792"/>
                    </a:xfrm>
                    <a:custGeom>
                      <a:avLst/>
                      <a:gdLst>
                        <a:gd name="connsiteX0" fmla="*/ 27221 w 31152"/>
                        <a:gd name="connsiteY0" fmla="*/ 0 h 48792"/>
                        <a:gd name="connsiteX1" fmla="*/ 31153 w 31152"/>
                        <a:gd name="connsiteY1" fmla="*/ 0 h 48792"/>
                        <a:gd name="connsiteX2" fmla="*/ 31153 w 31152"/>
                        <a:gd name="connsiteY2" fmla="*/ 47851 h 48792"/>
                        <a:gd name="connsiteX3" fmla="*/ 27221 w 31152"/>
                        <a:gd name="connsiteY3" fmla="*/ 47851 h 48792"/>
                        <a:gd name="connsiteX4" fmla="*/ 27221 w 31152"/>
                        <a:gd name="connsiteY4" fmla="*/ 41814 h 48792"/>
                        <a:gd name="connsiteX5" fmla="*/ 27082 w 31152"/>
                        <a:gd name="connsiteY5" fmla="*/ 41814 h 48792"/>
                        <a:gd name="connsiteX6" fmla="*/ 24894 w 31152"/>
                        <a:gd name="connsiteY6" fmla="*/ 44832 h 48792"/>
                        <a:gd name="connsiteX7" fmla="*/ 21959 w 31152"/>
                        <a:gd name="connsiteY7" fmla="*/ 46992 h 48792"/>
                        <a:gd name="connsiteX8" fmla="*/ 18664 w 31152"/>
                        <a:gd name="connsiteY8" fmla="*/ 48321 h 48792"/>
                        <a:gd name="connsiteX9" fmla="*/ 15313 w 31152"/>
                        <a:gd name="connsiteY9" fmla="*/ 48792 h 48792"/>
                        <a:gd name="connsiteX10" fmla="*/ 8307 w 31152"/>
                        <a:gd name="connsiteY10" fmla="*/ 47408 h 48792"/>
                        <a:gd name="connsiteX11" fmla="*/ 3572 w 31152"/>
                        <a:gd name="connsiteY11" fmla="*/ 43586 h 48792"/>
                        <a:gd name="connsiteX12" fmla="*/ 858 w 31152"/>
                        <a:gd name="connsiteY12" fmla="*/ 37826 h 48792"/>
                        <a:gd name="connsiteX13" fmla="*/ 0 w 31152"/>
                        <a:gd name="connsiteY13" fmla="*/ 30710 h 48792"/>
                        <a:gd name="connsiteX14" fmla="*/ 914 w 31152"/>
                        <a:gd name="connsiteY14" fmla="*/ 23787 h 48792"/>
                        <a:gd name="connsiteX15" fmla="*/ 3683 w 31152"/>
                        <a:gd name="connsiteY15" fmla="*/ 17972 h 48792"/>
                        <a:gd name="connsiteX16" fmla="*/ 8390 w 31152"/>
                        <a:gd name="connsiteY16" fmla="*/ 13984 h 48792"/>
                        <a:gd name="connsiteX17" fmla="*/ 15092 w 31152"/>
                        <a:gd name="connsiteY17" fmla="*/ 12489 h 48792"/>
                        <a:gd name="connsiteX18" fmla="*/ 22015 w 31152"/>
                        <a:gd name="connsiteY18" fmla="*/ 14123 h 48792"/>
                        <a:gd name="connsiteX19" fmla="*/ 27221 w 31152"/>
                        <a:gd name="connsiteY19" fmla="*/ 18941 h 48792"/>
                        <a:gd name="connsiteX20" fmla="*/ 27221 w 31152"/>
                        <a:gd name="connsiteY20" fmla="*/ 0 h 48792"/>
                        <a:gd name="connsiteX21" fmla="*/ 27221 w 31152"/>
                        <a:gd name="connsiteY21" fmla="*/ 30516 h 48792"/>
                        <a:gd name="connsiteX22" fmla="*/ 26445 w 31152"/>
                        <a:gd name="connsiteY22" fmla="*/ 24978 h 48792"/>
                        <a:gd name="connsiteX23" fmla="*/ 24175 w 31152"/>
                        <a:gd name="connsiteY23" fmla="*/ 20381 h 48792"/>
                        <a:gd name="connsiteX24" fmla="*/ 20575 w 31152"/>
                        <a:gd name="connsiteY24" fmla="*/ 17252 h 48792"/>
                        <a:gd name="connsiteX25" fmla="*/ 15756 w 31152"/>
                        <a:gd name="connsiteY25" fmla="*/ 16089 h 48792"/>
                        <a:gd name="connsiteX26" fmla="*/ 10440 w 31152"/>
                        <a:gd name="connsiteY26" fmla="*/ 17307 h 48792"/>
                        <a:gd name="connsiteX27" fmla="*/ 6784 w 31152"/>
                        <a:gd name="connsiteY27" fmla="*/ 20658 h 48792"/>
                        <a:gd name="connsiteX28" fmla="*/ 4680 w 31152"/>
                        <a:gd name="connsiteY28" fmla="*/ 25614 h 48792"/>
                        <a:gd name="connsiteX29" fmla="*/ 4154 w 31152"/>
                        <a:gd name="connsiteY29" fmla="*/ 31707 h 48792"/>
                        <a:gd name="connsiteX30" fmla="*/ 5040 w 31152"/>
                        <a:gd name="connsiteY30" fmla="*/ 37466 h 48792"/>
                        <a:gd name="connsiteX31" fmla="*/ 7504 w 31152"/>
                        <a:gd name="connsiteY31" fmla="*/ 41676 h 48792"/>
                        <a:gd name="connsiteX32" fmla="*/ 11160 w 31152"/>
                        <a:gd name="connsiteY32" fmla="*/ 44306 h 48792"/>
                        <a:gd name="connsiteX33" fmla="*/ 15756 w 31152"/>
                        <a:gd name="connsiteY33" fmla="*/ 45192 h 48792"/>
                        <a:gd name="connsiteX34" fmla="*/ 20658 w 31152"/>
                        <a:gd name="connsiteY34" fmla="*/ 44057 h 48792"/>
                        <a:gd name="connsiteX35" fmla="*/ 24258 w 31152"/>
                        <a:gd name="connsiteY35" fmla="*/ 40956 h 48792"/>
                        <a:gd name="connsiteX36" fmla="*/ 26445 w 31152"/>
                        <a:gd name="connsiteY36" fmla="*/ 36303 h 48792"/>
                        <a:gd name="connsiteX37" fmla="*/ 27193 w 31152"/>
                        <a:gd name="connsiteY37" fmla="*/ 30488 h 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1152" h="48792">
                          <a:moveTo>
                            <a:pt x="27221" y="0"/>
                          </a:moveTo>
                          <a:lnTo>
                            <a:pt x="31153" y="0"/>
                          </a:lnTo>
                          <a:lnTo>
                            <a:pt x="31153" y="47851"/>
                          </a:lnTo>
                          <a:lnTo>
                            <a:pt x="27221" y="47851"/>
                          </a:lnTo>
                          <a:lnTo>
                            <a:pt x="27221" y="41814"/>
                          </a:lnTo>
                          <a:lnTo>
                            <a:pt x="27082" y="41814"/>
                          </a:lnTo>
                          <a:cubicBezTo>
                            <a:pt x="26501" y="42977"/>
                            <a:pt x="25781" y="43974"/>
                            <a:pt x="24894" y="44832"/>
                          </a:cubicBezTo>
                          <a:cubicBezTo>
                            <a:pt x="24008" y="45691"/>
                            <a:pt x="23011" y="46411"/>
                            <a:pt x="21959" y="46992"/>
                          </a:cubicBezTo>
                          <a:cubicBezTo>
                            <a:pt x="20879" y="47574"/>
                            <a:pt x="19799" y="48017"/>
                            <a:pt x="18664" y="48321"/>
                          </a:cubicBezTo>
                          <a:cubicBezTo>
                            <a:pt x="17529" y="48626"/>
                            <a:pt x="16421" y="48792"/>
                            <a:pt x="15313" y="48792"/>
                          </a:cubicBezTo>
                          <a:cubicBezTo>
                            <a:pt x="12572" y="48792"/>
                            <a:pt x="10218" y="48321"/>
                            <a:pt x="8307" y="47408"/>
                          </a:cubicBezTo>
                          <a:cubicBezTo>
                            <a:pt x="6397" y="46494"/>
                            <a:pt x="4791" y="45192"/>
                            <a:pt x="3572" y="43586"/>
                          </a:cubicBezTo>
                          <a:cubicBezTo>
                            <a:pt x="2326" y="41980"/>
                            <a:pt x="1412" y="40042"/>
                            <a:pt x="858" y="37826"/>
                          </a:cubicBezTo>
                          <a:cubicBezTo>
                            <a:pt x="277" y="35611"/>
                            <a:pt x="0" y="33230"/>
                            <a:pt x="0" y="30710"/>
                          </a:cubicBezTo>
                          <a:cubicBezTo>
                            <a:pt x="0" y="28328"/>
                            <a:pt x="305" y="26002"/>
                            <a:pt x="914" y="23787"/>
                          </a:cubicBezTo>
                          <a:cubicBezTo>
                            <a:pt x="1523" y="21572"/>
                            <a:pt x="2465" y="19633"/>
                            <a:pt x="3683" y="17972"/>
                          </a:cubicBezTo>
                          <a:cubicBezTo>
                            <a:pt x="4929" y="16310"/>
                            <a:pt x="6507" y="14981"/>
                            <a:pt x="8390" y="13984"/>
                          </a:cubicBezTo>
                          <a:cubicBezTo>
                            <a:pt x="10273" y="12987"/>
                            <a:pt x="12516" y="12489"/>
                            <a:pt x="15092" y="12489"/>
                          </a:cubicBezTo>
                          <a:cubicBezTo>
                            <a:pt x="17501" y="12489"/>
                            <a:pt x="19799" y="13043"/>
                            <a:pt x="22015" y="14123"/>
                          </a:cubicBezTo>
                          <a:cubicBezTo>
                            <a:pt x="24230" y="15203"/>
                            <a:pt x="25947" y="16809"/>
                            <a:pt x="27221" y="18941"/>
                          </a:cubicBezTo>
                          <a:lnTo>
                            <a:pt x="27221" y="0"/>
                          </a:lnTo>
                          <a:close/>
                          <a:moveTo>
                            <a:pt x="27221" y="30516"/>
                          </a:moveTo>
                          <a:cubicBezTo>
                            <a:pt x="27221" y="28577"/>
                            <a:pt x="26971" y="26722"/>
                            <a:pt x="26445" y="24978"/>
                          </a:cubicBezTo>
                          <a:cubicBezTo>
                            <a:pt x="25919" y="23233"/>
                            <a:pt x="25171" y="21710"/>
                            <a:pt x="24175" y="20381"/>
                          </a:cubicBezTo>
                          <a:cubicBezTo>
                            <a:pt x="23205" y="19079"/>
                            <a:pt x="21987" y="18027"/>
                            <a:pt x="20575" y="17252"/>
                          </a:cubicBezTo>
                          <a:cubicBezTo>
                            <a:pt x="19162" y="16476"/>
                            <a:pt x="17556" y="16089"/>
                            <a:pt x="15756" y="16089"/>
                          </a:cubicBezTo>
                          <a:cubicBezTo>
                            <a:pt x="13707" y="16089"/>
                            <a:pt x="11935" y="16504"/>
                            <a:pt x="10440" y="17307"/>
                          </a:cubicBezTo>
                          <a:cubicBezTo>
                            <a:pt x="8944" y="18138"/>
                            <a:pt x="7726" y="19246"/>
                            <a:pt x="6784" y="20658"/>
                          </a:cubicBezTo>
                          <a:cubicBezTo>
                            <a:pt x="5815" y="22070"/>
                            <a:pt x="5123" y="23731"/>
                            <a:pt x="4680" y="25614"/>
                          </a:cubicBezTo>
                          <a:cubicBezTo>
                            <a:pt x="4237" y="27497"/>
                            <a:pt x="4071" y="29519"/>
                            <a:pt x="4154" y="31707"/>
                          </a:cubicBezTo>
                          <a:cubicBezTo>
                            <a:pt x="4154" y="33867"/>
                            <a:pt x="4458" y="35805"/>
                            <a:pt x="5040" y="37466"/>
                          </a:cubicBezTo>
                          <a:cubicBezTo>
                            <a:pt x="5621" y="39128"/>
                            <a:pt x="6452" y="40540"/>
                            <a:pt x="7504" y="41676"/>
                          </a:cubicBezTo>
                          <a:cubicBezTo>
                            <a:pt x="8557" y="42811"/>
                            <a:pt x="9775" y="43697"/>
                            <a:pt x="11160" y="44306"/>
                          </a:cubicBezTo>
                          <a:cubicBezTo>
                            <a:pt x="12544" y="44915"/>
                            <a:pt x="14095" y="45192"/>
                            <a:pt x="15756" y="45192"/>
                          </a:cubicBezTo>
                          <a:cubicBezTo>
                            <a:pt x="17584" y="45192"/>
                            <a:pt x="19218" y="44805"/>
                            <a:pt x="20658" y="44057"/>
                          </a:cubicBezTo>
                          <a:cubicBezTo>
                            <a:pt x="22098" y="43309"/>
                            <a:pt x="23288" y="42285"/>
                            <a:pt x="24258" y="40956"/>
                          </a:cubicBezTo>
                          <a:cubicBezTo>
                            <a:pt x="25227" y="39654"/>
                            <a:pt x="25947" y="38103"/>
                            <a:pt x="26445" y="36303"/>
                          </a:cubicBezTo>
                          <a:cubicBezTo>
                            <a:pt x="26944" y="34503"/>
                            <a:pt x="27193" y="32565"/>
                            <a:pt x="27193" y="30488"/>
                          </a:cubicBez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0" name="Freeform 3589">
                      <a:extLst>
                        <a:ext uri="{FF2B5EF4-FFF2-40B4-BE49-F238E27FC236}">
                          <a16:creationId xmlns:a16="http://schemas.microsoft.com/office/drawing/2014/main" id="{75FFFE63-7037-0BA1-5DF7-C4001AE1179E}"/>
                        </a:ext>
                      </a:extLst>
                    </p:cNvPr>
                    <p:cNvSpPr/>
                    <p:nvPr/>
                  </p:nvSpPr>
                  <p:spPr>
                    <a:xfrm>
                      <a:off x="2057681" y="2895209"/>
                      <a:ext cx="4319" cy="47850"/>
                    </a:xfrm>
                    <a:custGeom>
                      <a:avLst/>
                      <a:gdLst>
                        <a:gd name="connsiteX0" fmla="*/ 0 w 4319"/>
                        <a:gd name="connsiteY0" fmla="*/ 5926 h 47850"/>
                        <a:gd name="connsiteX1" fmla="*/ 0 w 4319"/>
                        <a:gd name="connsiteY1" fmla="*/ 0 h 47850"/>
                        <a:gd name="connsiteX2" fmla="*/ 4320 w 4319"/>
                        <a:gd name="connsiteY2" fmla="*/ 0 h 47850"/>
                        <a:gd name="connsiteX3" fmla="*/ 4320 w 4319"/>
                        <a:gd name="connsiteY3" fmla="*/ 5926 h 47850"/>
                        <a:gd name="connsiteX4" fmla="*/ 0 w 4319"/>
                        <a:gd name="connsiteY4" fmla="*/ 5926 h 47850"/>
                        <a:gd name="connsiteX5" fmla="*/ 194 w 4319"/>
                        <a:gd name="connsiteY5" fmla="*/ 47851 h 47850"/>
                        <a:gd name="connsiteX6" fmla="*/ 194 w 4319"/>
                        <a:gd name="connsiteY6" fmla="*/ 13430 h 47850"/>
                        <a:gd name="connsiteX7" fmla="*/ 4126 w 4319"/>
                        <a:gd name="connsiteY7" fmla="*/ 13430 h 47850"/>
                        <a:gd name="connsiteX8" fmla="*/ 4126 w 4319"/>
                        <a:gd name="connsiteY8" fmla="*/ 47851 h 47850"/>
                        <a:gd name="connsiteX9" fmla="*/ 194 w 4319"/>
                        <a:gd name="connsiteY9" fmla="*/ 4785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50">
                          <a:moveTo>
                            <a:pt x="0" y="5926"/>
                          </a:moveTo>
                          <a:lnTo>
                            <a:pt x="0" y="0"/>
                          </a:lnTo>
                          <a:lnTo>
                            <a:pt x="4320" y="0"/>
                          </a:lnTo>
                          <a:lnTo>
                            <a:pt x="4320" y="5926"/>
                          </a:lnTo>
                          <a:lnTo>
                            <a:pt x="0" y="5926"/>
                          </a:lnTo>
                          <a:close/>
                          <a:moveTo>
                            <a:pt x="194" y="47851"/>
                          </a:moveTo>
                          <a:lnTo>
                            <a:pt x="194" y="13430"/>
                          </a:lnTo>
                          <a:lnTo>
                            <a:pt x="4126" y="13430"/>
                          </a:lnTo>
                          <a:lnTo>
                            <a:pt x="4126" y="47851"/>
                          </a:lnTo>
                          <a:lnTo>
                            <a:pt x="194" y="4785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1" name="Freeform 3590">
                      <a:extLst>
                        <a:ext uri="{FF2B5EF4-FFF2-40B4-BE49-F238E27FC236}">
                          <a16:creationId xmlns:a16="http://schemas.microsoft.com/office/drawing/2014/main" id="{2084E800-50B3-A01C-981B-4CE6BAB13009}"/>
                        </a:ext>
                      </a:extLst>
                    </p:cNvPr>
                    <p:cNvSpPr/>
                    <p:nvPr/>
                  </p:nvSpPr>
                  <p:spPr>
                    <a:xfrm>
                      <a:off x="2071831" y="2907698"/>
                      <a:ext cx="26915" cy="35389"/>
                    </a:xfrm>
                    <a:custGeom>
                      <a:avLst/>
                      <a:gdLst>
                        <a:gd name="connsiteX0" fmla="*/ 3932 w 26915"/>
                        <a:gd name="connsiteY0" fmla="*/ 35362 h 35389"/>
                        <a:gd name="connsiteX1" fmla="*/ 0 w 26915"/>
                        <a:gd name="connsiteY1" fmla="*/ 35362 h 35389"/>
                        <a:gd name="connsiteX2" fmla="*/ 0 w 26915"/>
                        <a:gd name="connsiteY2" fmla="*/ 942 h 35389"/>
                        <a:gd name="connsiteX3" fmla="*/ 3932 w 26915"/>
                        <a:gd name="connsiteY3" fmla="*/ 942 h 35389"/>
                        <a:gd name="connsiteX4" fmla="*/ 3932 w 26915"/>
                        <a:gd name="connsiteY4" fmla="*/ 5732 h 35389"/>
                        <a:gd name="connsiteX5" fmla="*/ 8806 w 26915"/>
                        <a:gd name="connsiteY5" fmla="*/ 1606 h 35389"/>
                        <a:gd name="connsiteX6" fmla="*/ 14870 w 26915"/>
                        <a:gd name="connsiteY6" fmla="*/ 0 h 35389"/>
                        <a:gd name="connsiteX7" fmla="*/ 20713 w 26915"/>
                        <a:gd name="connsiteY7" fmla="*/ 1108 h 35389"/>
                        <a:gd name="connsiteX8" fmla="*/ 25227 w 26915"/>
                        <a:gd name="connsiteY8" fmla="*/ 4929 h 35389"/>
                        <a:gd name="connsiteX9" fmla="*/ 26694 w 26915"/>
                        <a:gd name="connsiteY9" fmla="*/ 8751 h 35389"/>
                        <a:gd name="connsiteX10" fmla="*/ 26916 w 26915"/>
                        <a:gd name="connsiteY10" fmla="*/ 12849 h 35389"/>
                        <a:gd name="connsiteX11" fmla="*/ 26916 w 26915"/>
                        <a:gd name="connsiteY11" fmla="*/ 35390 h 35389"/>
                        <a:gd name="connsiteX12" fmla="*/ 22984 w 26915"/>
                        <a:gd name="connsiteY12" fmla="*/ 35390 h 35389"/>
                        <a:gd name="connsiteX13" fmla="*/ 22984 w 26915"/>
                        <a:gd name="connsiteY13" fmla="*/ 12932 h 35389"/>
                        <a:gd name="connsiteX14" fmla="*/ 20962 w 26915"/>
                        <a:gd name="connsiteY14" fmla="*/ 5954 h 35389"/>
                        <a:gd name="connsiteX15" fmla="*/ 14206 w 26915"/>
                        <a:gd name="connsiteY15" fmla="*/ 3628 h 35389"/>
                        <a:gd name="connsiteX16" fmla="*/ 10855 w 26915"/>
                        <a:gd name="connsiteY16" fmla="*/ 4181 h 35389"/>
                        <a:gd name="connsiteX17" fmla="*/ 8141 w 26915"/>
                        <a:gd name="connsiteY17" fmla="*/ 5677 h 35389"/>
                        <a:gd name="connsiteX18" fmla="*/ 6092 w 26915"/>
                        <a:gd name="connsiteY18" fmla="*/ 7809 h 35389"/>
                        <a:gd name="connsiteX19" fmla="*/ 4791 w 26915"/>
                        <a:gd name="connsiteY19" fmla="*/ 10329 h 35389"/>
                        <a:gd name="connsiteX20" fmla="*/ 4071 w 26915"/>
                        <a:gd name="connsiteY20" fmla="*/ 13513 h 35389"/>
                        <a:gd name="connsiteX21" fmla="*/ 3932 w 26915"/>
                        <a:gd name="connsiteY21" fmla="*/ 16836 h 35389"/>
                        <a:gd name="connsiteX22" fmla="*/ 3932 w 26915"/>
                        <a:gd name="connsiteY22" fmla="*/ 35390 h 3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15" h="35389">
                          <a:moveTo>
                            <a:pt x="3932" y="35362"/>
                          </a:moveTo>
                          <a:lnTo>
                            <a:pt x="0" y="35362"/>
                          </a:lnTo>
                          <a:lnTo>
                            <a:pt x="0" y="942"/>
                          </a:lnTo>
                          <a:lnTo>
                            <a:pt x="3932" y="942"/>
                          </a:lnTo>
                          <a:lnTo>
                            <a:pt x="3932" y="5732"/>
                          </a:lnTo>
                          <a:cubicBezTo>
                            <a:pt x="5511" y="4043"/>
                            <a:pt x="7117" y="2686"/>
                            <a:pt x="8806" y="1606"/>
                          </a:cubicBezTo>
                          <a:cubicBezTo>
                            <a:pt x="10495" y="554"/>
                            <a:pt x="12516" y="0"/>
                            <a:pt x="14870" y="0"/>
                          </a:cubicBezTo>
                          <a:cubicBezTo>
                            <a:pt x="16975" y="0"/>
                            <a:pt x="18913" y="360"/>
                            <a:pt x="20713" y="1108"/>
                          </a:cubicBezTo>
                          <a:cubicBezTo>
                            <a:pt x="22513" y="1828"/>
                            <a:pt x="24008" y="3101"/>
                            <a:pt x="25227" y="4929"/>
                          </a:cubicBezTo>
                          <a:cubicBezTo>
                            <a:pt x="26058" y="6175"/>
                            <a:pt x="26556" y="7449"/>
                            <a:pt x="26694" y="8751"/>
                          </a:cubicBezTo>
                          <a:cubicBezTo>
                            <a:pt x="26861" y="10052"/>
                            <a:pt x="26916" y="11409"/>
                            <a:pt x="26916" y="12849"/>
                          </a:cubicBezTo>
                          <a:lnTo>
                            <a:pt x="26916" y="35390"/>
                          </a:lnTo>
                          <a:lnTo>
                            <a:pt x="22984" y="35390"/>
                          </a:lnTo>
                          <a:lnTo>
                            <a:pt x="22984" y="12932"/>
                          </a:lnTo>
                          <a:cubicBezTo>
                            <a:pt x="22984" y="9830"/>
                            <a:pt x="22319" y="7504"/>
                            <a:pt x="20962" y="5954"/>
                          </a:cubicBezTo>
                          <a:cubicBezTo>
                            <a:pt x="19605" y="4403"/>
                            <a:pt x="17362" y="3628"/>
                            <a:pt x="14206" y="3628"/>
                          </a:cubicBezTo>
                          <a:cubicBezTo>
                            <a:pt x="12987" y="3628"/>
                            <a:pt x="11880" y="3821"/>
                            <a:pt x="10855" y="4181"/>
                          </a:cubicBezTo>
                          <a:cubicBezTo>
                            <a:pt x="9858" y="4569"/>
                            <a:pt x="8944" y="5068"/>
                            <a:pt x="8141" y="5677"/>
                          </a:cubicBezTo>
                          <a:cubicBezTo>
                            <a:pt x="7338" y="6286"/>
                            <a:pt x="6646" y="7006"/>
                            <a:pt x="6092" y="7809"/>
                          </a:cubicBezTo>
                          <a:cubicBezTo>
                            <a:pt x="5511" y="8612"/>
                            <a:pt x="5095" y="9443"/>
                            <a:pt x="4791" y="10329"/>
                          </a:cubicBezTo>
                          <a:cubicBezTo>
                            <a:pt x="4403" y="11437"/>
                            <a:pt x="4154" y="12489"/>
                            <a:pt x="4071" y="13513"/>
                          </a:cubicBezTo>
                          <a:cubicBezTo>
                            <a:pt x="3988" y="14538"/>
                            <a:pt x="3932" y="15646"/>
                            <a:pt x="3932" y="16836"/>
                          </a:cubicBezTo>
                          <a:lnTo>
                            <a:pt x="3932" y="35390"/>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2" name="Freeform 3591">
                      <a:extLst>
                        <a:ext uri="{FF2B5EF4-FFF2-40B4-BE49-F238E27FC236}">
                          <a16:creationId xmlns:a16="http://schemas.microsoft.com/office/drawing/2014/main" id="{B2E02A95-8E87-3611-9891-376E2127FBD8}"/>
                        </a:ext>
                      </a:extLst>
                    </p:cNvPr>
                    <p:cNvSpPr/>
                    <p:nvPr/>
                  </p:nvSpPr>
                  <p:spPr>
                    <a:xfrm>
                      <a:off x="2126826" y="2895209"/>
                      <a:ext cx="4319" cy="47850"/>
                    </a:xfrm>
                    <a:custGeom>
                      <a:avLst/>
                      <a:gdLst>
                        <a:gd name="connsiteX0" fmla="*/ 0 w 4319"/>
                        <a:gd name="connsiteY0" fmla="*/ 5926 h 47850"/>
                        <a:gd name="connsiteX1" fmla="*/ 0 w 4319"/>
                        <a:gd name="connsiteY1" fmla="*/ 0 h 47850"/>
                        <a:gd name="connsiteX2" fmla="*/ 4320 w 4319"/>
                        <a:gd name="connsiteY2" fmla="*/ 0 h 47850"/>
                        <a:gd name="connsiteX3" fmla="*/ 4320 w 4319"/>
                        <a:gd name="connsiteY3" fmla="*/ 5926 h 47850"/>
                        <a:gd name="connsiteX4" fmla="*/ 0 w 4319"/>
                        <a:gd name="connsiteY4" fmla="*/ 5926 h 47850"/>
                        <a:gd name="connsiteX5" fmla="*/ 222 w 4319"/>
                        <a:gd name="connsiteY5" fmla="*/ 47851 h 47850"/>
                        <a:gd name="connsiteX6" fmla="*/ 222 w 4319"/>
                        <a:gd name="connsiteY6" fmla="*/ 13430 h 47850"/>
                        <a:gd name="connsiteX7" fmla="*/ 4154 w 4319"/>
                        <a:gd name="connsiteY7" fmla="*/ 13430 h 47850"/>
                        <a:gd name="connsiteX8" fmla="*/ 4154 w 4319"/>
                        <a:gd name="connsiteY8" fmla="*/ 47851 h 47850"/>
                        <a:gd name="connsiteX9" fmla="*/ 222 w 4319"/>
                        <a:gd name="connsiteY9" fmla="*/ 4785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50">
                          <a:moveTo>
                            <a:pt x="0" y="5926"/>
                          </a:moveTo>
                          <a:lnTo>
                            <a:pt x="0" y="0"/>
                          </a:lnTo>
                          <a:lnTo>
                            <a:pt x="4320" y="0"/>
                          </a:lnTo>
                          <a:lnTo>
                            <a:pt x="4320" y="5926"/>
                          </a:lnTo>
                          <a:lnTo>
                            <a:pt x="0" y="5926"/>
                          </a:lnTo>
                          <a:close/>
                          <a:moveTo>
                            <a:pt x="222" y="47851"/>
                          </a:moveTo>
                          <a:lnTo>
                            <a:pt x="222" y="13430"/>
                          </a:lnTo>
                          <a:lnTo>
                            <a:pt x="4154" y="13430"/>
                          </a:lnTo>
                          <a:lnTo>
                            <a:pt x="4154" y="47851"/>
                          </a:lnTo>
                          <a:lnTo>
                            <a:pt x="222" y="4785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3" name="Freeform 3592">
                      <a:extLst>
                        <a:ext uri="{FF2B5EF4-FFF2-40B4-BE49-F238E27FC236}">
                          <a16:creationId xmlns:a16="http://schemas.microsoft.com/office/drawing/2014/main" id="{6B3F13E6-F05C-22F8-2DBA-AE0F0A99EA4E}"/>
                        </a:ext>
                      </a:extLst>
                    </p:cNvPr>
                    <p:cNvSpPr/>
                    <p:nvPr/>
                  </p:nvSpPr>
                  <p:spPr>
                    <a:xfrm>
                      <a:off x="2139232" y="2907698"/>
                      <a:ext cx="26722" cy="36248"/>
                    </a:xfrm>
                    <a:custGeom>
                      <a:avLst/>
                      <a:gdLst>
                        <a:gd name="connsiteX0" fmla="*/ 4043 w 26722"/>
                        <a:gd name="connsiteY0" fmla="*/ 24618 h 36248"/>
                        <a:gd name="connsiteX1" fmla="*/ 7338 w 26722"/>
                        <a:gd name="connsiteY1" fmla="*/ 30904 h 36248"/>
                        <a:gd name="connsiteX2" fmla="*/ 14178 w 26722"/>
                        <a:gd name="connsiteY2" fmla="*/ 32731 h 36248"/>
                        <a:gd name="connsiteX3" fmla="*/ 17916 w 26722"/>
                        <a:gd name="connsiteY3" fmla="*/ 32205 h 36248"/>
                        <a:gd name="connsiteX4" fmla="*/ 20492 w 26722"/>
                        <a:gd name="connsiteY4" fmla="*/ 30765 h 36248"/>
                        <a:gd name="connsiteX5" fmla="*/ 22042 w 26722"/>
                        <a:gd name="connsiteY5" fmla="*/ 28744 h 36248"/>
                        <a:gd name="connsiteX6" fmla="*/ 22568 w 26722"/>
                        <a:gd name="connsiteY6" fmla="*/ 26362 h 36248"/>
                        <a:gd name="connsiteX7" fmla="*/ 20962 w 26722"/>
                        <a:gd name="connsiteY7" fmla="*/ 22596 h 36248"/>
                        <a:gd name="connsiteX8" fmla="*/ 16947 w 26722"/>
                        <a:gd name="connsiteY8" fmla="*/ 20658 h 36248"/>
                        <a:gd name="connsiteX9" fmla="*/ 11713 w 26722"/>
                        <a:gd name="connsiteY9" fmla="*/ 19467 h 36248"/>
                        <a:gd name="connsiteX10" fmla="*/ 6480 w 26722"/>
                        <a:gd name="connsiteY10" fmla="*/ 17972 h 36248"/>
                        <a:gd name="connsiteX11" fmla="*/ 2465 w 26722"/>
                        <a:gd name="connsiteY11" fmla="*/ 15120 h 36248"/>
                        <a:gd name="connsiteX12" fmla="*/ 858 w 26722"/>
                        <a:gd name="connsiteY12" fmla="*/ 9858 h 36248"/>
                        <a:gd name="connsiteX13" fmla="*/ 3960 w 26722"/>
                        <a:gd name="connsiteY13" fmla="*/ 2769 h 36248"/>
                        <a:gd name="connsiteX14" fmla="*/ 12766 w 26722"/>
                        <a:gd name="connsiteY14" fmla="*/ 0 h 36248"/>
                        <a:gd name="connsiteX15" fmla="*/ 21710 w 26722"/>
                        <a:gd name="connsiteY15" fmla="*/ 2492 h 36248"/>
                        <a:gd name="connsiteX16" fmla="*/ 25864 w 26722"/>
                        <a:gd name="connsiteY16" fmla="*/ 10827 h 36248"/>
                        <a:gd name="connsiteX17" fmla="*/ 21876 w 26722"/>
                        <a:gd name="connsiteY17" fmla="*/ 10827 h 36248"/>
                        <a:gd name="connsiteX18" fmla="*/ 18886 w 26722"/>
                        <a:gd name="connsiteY18" fmla="*/ 5206 h 36248"/>
                        <a:gd name="connsiteX19" fmla="*/ 12683 w 26722"/>
                        <a:gd name="connsiteY19" fmla="*/ 3572 h 36248"/>
                        <a:gd name="connsiteX20" fmla="*/ 6978 w 26722"/>
                        <a:gd name="connsiteY20" fmla="*/ 5206 h 36248"/>
                        <a:gd name="connsiteX21" fmla="*/ 5012 w 26722"/>
                        <a:gd name="connsiteY21" fmla="*/ 9498 h 36248"/>
                        <a:gd name="connsiteX22" fmla="*/ 6618 w 26722"/>
                        <a:gd name="connsiteY22" fmla="*/ 13043 h 36248"/>
                        <a:gd name="connsiteX23" fmla="*/ 10634 w 26722"/>
                        <a:gd name="connsiteY23" fmla="*/ 15036 h 36248"/>
                        <a:gd name="connsiteX24" fmla="*/ 15867 w 26722"/>
                        <a:gd name="connsiteY24" fmla="*/ 16393 h 36248"/>
                        <a:gd name="connsiteX25" fmla="*/ 21101 w 26722"/>
                        <a:gd name="connsiteY25" fmla="*/ 18083 h 36248"/>
                        <a:gd name="connsiteX26" fmla="*/ 25116 w 26722"/>
                        <a:gd name="connsiteY26" fmla="*/ 21046 h 36248"/>
                        <a:gd name="connsiteX27" fmla="*/ 26722 w 26722"/>
                        <a:gd name="connsiteY27" fmla="*/ 26224 h 36248"/>
                        <a:gd name="connsiteX28" fmla="*/ 25670 w 26722"/>
                        <a:gd name="connsiteY28" fmla="*/ 30571 h 36248"/>
                        <a:gd name="connsiteX29" fmla="*/ 22790 w 26722"/>
                        <a:gd name="connsiteY29" fmla="*/ 33728 h 36248"/>
                        <a:gd name="connsiteX30" fmla="*/ 18442 w 26722"/>
                        <a:gd name="connsiteY30" fmla="*/ 35611 h 36248"/>
                        <a:gd name="connsiteX31" fmla="*/ 12904 w 26722"/>
                        <a:gd name="connsiteY31" fmla="*/ 36248 h 36248"/>
                        <a:gd name="connsiteX32" fmla="*/ 7560 w 26722"/>
                        <a:gd name="connsiteY32" fmla="*/ 35362 h 36248"/>
                        <a:gd name="connsiteX33" fmla="*/ 3600 w 26722"/>
                        <a:gd name="connsiteY33" fmla="*/ 32870 h 36248"/>
                        <a:gd name="connsiteX34" fmla="*/ 1052 w 26722"/>
                        <a:gd name="connsiteY34" fmla="*/ 29159 h 36248"/>
                        <a:gd name="connsiteX35" fmla="*/ 0 w 26722"/>
                        <a:gd name="connsiteY35" fmla="*/ 24562 h 36248"/>
                        <a:gd name="connsiteX36" fmla="*/ 3988 w 26722"/>
                        <a:gd name="connsiteY36" fmla="*/ 24562 h 3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722" h="36248">
                          <a:moveTo>
                            <a:pt x="4043" y="24618"/>
                          </a:moveTo>
                          <a:cubicBezTo>
                            <a:pt x="4652" y="27581"/>
                            <a:pt x="5760" y="29685"/>
                            <a:pt x="7338" y="30904"/>
                          </a:cubicBezTo>
                          <a:cubicBezTo>
                            <a:pt x="8944" y="32122"/>
                            <a:pt x="11215" y="32731"/>
                            <a:pt x="14178" y="32731"/>
                          </a:cubicBezTo>
                          <a:cubicBezTo>
                            <a:pt x="15618" y="32731"/>
                            <a:pt x="16864" y="32565"/>
                            <a:pt x="17916" y="32205"/>
                          </a:cubicBezTo>
                          <a:cubicBezTo>
                            <a:pt x="18969" y="31845"/>
                            <a:pt x="19827" y="31374"/>
                            <a:pt x="20492" y="30765"/>
                          </a:cubicBezTo>
                          <a:cubicBezTo>
                            <a:pt x="21156" y="30156"/>
                            <a:pt x="21682" y="29491"/>
                            <a:pt x="22042" y="28744"/>
                          </a:cubicBezTo>
                          <a:cubicBezTo>
                            <a:pt x="22402" y="27996"/>
                            <a:pt x="22568" y="27193"/>
                            <a:pt x="22568" y="26362"/>
                          </a:cubicBezTo>
                          <a:cubicBezTo>
                            <a:pt x="22568" y="24673"/>
                            <a:pt x="22042" y="23427"/>
                            <a:pt x="20962" y="22596"/>
                          </a:cubicBezTo>
                          <a:cubicBezTo>
                            <a:pt x="19882" y="21765"/>
                            <a:pt x="18553" y="21129"/>
                            <a:pt x="16947" y="20658"/>
                          </a:cubicBezTo>
                          <a:cubicBezTo>
                            <a:pt x="15341" y="20187"/>
                            <a:pt x="13596" y="19799"/>
                            <a:pt x="11713" y="19467"/>
                          </a:cubicBezTo>
                          <a:cubicBezTo>
                            <a:pt x="9830" y="19135"/>
                            <a:pt x="8086" y="18636"/>
                            <a:pt x="6480" y="17972"/>
                          </a:cubicBezTo>
                          <a:cubicBezTo>
                            <a:pt x="4874" y="17307"/>
                            <a:pt x="3517" y="16366"/>
                            <a:pt x="2465" y="15120"/>
                          </a:cubicBezTo>
                          <a:cubicBezTo>
                            <a:pt x="1412" y="13873"/>
                            <a:pt x="858" y="12129"/>
                            <a:pt x="858" y="9858"/>
                          </a:cubicBezTo>
                          <a:cubicBezTo>
                            <a:pt x="858" y="6978"/>
                            <a:pt x="1883" y="4624"/>
                            <a:pt x="3960" y="2769"/>
                          </a:cubicBezTo>
                          <a:cubicBezTo>
                            <a:pt x="6037" y="942"/>
                            <a:pt x="8972" y="0"/>
                            <a:pt x="12766" y="0"/>
                          </a:cubicBezTo>
                          <a:cubicBezTo>
                            <a:pt x="16559" y="0"/>
                            <a:pt x="19412" y="831"/>
                            <a:pt x="21710" y="2492"/>
                          </a:cubicBezTo>
                          <a:cubicBezTo>
                            <a:pt x="24008" y="4154"/>
                            <a:pt x="25393" y="6923"/>
                            <a:pt x="25864" y="10827"/>
                          </a:cubicBezTo>
                          <a:lnTo>
                            <a:pt x="21876" y="10827"/>
                          </a:lnTo>
                          <a:cubicBezTo>
                            <a:pt x="21516" y="8169"/>
                            <a:pt x="20547" y="6286"/>
                            <a:pt x="18886" y="5206"/>
                          </a:cubicBezTo>
                          <a:cubicBezTo>
                            <a:pt x="17224" y="4126"/>
                            <a:pt x="15175" y="3572"/>
                            <a:pt x="12683" y="3572"/>
                          </a:cubicBezTo>
                          <a:cubicBezTo>
                            <a:pt x="10190" y="3572"/>
                            <a:pt x="8307" y="4126"/>
                            <a:pt x="6978" y="5206"/>
                          </a:cubicBezTo>
                          <a:cubicBezTo>
                            <a:pt x="5649" y="6286"/>
                            <a:pt x="5012" y="7726"/>
                            <a:pt x="5012" y="9498"/>
                          </a:cubicBezTo>
                          <a:cubicBezTo>
                            <a:pt x="5012" y="11049"/>
                            <a:pt x="5538" y="12240"/>
                            <a:pt x="6618" y="13043"/>
                          </a:cubicBezTo>
                          <a:cubicBezTo>
                            <a:pt x="7698" y="13846"/>
                            <a:pt x="9027" y="14538"/>
                            <a:pt x="10634" y="15036"/>
                          </a:cubicBezTo>
                          <a:cubicBezTo>
                            <a:pt x="12240" y="15535"/>
                            <a:pt x="13984" y="16006"/>
                            <a:pt x="15867" y="16393"/>
                          </a:cubicBezTo>
                          <a:cubicBezTo>
                            <a:pt x="17750" y="16781"/>
                            <a:pt x="19495" y="17363"/>
                            <a:pt x="21101" y="18083"/>
                          </a:cubicBezTo>
                          <a:cubicBezTo>
                            <a:pt x="22707" y="18803"/>
                            <a:pt x="24064" y="19799"/>
                            <a:pt x="25116" y="21046"/>
                          </a:cubicBezTo>
                          <a:cubicBezTo>
                            <a:pt x="26196" y="22291"/>
                            <a:pt x="26722" y="24008"/>
                            <a:pt x="26722" y="26224"/>
                          </a:cubicBezTo>
                          <a:cubicBezTo>
                            <a:pt x="26722" y="27857"/>
                            <a:pt x="26362" y="29325"/>
                            <a:pt x="25670" y="30571"/>
                          </a:cubicBezTo>
                          <a:cubicBezTo>
                            <a:pt x="24978" y="31845"/>
                            <a:pt x="24008" y="32897"/>
                            <a:pt x="22790" y="33728"/>
                          </a:cubicBezTo>
                          <a:cubicBezTo>
                            <a:pt x="21572" y="34559"/>
                            <a:pt x="20104" y="35196"/>
                            <a:pt x="18442" y="35611"/>
                          </a:cubicBezTo>
                          <a:cubicBezTo>
                            <a:pt x="16753" y="36026"/>
                            <a:pt x="14926" y="36248"/>
                            <a:pt x="12904" y="36248"/>
                          </a:cubicBezTo>
                          <a:cubicBezTo>
                            <a:pt x="10883" y="36248"/>
                            <a:pt x="9110" y="35943"/>
                            <a:pt x="7560" y="35362"/>
                          </a:cubicBezTo>
                          <a:cubicBezTo>
                            <a:pt x="6009" y="34753"/>
                            <a:pt x="4680" y="33922"/>
                            <a:pt x="3600" y="32870"/>
                          </a:cubicBezTo>
                          <a:cubicBezTo>
                            <a:pt x="2520" y="31817"/>
                            <a:pt x="1661" y="30571"/>
                            <a:pt x="1052" y="29159"/>
                          </a:cubicBezTo>
                          <a:cubicBezTo>
                            <a:pt x="443" y="27747"/>
                            <a:pt x="83" y="26224"/>
                            <a:pt x="0" y="24562"/>
                          </a:cubicBezTo>
                          <a:lnTo>
                            <a:pt x="3988" y="24562"/>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4" name="Freeform 3593">
                      <a:extLst>
                        <a:ext uri="{FF2B5EF4-FFF2-40B4-BE49-F238E27FC236}">
                          <a16:creationId xmlns:a16="http://schemas.microsoft.com/office/drawing/2014/main" id="{30D2E5D0-0132-3F7A-6324-764C68DCD8A3}"/>
                        </a:ext>
                      </a:extLst>
                    </p:cNvPr>
                    <p:cNvSpPr/>
                    <p:nvPr/>
                  </p:nvSpPr>
                  <p:spPr>
                    <a:xfrm>
                      <a:off x="2171492" y="2907698"/>
                      <a:ext cx="31374" cy="36303"/>
                    </a:xfrm>
                    <a:custGeom>
                      <a:avLst/>
                      <a:gdLst>
                        <a:gd name="connsiteX0" fmla="*/ 15729 w 31374"/>
                        <a:gd name="connsiteY0" fmla="*/ 36303 h 36303"/>
                        <a:gd name="connsiteX1" fmla="*/ 9609 w 31374"/>
                        <a:gd name="connsiteY1" fmla="*/ 35113 h 36303"/>
                        <a:gd name="connsiteX2" fmla="*/ 4624 w 31374"/>
                        <a:gd name="connsiteY2" fmla="*/ 31734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7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1 h 36303"/>
                        <a:gd name="connsiteX28" fmla="*/ 10717 w 31374"/>
                        <a:gd name="connsiteY28" fmla="*/ 31651 h 36303"/>
                        <a:gd name="connsiteX29" fmla="*/ 15701 w 31374"/>
                        <a:gd name="connsiteY29" fmla="*/ 32703 h 36303"/>
                        <a:gd name="connsiteX30" fmla="*/ 20962 w 31374"/>
                        <a:gd name="connsiteY30" fmla="*/ 31485 h 36303"/>
                        <a:gd name="connsiteX31" fmla="*/ 24535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4"/>
                          </a:cubicBezTo>
                          <a:cubicBezTo>
                            <a:pt x="3212" y="30239"/>
                            <a:pt x="2077" y="28356"/>
                            <a:pt x="1246" y="26085"/>
                          </a:cubicBezTo>
                          <a:cubicBezTo>
                            <a:pt x="415" y="23815"/>
                            <a:pt x="0" y="21184"/>
                            <a:pt x="0" y="18166"/>
                          </a:cubicBezTo>
                          <a:cubicBezTo>
                            <a:pt x="0" y="15646"/>
                            <a:pt x="332" y="13292"/>
                            <a:pt x="969" y="11077"/>
                          </a:cubicBezTo>
                          <a:cubicBezTo>
                            <a:pt x="1634" y="8889"/>
                            <a:pt x="2603" y="6978"/>
                            <a:pt x="3904" y="5317"/>
                          </a:cubicBezTo>
                          <a:cubicBezTo>
                            <a:pt x="5206" y="3683"/>
                            <a:pt x="6840" y="2381"/>
                            <a:pt x="8806" y="1440"/>
                          </a:cubicBezTo>
                          <a:cubicBezTo>
                            <a:pt x="10772" y="498"/>
                            <a:pt x="13070" y="0"/>
                            <a:pt x="15673" y="0"/>
                          </a:cubicBezTo>
                          <a:cubicBezTo>
                            <a:pt x="18276" y="0"/>
                            <a:pt x="20658" y="471"/>
                            <a:pt x="22624" y="1440"/>
                          </a:cubicBezTo>
                          <a:cubicBezTo>
                            <a:pt x="24590" y="2381"/>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925"/>
                            <a:pt x="24036" y="34143"/>
                            <a:pt x="22098" y="35002"/>
                          </a:cubicBezTo>
                          <a:cubicBezTo>
                            <a:pt x="20159" y="35860"/>
                            <a:pt x="17999" y="36303"/>
                            <a:pt x="15646" y="36303"/>
                          </a:cubicBezTo>
                          <a:close/>
                          <a:moveTo>
                            <a:pt x="27248" y="18166"/>
                          </a:moveTo>
                          <a:cubicBezTo>
                            <a:pt x="27248" y="16116"/>
                            <a:pt x="27027" y="14233"/>
                            <a:pt x="26584" y="12461"/>
                          </a:cubicBezTo>
                          <a:cubicBezTo>
                            <a:pt x="26141" y="10689"/>
                            <a:pt x="25476" y="9138"/>
                            <a:pt x="24562" y="7837"/>
                          </a:cubicBezTo>
                          <a:cubicBezTo>
                            <a:pt x="23648" y="6535"/>
                            <a:pt x="22458" y="5511"/>
                            <a:pt x="21018" y="4735"/>
                          </a:cubicBezTo>
                          <a:cubicBezTo>
                            <a:pt x="19578" y="3960"/>
                            <a:pt x="17806" y="3600"/>
                            <a:pt x="15701" y="3600"/>
                          </a:cubicBezTo>
                          <a:cubicBezTo>
                            <a:pt x="13596" y="3600"/>
                            <a:pt x="11880" y="4015"/>
                            <a:pt x="10440" y="4818"/>
                          </a:cubicBezTo>
                          <a:cubicBezTo>
                            <a:pt x="8972" y="5649"/>
                            <a:pt x="7781" y="6729"/>
                            <a:pt x="6867" y="8086"/>
                          </a:cubicBezTo>
                          <a:cubicBezTo>
                            <a:pt x="5954" y="9443"/>
                            <a:pt x="5261" y="10994"/>
                            <a:pt x="4846" y="12738"/>
                          </a:cubicBezTo>
                          <a:cubicBezTo>
                            <a:pt x="4403" y="14483"/>
                            <a:pt x="4181" y="16283"/>
                            <a:pt x="4181" y="18166"/>
                          </a:cubicBezTo>
                          <a:cubicBezTo>
                            <a:pt x="4181" y="20298"/>
                            <a:pt x="4431" y="22264"/>
                            <a:pt x="4929" y="24036"/>
                          </a:cubicBezTo>
                          <a:cubicBezTo>
                            <a:pt x="5427" y="25836"/>
                            <a:pt x="6175" y="27359"/>
                            <a:pt x="7117" y="28661"/>
                          </a:cubicBezTo>
                          <a:cubicBezTo>
                            <a:pt x="8086" y="29934"/>
                            <a:pt x="9277" y="30931"/>
                            <a:pt x="10717" y="31651"/>
                          </a:cubicBezTo>
                          <a:cubicBezTo>
                            <a:pt x="12156" y="32371"/>
                            <a:pt x="13818" y="32703"/>
                            <a:pt x="15701" y="32703"/>
                          </a:cubicBezTo>
                          <a:cubicBezTo>
                            <a:pt x="17750" y="32703"/>
                            <a:pt x="19522" y="32288"/>
                            <a:pt x="20962" y="31485"/>
                          </a:cubicBezTo>
                          <a:cubicBezTo>
                            <a:pt x="22430" y="30654"/>
                            <a:pt x="23621" y="29574"/>
                            <a:pt x="24535" y="28190"/>
                          </a:cubicBezTo>
                          <a:cubicBezTo>
                            <a:pt x="25448" y="26805"/>
                            <a:pt x="26141" y="25254"/>
                            <a:pt x="26556" y="23538"/>
                          </a:cubicBezTo>
                          <a:cubicBezTo>
                            <a:pt x="26971" y="21821"/>
                            <a:pt x="27221" y="20021"/>
                            <a:pt x="27221" y="18166"/>
                          </a:cubicBez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5" name="Freeform 3594">
                      <a:extLst>
                        <a:ext uri="{FF2B5EF4-FFF2-40B4-BE49-F238E27FC236}">
                          <a16:creationId xmlns:a16="http://schemas.microsoft.com/office/drawing/2014/main" id="{AECC1F45-FBF7-0572-82CF-27641C36F58D}"/>
                        </a:ext>
                      </a:extLst>
                    </p:cNvPr>
                    <p:cNvSpPr/>
                    <p:nvPr/>
                  </p:nvSpPr>
                  <p:spPr>
                    <a:xfrm>
                      <a:off x="2210731" y="2895209"/>
                      <a:ext cx="3932" cy="47850"/>
                    </a:xfrm>
                    <a:custGeom>
                      <a:avLst/>
                      <a:gdLst>
                        <a:gd name="connsiteX0" fmla="*/ 0 w 3932"/>
                        <a:gd name="connsiteY0" fmla="*/ 47851 h 47850"/>
                        <a:gd name="connsiteX1" fmla="*/ 0 w 3932"/>
                        <a:gd name="connsiteY1" fmla="*/ 0 h 47850"/>
                        <a:gd name="connsiteX2" fmla="*/ 3932 w 3932"/>
                        <a:gd name="connsiteY2" fmla="*/ 0 h 47850"/>
                        <a:gd name="connsiteX3" fmla="*/ 3932 w 3932"/>
                        <a:gd name="connsiteY3" fmla="*/ 47851 h 47850"/>
                        <a:gd name="connsiteX4" fmla="*/ 0 w 3932"/>
                        <a:gd name="connsiteY4" fmla="*/ 47851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2" h="47850">
                          <a:moveTo>
                            <a:pt x="0" y="47851"/>
                          </a:moveTo>
                          <a:lnTo>
                            <a:pt x="0" y="0"/>
                          </a:lnTo>
                          <a:lnTo>
                            <a:pt x="3932" y="0"/>
                          </a:lnTo>
                          <a:lnTo>
                            <a:pt x="3932" y="47851"/>
                          </a:lnTo>
                          <a:lnTo>
                            <a:pt x="0" y="4785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6" name="Freeform 3595">
                      <a:extLst>
                        <a:ext uri="{FF2B5EF4-FFF2-40B4-BE49-F238E27FC236}">
                          <a16:creationId xmlns:a16="http://schemas.microsoft.com/office/drawing/2014/main" id="{10D450BE-7337-F50C-5FDF-76D0FD4D564A}"/>
                        </a:ext>
                      </a:extLst>
                    </p:cNvPr>
                    <p:cNvSpPr/>
                    <p:nvPr/>
                  </p:nvSpPr>
                  <p:spPr>
                    <a:xfrm>
                      <a:off x="2222971" y="2907781"/>
                      <a:ext cx="31983" cy="36303"/>
                    </a:xfrm>
                    <a:custGeom>
                      <a:avLst/>
                      <a:gdLst>
                        <a:gd name="connsiteX0" fmla="*/ 17307 w 31983"/>
                        <a:gd name="connsiteY0" fmla="*/ 15230 h 36303"/>
                        <a:gd name="connsiteX1" fmla="*/ 19965 w 31983"/>
                        <a:gd name="connsiteY1" fmla="*/ 14843 h 36303"/>
                        <a:gd name="connsiteX2" fmla="*/ 22485 w 31983"/>
                        <a:gd name="connsiteY2" fmla="*/ 14123 h 36303"/>
                        <a:gd name="connsiteX3" fmla="*/ 23704 w 31983"/>
                        <a:gd name="connsiteY3" fmla="*/ 12572 h 36303"/>
                        <a:gd name="connsiteX4" fmla="*/ 23925 w 31983"/>
                        <a:gd name="connsiteY4" fmla="*/ 10550 h 36303"/>
                        <a:gd name="connsiteX5" fmla="*/ 21987 w 31983"/>
                        <a:gd name="connsiteY5" fmla="*/ 5538 h 36303"/>
                        <a:gd name="connsiteX6" fmla="*/ 15479 w 31983"/>
                        <a:gd name="connsiteY6" fmla="*/ 3572 h 36303"/>
                        <a:gd name="connsiteX7" fmla="*/ 11741 w 31983"/>
                        <a:gd name="connsiteY7" fmla="*/ 3932 h 36303"/>
                        <a:gd name="connsiteX8" fmla="*/ 8750 w 31983"/>
                        <a:gd name="connsiteY8" fmla="*/ 5206 h 36303"/>
                        <a:gd name="connsiteX9" fmla="*/ 6646 w 31983"/>
                        <a:gd name="connsiteY9" fmla="*/ 7587 h 36303"/>
                        <a:gd name="connsiteX10" fmla="*/ 5566 w 31983"/>
                        <a:gd name="connsiteY10" fmla="*/ 11353 h 36303"/>
                        <a:gd name="connsiteX11" fmla="*/ 1578 w 31983"/>
                        <a:gd name="connsiteY11" fmla="*/ 11353 h 36303"/>
                        <a:gd name="connsiteX12" fmla="*/ 2963 w 31983"/>
                        <a:gd name="connsiteY12" fmla="*/ 6147 h 36303"/>
                        <a:gd name="connsiteX13" fmla="*/ 6009 w 31983"/>
                        <a:gd name="connsiteY13" fmla="*/ 2631 h 36303"/>
                        <a:gd name="connsiteX14" fmla="*/ 10329 w 31983"/>
                        <a:gd name="connsiteY14" fmla="*/ 637 h 36303"/>
                        <a:gd name="connsiteX15" fmla="*/ 15535 w 31983"/>
                        <a:gd name="connsiteY15" fmla="*/ 0 h 36303"/>
                        <a:gd name="connsiteX16" fmla="*/ 20353 w 31983"/>
                        <a:gd name="connsiteY16" fmla="*/ 554 h 36303"/>
                        <a:gd name="connsiteX17" fmla="*/ 24285 w 31983"/>
                        <a:gd name="connsiteY17" fmla="*/ 2354 h 36303"/>
                        <a:gd name="connsiteX18" fmla="*/ 26916 w 31983"/>
                        <a:gd name="connsiteY18" fmla="*/ 5649 h 36303"/>
                        <a:gd name="connsiteX19" fmla="*/ 27857 w 31983"/>
                        <a:gd name="connsiteY19" fmla="*/ 10689 h 36303"/>
                        <a:gd name="connsiteX20" fmla="*/ 27857 w 31983"/>
                        <a:gd name="connsiteY20" fmla="*/ 29436 h 36303"/>
                        <a:gd name="connsiteX21" fmla="*/ 28688 w 31983"/>
                        <a:gd name="connsiteY21" fmla="*/ 32399 h 36303"/>
                        <a:gd name="connsiteX22" fmla="*/ 31983 w 31983"/>
                        <a:gd name="connsiteY22" fmla="*/ 32094 h 36303"/>
                        <a:gd name="connsiteX23" fmla="*/ 31983 w 31983"/>
                        <a:gd name="connsiteY23" fmla="*/ 35223 h 36303"/>
                        <a:gd name="connsiteX24" fmla="*/ 30654 w 31983"/>
                        <a:gd name="connsiteY24" fmla="*/ 35611 h 36303"/>
                        <a:gd name="connsiteX25" fmla="*/ 28910 w 31983"/>
                        <a:gd name="connsiteY25" fmla="*/ 35888 h 36303"/>
                        <a:gd name="connsiteX26" fmla="*/ 27137 w 31983"/>
                        <a:gd name="connsiteY26" fmla="*/ 35694 h 36303"/>
                        <a:gd name="connsiteX27" fmla="*/ 25559 w 31983"/>
                        <a:gd name="connsiteY27" fmla="*/ 35057 h 36303"/>
                        <a:gd name="connsiteX28" fmla="*/ 24618 w 31983"/>
                        <a:gd name="connsiteY28" fmla="*/ 33866 h 36303"/>
                        <a:gd name="connsiteX29" fmla="*/ 24119 w 31983"/>
                        <a:gd name="connsiteY29" fmla="*/ 32343 h 36303"/>
                        <a:gd name="connsiteX30" fmla="*/ 23981 w 31983"/>
                        <a:gd name="connsiteY30" fmla="*/ 30571 h 36303"/>
                        <a:gd name="connsiteX31" fmla="*/ 18276 w 31983"/>
                        <a:gd name="connsiteY31" fmla="*/ 34836 h 36303"/>
                        <a:gd name="connsiteX32" fmla="*/ 11326 w 31983"/>
                        <a:gd name="connsiteY32" fmla="*/ 36303 h 36303"/>
                        <a:gd name="connsiteX33" fmla="*/ 7034 w 31983"/>
                        <a:gd name="connsiteY33" fmla="*/ 35694 h 36303"/>
                        <a:gd name="connsiteX34" fmla="*/ 3406 w 31983"/>
                        <a:gd name="connsiteY34" fmla="*/ 33839 h 36303"/>
                        <a:gd name="connsiteX35" fmla="*/ 914 w 31983"/>
                        <a:gd name="connsiteY35" fmla="*/ 30737 h 36303"/>
                        <a:gd name="connsiteX36" fmla="*/ 0 w 31983"/>
                        <a:gd name="connsiteY36" fmla="*/ 26390 h 36303"/>
                        <a:gd name="connsiteX37" fmla="*/ 11852 w 31983"/>
                        <a:gd name="connsiteY37" fmla="*/ 16033 h 36303"/>
                        <a:gd name="connsiteX38" fmla="*/ 17279 w 31983"/>
                        <a:gd name="connsiteY38" fmla="*/ 15313 h 36303"/>
                        <a:gd name="connsiteX39" fmla="*/ 23925 w 31983"/>
                        <a:gd name="connsiteY39" fmla="*/ 17224 h 36303"/>
                        <a:gd name="connsiteX40" fmla="*/ 18885 w 31983"/>
                        <a:gd name="connsiteY40" fmla="*/ 18608 h 36303"/>
                        <a:gd name="connsiteX41" fmla="*/ 13790 w 31983"/>
                        <a:gd name="connsiteY41" fmla="*/ 19135 h 36303"/>
                        <a:gd name="connsiteX42" fmla="*/ 6757 w 31983"/>
                        <a:gd name="connsiteY42" fmla="*/ 21184 h 36303"/>
                        <a:gd name="connsiteX43" fmla="*/ 4237 w 31983"/>
                        <a:gd name="connsiteY43" fmla="*/ 26445 h 36303"/>
                        <a:gd name="connsiteX44" fmla="*/ 4874 w 31983"/>
                        <a:gd name="connsiteY44" fmla="*/ 29214 h 36303"/>
                        <a:gd name="connsiteX45" fmla="*/ 6507 w 31983"/>
                        <a:gd name="connsiteY45" fmla="*/ 31153 h 36303"/>
                        <a:gd name="connsiteX46" fmla="*/ 8861 w 31983"/>
                        <a:gd name="connsiteY46" fmla="*/ 32288 h 36303"/>
                        <a:gd name="connsiteX47" fmla="*/ 11575 w 31983"/>
                        <a:gd name="connsiteY47" fmla="*/ 32648 h 36303"/>
                        <a:gd name="connsiteX48" fmla="*/ 16172 w 31983"/>
                        <a:gd name="connsiteY48" fmla="*/ 32039 h 36303"/>
                        <a:gd name="connsiteX49" fmla="*/ 20132 w 31983"/>
                        <a:gd name="connsiteY49" fmla="*/ 30211 h 36303"/>
                        <a:gd name="connsiteX50" fmla="*/ 22928 w 31983"/>
                        <a:gd name="connsiteY50" fmla="*/ 27082 h 36303"/>
                        <a:gd name="connsiteX51" fmla="*/ 23981 w 31983"/>
                        <a:gd name="connsiteY51" fmla="*/ 22596 h 36303"/>
                        <a:gd name="connsiteX52" fmla="*/ 23981 w 31983"/>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1983" h="36303">
                          <a:moveTo>
                            <a:pt x="17307" y="15230"/>
                          </a:moveTo>
                          <a:cubicBezTo>
                            <a:pt x="18055" y="15147"/>
                            <a:pt x="18941" y="15009"/>
                            <a:pt x="19965" y="14843"/>
                          </a:cubicBezTo>
                          <a:cubicBezTo>
                            <a:pt x="20990" y="14676"/>
                            <a:pt x="21821" y="14427"/>
                            <a:pt x="22485" y="14123"/>
                          </a:cubicBezTo>
                          <a:cubicBezTo>
                            <a:pt x="23150" y="13818"/>
                            <a:pt x="23538" y="13292"/>
                            <a:pt x="23704" y="12572"/>
                          </a:cubicBezTo>
                          <a:cubicBezTo>
                            <a:pt x="23870" y="11852"/>
                            <a:pt x="23925" y="11160"/>
                            <a:pt x="23925" y="10550"/>
                          </a:cubicBezTo>
                          <a:cubicBezTo>
                            <a:pt x="23925" y="8501"/>
                            <a:pt x="23288" y="6840"/>
                            <a:pt x="21987" y="5538"/>
                          </a:cubicBezTo>
                          <a:cubicBezTo>
                            <a:pt x="20685" y="4237"/>
                            <a:pt x="18525" y="3572"/>
                            <a:pt x="15479" y="3572"/>
                          </a:cubicBezTo>
                          <a:cubicBezTo>
                            <a:pt x="14123" y="3572"/>
                            <a:pt x="12876" y="3683"/>
                            <a:pt x="11741" y="3932"/>
                          </a:cubicBezTo>
                          <a:cubicBezTo>
                            <a:pt x="10606" y="4181"/>
                            <a:pt x="9609" y="4597"/>
                            <a:pt x="8750" y="5206"/>
                          </a:cubicBezTo>
                          <a:cubicBezTo>
                            <a:pt x="7892" y="5815"/>
                            <a:pt x="7200" y="6591"/>
                            <a:pt x="6646" y="7587"/>
                          </a:cubicBezTo>
                          <a:cubicBezTo>
                            <a:pt x="6092" y="8584"/>
                            <a:pt x="5732" y="9830"/>
                            <a:pt x="5566" y="11353"/>
                          </a:cubicBezTo>
                          <a:lnTo>
                            <a:pt x="1578" y="11353"/>
                          </a:lnTo>
                          <a:cubicBezTo>
                            <a:pt x="1717" y="9304"/>
                            <a:pt x="2160" y="7587"/>
                            <a:pt x="2963" y="6147"/>
                          </a:cubicBezTo>
                          <a:cubicBezTo>
                            <a:pt x="3766" y="4708"/>
                            <a:pt x="4763" y="3544"/>
                            <a:pt x="6009" y="2631"/>
                          </a:cubicBezTo>
                          <a:cubicBezTo>
                            <a:pt x="7255" y="1717"/>
                            <a:pt x="8695" y="1052"/>
                            <a:pt x="10329" y="637"/>
                          </a:cubicBezTo>
                          <a:cubicBezTo>
                            <a:pt x="11963" y="221"/>
                            <a:pt x="13707" y="0"/>
                            <a:pt x="15535" y="0"/>
                          </a:cubicBezTo>
                          <a:cubicBezTo>
                            <a:pt x="17252" y="0"/>
                            <a:pt x="18830" y="194"/>
                            <a:pt x="20353" y="554"/>
                          </a:cubicBezTo>
                          <a:cubicBezTo>
                            <a:pt x="21848" y="941"/>
                            <a:pt x="23178" y="1523"/>
                            <a:pt x="24285" y="2354"/>
                          </a:cubicBezTo>
                          <a:cubicBezTo>
                            <a:pt x="25393" y="3184"/>
                            <a:pt x="26279" y="4264"/>
                            <a:pt x="26916" y="5649"/>
                          </a:cubicBezTo>
                          <a:cubicBezTo>
                            <a:pt x="27553" y="7034"/>
                            <a:pt x="27857" y="8695"/>
                            <a:pt x="27857" y="10689"/>
                          </a:cubicBezTo>
                          <a:lnTo>
                            <a:pt x="27857" y="29436"/>
                          </a:lnTo>
                          <a:cubicBezTo>
                            <a:pt x="27857" y="30987"/>
                            <a:pt x="28134" y="31983"/>
                            <a:pt x="28688" y="32399"/>
                          </a:cubicBezTo>
                          <a:cubicBezTo>
                            <a:pt x="29242" y="32814"/>
                            <a:pt x="30322" y="32731"/>
                            <a:pt x="31983" y="32094"/>
                          </a:cubicBezTo>
                          <a:lnTo>
                            <a:pt x="31983" y="35223"/>
                          </a:lnTo>
                          <a:cubicBezTo>
                            <a:pt x="31679" y="35306"/>
                            <a:pt x="31236" y="35445"/>
                            <a:pt x="30654" y="35611"/>
                          </a:cubicBezTo>
                          <a:cubicBezTo>
                            <a:pt x="30073" y="35777"/>
                            <a:pt x="29491" y="35888"/>
                            <a:pt x="28910" y="35888"/>
                          </a:cubicBezTo>
                          <a:cubicBezTo>
                            <a:pt x="28301" y="35888"/>
                            <a:pt x="27719" y="35833"/>
                            <a:pt x="27137" y="35694"/>
                          </a:cubicBezTo>
                          <a:cubicBezTo>
                            <a:pt x="26473" y="35611"/>
                            <a:pt x="25947" y="35389"/>
                            <a:pt x="25559" y="35057"/>
                          </a:cubicBezTo>
                          <a:cubicBezTo>
                            <a:pt x="25171" y="34725"/>
                            <a:pt x="24839" y="34337"/>
                            <a:pt x="24618" y="33866"/>
                          </a:cubicBezTo>
                          <a:cubicBezTo>
                            <a:pt x="24396" y="33396"/>
                            <a:pt x="24202" y="32897"/>
                            <a:pt x="24119" y="32343"/>
                          </a:cubicBezTo>
                          <a:cubicBezTo>
                            <a:pt x="24036" y="31790"/>
                            <a:pt x="23981" y="31208"/>
                            <a:pt x="23981" y="30571"/>
                          </a:cubicBezTo>
                          <a:cubicBezTo>
                            <a:pt x="22319" y="32426"/>
                            <a:pt x="20409" y="33839"/>
                            <a:pt x="18276" y="34836"/>
                          </a:cubicBezTo>
                          <a:cubicBezTo>
                            <a:pt x="16144" y="35805"/>
                            <a:pt x="13818" y="36303"/>
                            <a:pt x="11326" y="36303"/>
                          </a:cubicBezTo>
                          <a:cubicBezTo>
                            <a:pt x="9830" y="36303"/>
                            <a:pt x="8418" y="36109"/>
                            <a:pt x="7034" y="35694"/>
                          </a:cubicBezTo>
                          <a:cubicBezTo>
                            <a:pt x="5649" y="35306"/>
                            <a:pt x="4458" y="34669"/>
                            <a:pt x="3406" y="33839"/>
                          </a:cubicBezTo>
                          <a:cubicBezTo>
                            <a:pt x="2354" y="33008"/>
                            <a:pt x="1523" y="31956"/>
                            <a:pt x="914" y="30737"/>
                          </a:cubicBezTo>
                          <a:cubicBezTo>
                            <a:pt x="305" y="29519"/>
                            <a:pt x="0" y="28079"/>
                            <a:pt x="0" y="26390"/>
                          </a:cubicBezTo>
                          <a:cubicBezTo>
                            <a:pt x="0" y="20547"/>
                            <a:pt x="3960" y="17086"/>
                            <a:pt x="11852" y="16033"/>
                          </a:cubicBezTo>
                          <a:lnTo>
                            <a:pt x="17279" y="15313"/>
                          </a:lnTo>
                          <a:close/>
                          <a:moveTo>
                            <a:pt x="23925" y="17224"/>
                          </a:moveTo>
                          <a:cubicBezTo>
                            <a:pt x="22264" y="17944"/>
                            <a:pt x="20575" y="18387"/>
                            <a:pt x="18885" y="18608"/>
                          </a:cubicBezTo>
                          <a:cubicBezTo>
                            <a:pt x="17169" y="18830"/>
                            <a:pt x="15479" y="18996"/>
                            <a:pt x="13790" y="19135"/>
                          </a:cubicBezTo>
                          <a:cubicBezTo>
                            <a:pt x="10772" y="19356"/>
                            <a:pt x="8418" y="20049"/>
                            <a:pt x="6757" y="21184"/>
                          </a:cubicBezTo>
                          <a:cubicBezTo>
                            <a:pt x="5095" y="22319"/>
                            <a:pt x="4237" y="24091"/>
                            <a:pt x="4237" y="26445"/>
                          </a:cubicBezTo>
                          <a:cubicBezTo>
                            <a:pt x="4237" y="27497"/>
                            <a:pt x="4431" y="28439"/>
                            <a:pt x="4874" y="29214"/>
                          </a:cubicBezTo>
                          <a:cubicBezTo>
                            <a:pt x="5289" y="29990"/>
                            <a:pt x="5843" y="30627"/>
                            <a:pt x="6507" y="31153"/>
                          </a:cubicBezTo>
                          <a:cubicBezTo>
                            <a:pt x="7172" y="31651"/>
                            <a:pt x="7975" y="32039"/>
                            <a:pt x="8861" y="32288"/>
                          </a:cubicBezTo>
                          <a:cubicBezTo>
                            <a:pt x="9747" y="32537"/>
                            <a:pt x="10661" y="32648"/>
                            <a:pt x="11575" y="32648"/>
                          </a:cubicBezTo>
                          <a:cubicBezTo>
                            <a:pt x="13153" y="32648"/>
                            <a:pt x="14676" y="32454"/>
                            <a:pt x="16172" y="32039"/>
                          </a:cubicBezTo>
                          <a:cubicBezTo>
                            <a:pt x="17667" y="31651"/>
                            <a:pt x="18969" y="31042"/>
                            <a:pt x="20132" y="30211"/>
                          </a:cubicBezTo>
                          <a:cubicBezTo>
                            <a:pt x="21295" y="29380"/>
                            <a:pt x="22208" y="28356"/>
                            <a:pt x="22928" y="27082"/>
                          </a:cubicBezTo>
                          <a:cubicBezTo>
                            <a:pt x="23621" y="25808"/>
                            <a:pt x="23981" y="24313"/>
                            <a:pt x="23981" y="22596"/>
                          </a:cubicBezTo>
                          <a:lnTo>
                            <a:pt x="23981" y="17224"/>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7" name="Freeform 3596">
                      <a:extLst>
                        <a:ext uri="{FF2B5EF4-FFF2-40B4-BE49-F238E27FC236}">
                          <a16:creationId xmlns:a16="http://schemas.microsoft.com/office/drawing/2014/main" id="{6DE99FA8-AF80-1C3A-24A9-52889710AB9C}"/>
                        </a:ext>
                      </a:extLst>
                    </p:cNvPr>
                    <p:cNvSpPr/>
                    <p:nvPr/>
                  </p:nvSpPr>
                  <p:spPr>
                    <a:xfrm>
                      <a:off x="2257668" y="2899058"/>
                      <a:ext cx="15368" cy="44942"/>
                    </a:xfrm>
                    <a:custGeom>
                      <a:avLst/>
                      <a:gdLst>
                        <a:gd name="connsiteX0" fmla="*/ 15369 w 15368"/>
                        <a:gd name="connsiteY0" fmla="*/ 44140 h 44942"/>
                        <a:gd name="connsiteX1" fmla="*/ 13458 w 15368"/>
                        <a:gd name="connsiteY1" fmla="*/ 44611 h 44942"/>
                        <a:gd name="connsiteX2" fmla="*/ 10827 w 15368"/>
                        <a:gd name="connsiteY2" fmla="*/ 44943 h 44942"/>
                        <a:gd name="connsiteX3" fmla="*/ 6341 w 15368"/>
                        <a:gd name="connsiteY3" fmla="*/ 43448 h 44942"/>
                        <a:gd name="connsiteX4" fmla="*/ 4791 w 15368"/>
                        <a:gd name="connsiteY4" fmla="*/ 38103 h 44942"/>
                        <a:gd name="connsiteX5" fmla="*/ 4791 w 15368"/>
                        <a:gd name="connsiteY5" fmla="*/ 12904 h 44942"/>
                        <a:gd name="connsiteX6" fmla="*/ 0 w 15368"/>
                        <a:gd name="connsiteY6" fmla="*/ 12904 h 44942"/>
                        <a:gd name="connsiteX7" fmla="*/ 0 w 15368"/>
                        <a:gd name="connsiteY7" fmla="*/ 9581 h 44942"/>
                        <a:gd name="connsiteX8" fmla="*/ 4791 w 15368"/>
                        <a:gd name="connsiteY8" fmla="*/ 9581 h 44942"/>
                        <a:gd name="connsiteX9" fmla="*/ 4791 w 15368"/>
                        <a:gd name="connsiteY9" fmla="*/ 0 h 44942"/>
                        <a:gd name="connsiteX10" fmla="*/ 8723 w 15368"/>
                        <a:gd name="connsiteY10" fmla="*/ 0 h 44942"/>
                        <a:gd name="connsiteX11" fmla="*/ 8723 w 15368"/>
                        <a:gd name="connsiteY11" fmla="*/ 9581 h 44942"/>
                        <a:gd name="connsiteX12" fmla="*/ 15064 w 15368"/>
                        <a:gd name="connsiteY12" fmla="*/ 9581 h 44942"/>
                        <a:gd name="connsiteX13" fmla="*/ 15064 w 15368"/>
                        <a:gd name="connsiteY13" fmla="*/ 12904 h 44942"/>
                        <a:gd name="connsiteX14" fmla="*/ 8723 w 15368"/>
                        <a:gd name="connsiteY14" fmla="*/ 12904 h 44942"/>
                        <a:gd name="connsiteX15" fmla="*/ 8723 w 15368"/>
                        <a:gd name="connsiteY15" fmla="*/ 36497 h 44942"/>
                        <a:gd name="connsiteX16" fmla="*/ 8778 w 15368"/>
                        <a:gd name="connsiteY16" fmla="*/ 38685 h 44942"/>
                        <a:gd name="connsiteX17" fmla="*/ 9166 w 15368"/>
                        <a:gd name="connsiteY17" fmla="*/ 40208 h 44942"/>
                        <a:gd name="connsiteX18" fmla="*/ 10190 w 15368"/>
                        <a:gd name="connsiteY18" fmla="*/ 41066 h 44942"/>
                        <a:gd name="connsiteX19" fmla="*/ 12129 w 15368"/>
                        <a:gd name="connsiteY19" fmla="*/ 41343 h 44942"/>
                        <a:gd name="connsiteX20" fmla="*/ 13735 w 15368"/>
                        <a:gd name="connsiteY20" fmla="*/ 41205 h 44942"/>
                        <a:gd name="connsiteX21" fmla="*/ 15341 w 15368"/>
                        <a:gd name="connsiteY21" fmla="*/ 40872 h 44942"/>
                        <a:gd name="connsiteX22" fmla="*/ 15341 w 15368"/>
                        <a:gd name="connsiteY22" fmla="*/ 44140 h 4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368" h="44942">
                          <a:moveTo>
                            <a:pt x="15369" y="44140"/>
                          </a:moveTo>
                          <a:cubicBezTo>
                            <a:pt x="14898" y="44223"/>
                            <a:pt x="14261" y="44389"/>
                            <a:pt x="13458" y="44611"/>
                          </a:cubicBezTo>
                          <a:cubicBezTo>
                            <a:pt x="12655" y="44832"/>
                            <a:pt x="11796" y="44943"/>
                            <a:pt x="10827" y="44943"/>
                          </a:cubicBezTo>
                          <a:cubicBezTo>
                            <a:pt x="8861" y="44943"/>
                            <a:pt x="7366" y="44445"/>
                            <a:pt x="6341" y="43448"/>
                          </a:cubicBezTo>
                          <a:cubicBezTo>
                            <a:pt x="5317" y="42451"/>
                            <a:pt x="4791" y="40679"/>
                            <a:pt x="4791" y="38103"/>
                          </a:cubicBezTo>
                          <a:lnTo>
                            <a:pt x="4791" y="12904"/>
                          </a:lnTo>
                          <a:lnTo>
                            <a:pt x="0" y="12904"/>
                          </a:lnTo>
                          <a:lnTo>
                            <a:pt x="0" y="9581"/>
                          </a:lnTo>
                          <a:lnTo>
                            <a:pt x="4791" y="9581"/>
                          </a:lnTo>
                          <a:lnTo>
                            <a:pt x="4791" y="0"/>
                          </a:lnTo>
                          <a:lnTo>
                            <a:pt x="8723" y="0"/>
                          </a:lnTo>
                          <a:lnTo>
                            <a:pt x="8723" y="9581"/>
                          </a:lnTo>
                          <a:lnTo>
                            <a:pt x="15064" y="9581"/>
                          </a:lnTo>
                          <a:lnTo>
                            <a:pt x="15064" y="12904"/>
                          </a:lnTo>
                          <a:lnTo>
                            <a:pt x="8723" y="12904"/>
                          </a:lnTo>
                          <a:lnTo>
                            <a:pt x="8723" y="36497"/>
                          </a:lnTo>
                          <a:cubicBezTo>
                            <a:pt x="8723" y="37328"/>
                            <a:pt x="8723" y="38076"/>
                            <a:pt x="8778" y="38685"/>
                          </a:cubicBezTo>
                          <a:cubicBezTo>
                            <a:pt x="8834" y="39294"/>
                            <a:pt x="8944" y="39820"/>
                            <a:pt x="9166" y="40208"/>
                          </a:cubicBezTo>
                          <a:cubicBezTo>
                            <a:pt x="9387" y="40596"/>
                            <a:pt x="9720" y="40900"/>
                            <a:pt x="10190" y="41066"/>
                          </a:cubicBezTo>
                          <a:cubicBezTo>
                            <a:pt x="10661" y="41232"/>
                            <a:pt x="11298" y="41343"/>
                            <a:pt x="12129" y="41343"/>
                          </a:cubicBezTo>
                          <a:cubicBezTo>
                            <a:pt x="12655" y="41343"/>
                            <a:pt x="13181" y="41288"/>
                            <a:pt x="13735" y="41205"/>
                          </a:cubicBezTo>
                          <a:cubicBezTo>
                            <a:pt x="14289" y="41122"/>
                            <a:pt x="14815" y="41011"/>
                            <a:pt x="15341" y="40872"/>
                          </a:cubicBezTo>
                          <a:lnTo>
                            <a:pt x="15341" y="44140"/>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8" name="Freeform 3597">
                      <a:extLst>
                        <a:ext uri="{FF2B5EF4-FFF2-40B4-BE49-F238E27FC236}">
                          <a16:creationId xmlns:a16="http://schemas.microsoft.com/office/drawing/2014/main" id="{835FCAB1-C174-8EED-9372-71D4AF4037E1}"/>
                        </a:ext>
                      </a:extLst>
                    </p:cNvPr>
                    <p:cNvSpPr/>
                    <p:nvPr/>
                  </p:nvSpPr>
                  <p:spPr>
                    <a:xfrm>
                      <a:off x="2279710" y="2895209"/>
                      <a:ext cx="4319" cy="47850"/>
                    </a:xfrm>
                    <a:custGeom>
                      <a:avLst/>
                      <a:gdLst>
                        <a:gd name="connsiteX0" fmla="*/ 0 w 4319"/>
                        <a:gd name="connsiteY0" fmla="*/ 5926 h 47850"/>
                        <a:gd name="connsiteX1" fmla="*/ 0 w 4319"/>
                        <a:gd name="connsiteY1" fmla="*/ 0 h 47850"/>
                        <a:gd name="connsiteX2" fmla="*/ 4320 w 4319"/>
                        <a:gd name="connsiteY2" fmla="*/ 0 h 47850"/>
                        <a:gd name="connsiteX3" fmla="*/ 4320 w 4319"/>
                        <a:gd name="connsiteY3" fmla="*/ 5926 h 47850"/>
                        <a:gd name="connsiteX4" fmla="*/ 0 w 4319"/>
                        <a:gd name="connsiteY4" fmla="*/ 5926 h 47850"/>
                        <a:gd name="connsiteX5" fmla="*/ 194 w 4319"/>
                        <a:gd name="connsiteY5" fmla="*/ 47851 h 47850"/>
                        <a:gd name="connsiteX6" fmla="*/ 194 w 4319"/>
                        <a:gd name="connsiteY6" fmla="*/ 13430 h 47850"/>
                        <a:gd name="connsiteX7" fmla="*/ 4126 w 4319"/>
                        <a:gd name="connsiteY7" fmla="*/ 13430 h 47850"/>
                        <a:gd name="connsiteX8" fmla="*/ 4126 w 4319"/>
                        <a:gd name="connsiteY8" fmla="*/ 47851 h 47850"/>
                        <a:gd name="connsiteX9" fmla="*/ 194 w 4319"/>
                        <a:gd name="connsiteY9" fmla="*/ 4785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50">
                          <a:moveTo>
                            <a:pt x="0" y="5926"/>
                          </a:moveTo>
                          <a:lnTo>
                            <a:pt x="0" y="0"/>
                          </a:lnTo>
                          <a:lnTo>
                            <a:pt x="4320" y="0"/>
                          </a:lnTo>
                          <a:lnTo>
                            <a:pt x="4320" y="5926"/>
                          </a:lnTo>
                          <a:lnTo>
                            <a:pt x="0" y="5926"/>
                          </a:lnTo>
                          <a:close/>
                          <a:moveTo>
                            <a:pt x="194" y="47851"/>
                          </a:moveTo>
                          <a:lnTo>
                            <a:pt x="194" y="13430"/>
                          </a:lnTo>
                          <a:lnTo>
                            <a:pt x="4126" y="13430"/>
                          </a:lnTo>
                          <a:lnTo>
                            <a:pt x="4126" y="47851"/>
                          </a:lnTo>
                          <a:lnTo>
                            <a:pt x="194" y="4785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99" name="Freeform 3598">
                      <a:extLst>
                        <a:ext uri="{FF2B5EF4-FFF2-40B4-BE49-F238E27FC236}">
                          <a16:creationId xmlns:a16="http://schemas.microsoft.com/office/drawing/2014/main" id="{F731015D-B33A-D481-91C4-1A56E7BC42AB}"/>
                        </a:ext>
                      </a:extLst>
                    </p:cNvPr>
                    <p:cNvSpPr/>
                    <p:nvPr/>
                  </p:nvSpPr>
                  <p:spPr>
                    <a:xfrm>
                      <a:off x="2291618" y="2907698"/>
                      <a:ext cx="31374" cy="36303"/>
                    </a:xfrm>
                    <a:custGeom>
                      <a:avLst/>
                      <a:gdLst>
                        <a:gd name="connsiteX0" fmla="*/ 15729 w 31374"/>
                        <a:gd name="connsiteY0" fmla="*/ 36303 h 36303"/>
                        <a:gd name="connsiteX1" fmla="*/ 9609 w 31374"/>
                        <a:gd name="connsiteY1" fmla="*/ 35113 h 36303"/>
                        <a:gd name="connsiteX2" fmla="*/ 4624 w 31374"/>
                        <a:gd name="connsiteY2" fmla="*/ 31734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7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1 h 36303"/>
                        <a:gd name="connsiteX28" fmla="*/ 10717 w 31374"/>
                        <a:gd name="connsiteY28" fmla="*/ 31651 h 36303"/>
                        <a:gd name="connsiteX29" fmla="*/ 15701 w 31374"/>
                        <a:gd name="connsiteY29" fmla="*/ 32703 h 36303"/>
                        <a:gd name="connsiteX30" fmla="*/ 20962 w 31374"/>
                        <a:gd name="connsiteY30" fmla="*/ 31485 h 36303"/>
                        <a:gd name="connsiteX31" fmla="*/ 24535 w 31374"/>
                        <a:gd name="connsiteY31" fmla="*/ 28190 h 36303"/>
                        <a:gd name="connsiteX32" fmla="*/ 26556 w 31374"/>
                        <a:gd name="connsiteY32" fmla="*/ 23538 h 36303"/>
                        <a:gd name="connsiteX33" fmla="*/ 27221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4"/>
                          </a:cubicBezTo>
                          <a:cubicBezTo>
                            <a:pt x="3212" y="30239"/>
                            <a:pt x="2077" y="28356"/>
                            <a:pt x="1246" y="26085"/>
                          </a:cubicBezTo>
                          <a:cubicBezTo>
                            <a:pt x="415" y="23815"/>
                            <a:pt x="0" y="21184"/>
                            <a:pt x="0" y="18166"/>
                          </a:cubicBezTo>
                          <a:cubicBezTo>
                            <a:pt x="0" y="15646"/>
                            <a:pt x="332" y="13292"/>
                            <a:pt x="969" y="11077"/>
                          </a:cubicBezTo>
                          <a:cubicBezTo>
                            <a:pt x="1634" y="8889"/>
                            <a:pt x="2603" y="6978"/>
                            <a:pt x="3904" y="5317"/>
                          </a:cubicBezTo>
                          <a:cubicBezTo>
                            <a:pt x="5206" y="3683"/>
                            <a:pt x="6840" y="2381"/>
                            <a:pt x="8806" y="1440"/>
                          </a:cubicBezTo>
                          <a:cubicBezTo>
                            <a:pt x="10772" y="498"/>
                            <a:pt x="13070" y="0"/>
                            <a:pt x="15673" y="0"/>
                          </a:cubicBezTo>
                          <a:cubicBezTo>
                            <a:pt x="18276" y="0"/>
                            <a:pt x="20658" y="471"/>
                            <a:pt x="22624" y="1440"/>
                          </a:cubicBezTo>
                          <a:cubicBezTo>
                            <a:pt x="24590" y="2381"/>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8" y="32925"/>
                            <a:pt x="24036" y="34143"/>
                            <a:pt x="22098" y="35002"/>
                          </a:cubicBezTo>
                          <a:cubicBezTo>
                            <a:pt x="20159" y="35860"/>
                            <a:pt x="17999" y="36303"/>
                            <a:pt x="15646" y="36303"/>
                          </a:cubicBezTo>
                          <a:close/>
                          <a:moveTo>
                            <a:pt x="27248" y="18166"/>
                          </a:moveTo>
                          <a:cubicBezTo>
                            <a:pt x="27248" y="16116"/>
                            <a:pt x="27027" y="14233"/>
                            <a:pt x="26584" y="12461"/>
                          </a:cubicBezTo>
                          <a:cubicBezTo>
                            <a:pt x="26141" y="10689"/>
                            <a:pt x="25476" y="9138"/>
                            <a:pt x="24562" y="7837"/>
                          </a:cubicBezTo>
                          <a:cubicBezTo>
                            <a:pt x="23648" y="6535"/>
                            <a:pt x="22458" y="5511"/>
                            <a:pt x="21018" y="4735"/>
                          </a:cubicBezTo>
                          <a:cubicBezTo>
                            <a:pt x="19578" y="3960"/>
                            <a:pt x="17806" y="3600"/>
                            <a:pt x="15701" y="3600"/>
                          </a:cubicBezTo>
                          <a:cubicBezTo>
                            <a:pt x="13596" y="3600"/>
                            <a:pt x="11880" y="4015"/>
                            <a:pt x="10440" y="4818"/>
                          </a:cubicBezTo>
                          <a:cubicBezTo>
                            <a:pt x="8972" y="5649"/>
                            <a:pt x="7781" y="6729"/>
                            <a:pt x="6867" y="8086"/>
                          </a:cubicBezTo>
                          <a:cubicBezTo>
                            <a:pt x="5954" y="9443"/>
                            <a:pt x="5261" y="10994"/>
                            <a:pt x="4846" y="12738"/>
                          </a:cubicBezTo>
                          <a:cubicBezTo>
                            <a:pt x="4403" y="14483"/>
                            <a:pt x="4181" y="16283"/>
                            <a:pt x="4181" y="18166"/>
                          </a:cubicBezTo>
                          <a:cubicBezTo>
                            <a:pt x="4181" y="20298"/>
                            <a:pt x="4431" y="22264"/>
                            <a:pt x="4929" y="24036"/>
                          </a:cubicBezTo>
                          <a:cubicBezTo>
                            <a:pt x="5428" y="25836"/>
                            <a:pt x="6175" y="27359"/>
                            <a:pt x="7117" y="28661"/>
                          </a:cubicBezTo>
                          <a:cubicBezTo>
                            <a:pt x="8086" y="29934"/>
                            <a:pt x="9277" y="30931"/>
                            <a:pt x="10717" y="31651"/>
                          </a:cubicBezTo>
                          <a:cubicBezTo>
                            <a:pt x="12157" y="32371"/>
                            <a:pt x="13818" y="32703"/>
                            <a:pt x="15701" y="32703"/>
                          </a:cubicBezTo>
                          <a:cubicBezTo>
                            <a:pt x="17750" y="32703"/>
                            <a:pt x="19522" y="32288"/>
                            <a:pt x="20962" y="31485"/>
                          </a:cubicBezTo>
                          <a:cubicBezTo>
                            <a:pt x="22430" y="30654"/>
                            <a:pt x="23621" y="29574"/>
                            <a:pt x="24535" y="28190"/>
                          </a:cubicBezTo>
                          <a:cubicBezTo>
                            <a:pt x="25448" y="26805"/>
                            <a:pt x="26141" y="25254"/>
                            <a:pt x="26556" y="23538"/>
                          </a:cubicBezTo>
                          <a:cubicBezTo>
                            <a:pt x="26971" y="21821"/>
                            <a:pt x="27221" y="20021"/>
                            <a:pt x="27221" y="18166"/>
                          </a:cubicBez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00" name="Freeform 3599">
                      <a:extLst>
                        <a:ext uri="{FF2B5EF4-FFF2-40B4-BE49-F238E27FC236}">
                          <a16:creationId xmlns:a16="http://schemas.microsoft.com/office/drawing/2014/main" id="{C021D294-20C3-D5FF-D45B-A938757730F2}"/>
                        </a:ext>
                      </a:extLst>
                    </p:cNvPr>
                    <p:cNvSpPr/>
                    <p:nvPr/>
                  </p:nvSpPr>
                  <p:spPr>
                    <a:xfrm>
                      <a:off x="2330275" y="2907698"/>
                      <a:ext cx="26915" cy="35389"/>
                    </a:xfrm>
                    <a:custGeom>
                      <a:avLst/>
                      <a:gdLst>
                        <a:gd name="connsiteX0" fmla="*/ 3932 w 26915"/>
                        <a:gd name="connsiteY0" fmla="*/ 35362 h 35389"/>
                        <a:gd name="connsiteX1" fmla="*/ 0 w 26915"/>
                        <a:gd name="connsiteY1" fmla="*/ 35362 h 35389"/>
                        <a:gd name="connsiteX2" fmla="*/ 0 w 26915"/>
                        <a:gd name="connsiteY2" fmla="*/ 942 h 35389"/>
                        <a:gd name="connsiteX3" fmla="*/ 3932 w 26915"/>
                        <a:gd name="connsiteY3" fmla="*/ 942 h 35389"/>
                        <a:gd name="connsiteX4" fmla="*/ 3932 w 26915"/>
                        <a:gd name="connsiteY4" fmla="*/ 5732 h 35389"/>
                        <a:gd name="connsiteX5" fmla="*/ 8806 w 26915"/>
                        <a:gd name="connsiteY5" fmla="*/ 1606 h 35389"/>
                        <a:gd name="connsiteX6" fmla="*/ 14870 w 26915"/>
                        <a:gd name="connsiteY6" fmla="*/ 0 h 35389"/>
                        <a:gd name="connsiteX7" fmla="*/ 20713 w 26915"/>
                        <a:gd name="connsiteY7" fmla="*/ 1108 h 35389"/>
                        <a:gd name="connsiteX8" fmla="*/ 25227 w 26915"/>
                        <a:gd name="connsiteY8" fmla="*/ 4929 h 35389"/>
                        <a:gd name="connsiteX9" fmla="*/ 26694 w 26915"/>
                        <a:gd name="connsiteY9" fmla="*/ 8751 h 35389"/>
                        <a:gd name="connsiteX10" fmla="*/ 26916 w 26915"/>
                        <a:gd name="connsiteY10" fmla="*/ 12849 h 35389"/>
                        <a:gd name="connsiteX11" fmla="*/ 26916 w 26915"/>
                        <a:gd name="connsiteY11" fmla="*/ 35390 h 35389"/>
                        <a:gd name="connsiteX12" fmla="*/ 22984 w 26915"/>
                        <a:gd name="connsiteY12" fmla="*/ 35390 h 35389"/>
                        <a:gd name="connsiteX13" fmla="*/ 22984 w 26915"/>
                        <a:gd name="connsiteY13" fmla="*/ 12932 h 35389"/>
                        <a:gd name="connsiteX14" fmla="*/ 20962 w 26915"/>
                        <a:gd name="connsiteY14" fmla="*/ 5954 h 35389"/>
                        <a:gd name="connsiteX15" fmla="*/ 14206 w 26915"/>
                        <a:gd name="connsiteY15" fmla="*/ 3628 h 35389"/>
                        <a:gd name="connsiteX16" fmla="*/ 10855 w 26915"/>
                        <a:gd name="connsiteY16" fmla="*/ 4181 h 35389"/>
                        <a:gd name="connsiteX17" fmla="*/ 8141 w 26915"/>
                        <a:gd name="connsiteY17" fmla="*/ 5677 h 35389"/>
                        <a:gd name="connsiteX18" fmla="*/ 6092 w 26915"/>
                        <a:gd name="connsiteY18" fmla="*/ 7809 h 35389"/>
                        <a:gd name="connsiteX19" fmla="*/ 4791 w 26915"/>
                        <a:gd name="connsiteY19" fmla="*/ 10329 h 35389"/>
                        <a:gd name="connsiteX20" fmla="*/ 4071 w 26915"/>
                        <a:gd name="connsiteY20" fmla="*/ 13513 h 35389"/>
                        <a:gd name="connsiteX21" fmla="*/ 3932 w 26915"/>
                        <a:gd name="connsiteY21" fmla="*/ 16836 h 35389"/>
                        <a:gd name="connsiteX22" fmla="*/ 3932 w 26915"/>
                        <a:gd name="connsiteY22" fmla="*/ 35390 h 3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15" h="35389">
                          <a:moveTo>
                            <a:pt x="3932" y="35362"/>
                          </a:moveTo>
                          <a:lnTo>
                            <a:pt x="0" y="35362"/>
                          </a:lnTo>
                          <a:lnTo>
                            <a:pt x="0" y="942"/>
                          </a:lnTo>
                          <a:lnTo>
                            <a:pt x="3932" y="942"/>
                          </a:lnTo>
                          <a:lnTo>
                            <a:pt x="3932" y="5732"/>
                          </a:lnTo>
                          <a:cubicBezTo>
                            <a:pt x="5511" y="4043"/>
                            <a:pt x="7117" y="2686"/>
                            <a:pt x="8806" y="1606"/>
                          </a:cubicBezTo>
                          <a:cubicBezTo>
                            <a:pt x="10495" y="554"/>
                            <a:pt x="12516" y="0"/>
                            <a:pt x="14870" y="0"/>
                          </a:cubicBezTo>
                          <a:cubicBezTo>
                            <a:pt x="16975" y="0"/>
                            <a:pt x="18913" y="360"/>
                            <a:pt x="20713" y="1108"/>
                          </a:cubicBezTo>
                          <a:cubicBezTo>
                            <a:pt x="22513" y="1828"/>
                            <a:pt x="24008" y="3101"/>
                            <a:pt x="25227" y="4929"/>
                          </a:cubicBezTo>
                          <a:cubicBezTo>
                            <a:pt x="26057" y="6175"/>
                            <a:pt x="26556" y="7449"/>
                            <a:pt x="26694" y="8751"/>
                          </a:cubicBezTo>
                          <a:cubicBezTo>
                            <a:pt x="26861" y="10052"/>
                            <a:pt x="26916" y="11409"/>
                            <a:pt x="26916" y="12849"/>
                          </a:cubicBezTo>
                          <a:lnTo>
                            <a:pt x="26916" y="35390"/>
                          </a:lnTo>
                          <a:lnTo>
                            <a:pt x="22984" y="35390"/>
                          </a:lnTo>
                          <a:lnTo>
                            <a:pt x="22984" y="12932"/>
                          </a:lnTo>
                          <a:cubicBezTo>
                            <a:pt x="22984" y="9830"/>
                            <a:pt x="22319" y="7504"/>
                            <a:pt x="20962" y="5954"/>
                          </a:cubicBezTo>
                          <a:cubicBezTo>
                            <a:pt x="19605" y="4403"/>
                            <a:pt x="17362" y="3628"/>
                            <a:pt x="14206" y="3628"/>
                          </a:cubicBezTo>
                          <a:cubicBezTo>
                            <a:pt x="12987" y="3628"/>
                            <a:pt x="11880" y="3821"/>
                            <a:pt x="10855" y="4181"/>
                          </a:cubicBezTo>
                          <a:cubicBezTo>
                            <a:pt x="9858" y="4569"/>
                            <a:pt x="8944" y="5068"/>
                            <a:pt x="8141" y="5677"/>
                          </a:cubicBezTo>
                          <a:cubicBezTo>
                            <a:pt x="7338" y="6286"/>
                            <a:pt x="6646" y="7006"/>
                            <a:pt x="6092" y="7809"/>
                          </a:cubicBezTo>
                          <a:cubicBezTo>
                            <a:pt x="5511" y="8612"/>
                            <a:pt x="5095" y="9443"/>
                            <a:pt x="4791" y="10329"/>
                          </a:cubicBezTo>
                          <a:cubicBezTo>
                            <a:pt x="4403" y="11437"/>
                            <a:pt x="4154" y="12489"/>
                            <a:pt x="4071" y="13513"/>
                          </a:cubicBezTo>
                          <a:cubicBezTo>
                            <a:pt x="3987" y="14538"/>
                            <a:pt x="3932" y="15646"/>
                            <a:pt x="3932" y="16836"/>
                          </a:cubicBezTo>
                          <a:lnTo>
                            <a:pt x="3932" y="35390"/>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582" name="Freeform 3581">
                    <a:extLst>
                      <a:ext uri="{FF2B5EF4-FFF2-40B4-BE49-F238E27FC236}">
                        <a16:creationId xmlns:a16="http://schemas.microsoft.com/office/drawing/2014/main" id="{D1263DAC-4E52-F743-79AB-4CA5E64D85CE}"/>
                      </a:ext>
                    </a:extLst>
                  </p:cNvPr>
                  <p:cNvSpPr/>
                  <p:nvPr/>
                </p:nvSpPr>
                <p:spPr>
                  <a:xfrm>
                    <a:off x="1650674" y="2924506"/>
                    <a:ext cx="83434" cy="2769"/>
                  </a:xfrm>
                  <a:custGeom>
                    <a:avLst/>
                    <a:gdLst>
                      <a:gd name="connsiteX0" fmla="*/ 0 w 83434"/>
                      <a:gd name="connsiteY0" fmla="*/ 0 h 2769"/>
                      <a:gd name="connsiteX1" fmla="*/ 83434 w 83434"/>
                      <a:gd name="connsiteY1" fmla="*/ 0 h 2769"/>
                    </a:gdLst>
                    <a:ahLst/>
                    <a:cxnLst>
                      <a:cxn ang="0">
                        <a:pos x="connsiteX0" y="connsiteY0"/>
                      </a:cxn>
                      <a:cxn ang="0">
                        <a:pos x="connsiteX1" y="connsiteY1"/>
                      </a:cxn>
                    </a:cxnLst>
                    <a:rect l="l" t="t" r="r" b="b"/>
                    <a:pathLst>
                      <a:path w="83434" h="2769">
                        <a:moveTo>
                          <a:pt x="0" y="0"/>
                        </a:moveTo>
                        <a:lnTo>
                          <a:pt x="83434" y="0"/>
                        </a:lnTo>
                      </a:path>
                    </a:pathLst>
                  </a:custGeom>
                  <a:ln w="5534" cap="flat">
                    <a:solidFill>
                      <a:srgbClr val="26A6DE"/>
                    </a:solidFill>
                    <a:prstDash val="solid"/>
                    <a:miter/>
                  </a:ln>
                </p:spPr>
                <p:txBody>
                  <a:bodyPr rtlCol="0" anchor="ctr"/>
                  <a:lstStyle/>
                  <a:p>
                    <a:endParaRPr lang="en-US" sz="2000">
                      <a:latin typeface="Helvetica Light" panose="020B0403020202020204" pitchFamily="34" charset="0"/>
                    </a:endParaRPr>
                  </a:p>
                </p:txBody>
              </p:sp>
            </p:grpSp>
            <p:grpSp>
              <p:nvGrpSpPr>
                <p:cNvPr id="5" name="Group 4">
                  <a:extLst>
                    <a:ext uri="{FF2B5EF4-FFF2-40B4-BE49-F238E27FC236}">
                      <a16:creationId xmlns:a16="http://schemas.microsoft.com/office/drawing/2014/main" id="{4B7B32DF-A318-E4AB-BFE1-8151F0961703}"/>
                    </a:ext>
                  </a:extLst>
                </p:cNvPr>
                <p:cNvGrpSpPr/>
                <p:nvPr/>
              </p:nvGrpSpPr>
              <p:grpSpPr>
                <a:xfrm>
                  <a:off x="1374810" y="1586970"/>
                  <a:ext cx="9590710" cy="259716"/>
                  <a:chOff x="2174837" y="1389080"/>
                  <a:chExt cx="7743984" cy="209707"/>
                </a:xfrm>
              </p:grpSpPr>
              <p:grpSp>
                <p:nvGrpSpPr>
                  <p:cNvPr id="61" name="Graphic 14">
                    <a:extLst>
                      <a:ext uri="{FF2B5EF4-FFF2-40B4-BE49-F238E27FC236}">
                        <a16:creationId xmlns:a16="http://schemas.microsoft.com/office/drawing/2014/main" id="{E1688452-B8EB-BF88-3441-6456BA6B8B2E}"/>
                      </a:ext>
                    </a:extLst>
                  </p:cNvPr>
                  <p:cNvGrpSpPr/>
                  <p:nvPr/>
                </p:nvGrpSpPr>
                <p:grpSpPr>
                  <a:xfrm>
                    <a:off x="2174837" y="1389080"/>
                    <a:ext cx="698890" cy="195954"/>
                    <a:chOff x="1635803" y="2367938"/>
                    <a:chExt cx="233576" cy="65490"/>
                  </a:xfrm>
                  <a:solidFill>
                    <a:srgbClr val="26A6DE"/>
                  </a:solidFill>
                </p:grpSpPr>
                <p:grpSp>
                  <p:nvGrpSpPr>
                    <p:cNvPr id="62" name="Graphic 14">
                      <a:extLst>
                        <a:ext uri="{FF2B5EF4-FFF2-40B4-BE49-F238E27FC236}">
                          <a16:creationId xmlns:a16="http://schemas.microsoft.com/office/drawing/2014/main" id="{54F9F91E-E734-5B9D-3E36-F3DAF3AF61CA}"/>
                        </a:ext>
                      </a:extLst>
                    </p:cNvPr>
                    <p:cNvGrpSpPr/>
                    <p:nvPr/>
                  </p:nvGrpSpPr>
                  <p:grpSpPr>
                    <a:xfrm>
                      <a:off x="1719957" y="2367938"/>
                      <a:ext cx="67622" cy="47850"/>
                      <a:chOff x="1719957" y="2367938"/>
                      <a:chExt cx="67622" cy="47850"/>
                    </a:xfrm>
                    <a:solidFill>
                      <a:srgbClr val="26A6DE"/>
                    </a:solidFill>
                  </p:grpSpPr>
                  <p:sp>
                    <p:nvSpPr>
                      <p:cNvPr id="3456" name="Freeform 3455">
                        <a:extLst>
                          <a:ext uri="{FF2B5EF4-FFF2-40B4-BE49-F238E27FC236}">
                            <a16:creationId xmlns:a16="http://schemas.microsoft.com/office/drawing/2014/main" id="{57DDC521-6FE9-DD3E-E1D0-ADF311F52FE9}"/>
                          </a:ext>
                        </a:extLst>
                      </p:cNvPr>
                      <p:cNvSpPr/>
                      <p:nvPr/>
                    </p:nvSpPr>
                    <p:spPr>
                      <a:xfrm>
                        <a:off x="1719957" y="2367938"/>
                        <a:ext cx="42256" cy="47850"/>
                      </a:xfrm>
                      <a:custGeom>
                        <a:avLst/>
                        <a:gdLst>
                          <a:gd name="connsiteX0" fmla="*/ 0 w 42256"/>
                          <a:gd name="connsiteY0" fmla="*/ 47851 h 47850"/>
                          <a:gd name="connsiteX1" fmla="*/ 18802 w 42256"/>
                          <a:gd name="connsiteY1" fmla="*/ 0 h 47850"/>
                          <a:gd name="connsiteX2" fmla="*/ 23925 w 42256"/>
                          <a:gd name="connsiteY2" fmla="*/ 0 h 47850"/>
                          <a:gd name="connsiteX3" fmla="*/ 42257 w 42256"/>
                          <a:gd name="connsiteY3" fmla="*/ 47851 h 47850"/>
                          <a:gd name="connsiteX4" fmla="*/ 37605 w 42256"/>
                          <a:gd name="connsiteY4" fmla="*/ 47851 h 47850"/>
                          <a:gd name="connsiteX5" fmla="*/ 32094 w 42256"/>
                          <a:gd name="connsiteY5" fmla="*/ 32842 h 47850"/>
                          <a:gd name="connsiteX6" fmla="*/ 10301 w 42256"/>
                          <a:gd name="connsiteY6" fmla="*/ 32842 h 47850"/>
                          <a:gd name="connsiteX7" fmla="*/ 4652 w 42256"/>
                          <a:gd name="connsiteY7" fmla="*/ 47851 h 47850"/>
                          <a:gd name="connsiteX8" fmla="*/ 0 w 42256"/>
                          <a:gd name="connsiteY8" fmla="*/ 47851 h 47850"/>
                          <a:gd name="connsiteX9" fmla="*/ 11824 w 42256"/>
                          <a:gd name="connsiteY9" fmla="*/ 28965 h 47850"/>
                          <a:gd name="connsiteX10" fmla="*/ 30571 w 42256"/>
                          <a:gd name="connsiteY10" fmla="*/ 28965 h 47850"/>
                          <a:gd name="connsiteX11" fmla="*/ 21212 w 42256"/>
                          <a:gd name="connsiteY11" fmla="*/ 3849 h 47850"/>
                          <a:gd name="connsiteX12" fmla="*/ 11852 w 42256"/>
                          <a:gd name="connsiteY12" fmla="*/ 28965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6"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24" y="28965"/>
                            </a:moveTo>
                            <a:lnTo>
                              <a:pt x="30571" y="28965"/>
                            </a:lnTo>
                            <a:lnTo>
                              <a:pt x="21212" y="3849"/>
                            </a:lnTo>
                            <a:lnTo>
                              <a:pt x="11852" y="28965"/>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457" name="Freeform 3456">
                        <a:extLst>
                          <a:ext uri="{FF2B5EF4-FFF2-40B4-BE49-F238E27FC236}">
                            <a16:creationId xmlns:a16="http://schemas.microsoft.com/office/drawing/2014/main" id="{3A09638E-679C-9CCF-36FB-14D473DA5C24}"/>
                          </a:ext>
                        </a:extLst>
                      </p:cNvPr>
                      <p:cNvSpPr/>
                      <p:nvPr/>
                    </p:nvSpPr>
                    <p:spPr>
                      <a:xfrm>
                        <a:off x="1771242" y="2368907"/>
                        <a:ext cx="16337" cy="46853"/>
                      </a:xfrm>
                      <a:custGeom>
                        <a:avLst/>
                        <a:gdLst>
                          <a:gd name="connsiteX0" fmla="*/ 12101 w 16337"/>
                          <a:gd name="connsiteY0" fmla="*/ 12046 h 46853"/>
                          <a:gd name="connsiteX1" fmla="*/ 0 w 16337"/>
                          <a:gd name="connsiteY1" fmla="*/ 12046 h 46853"/>
                          <a:gd name="connsiteX2" fmla="*/ 0 w 16337"/>
                          <a:gd name="connsiteY2" fmla="*/ 9249 h 46853"/>
                          <a:gd name="connsiteX3" fmla="*/ 4818 w 16337"/>
                          <a:gd name="connsiteY3" fmla="*/ 8723 h 46853"/>
                          <a:gd name="connsiteX4" fmla="*/ 8612 w 16337"/>
                          <a:gd name="connsiteY4" fmla="*/ 7449 h 46853"/>
                          <a:gd name="connsiteX5" fmla="*/ 11326 w 16337"/>
                          <a:gd name="connsiteY5" fmla="*/ 4763 h 46853"/>
                          <a:gd name="connsiteX6" fmla="*/ 12960 w 16337"/>
                          <a:gd name="connsiteY6" fmla="*/ 0 h 46853"/>
                          <a:gd name="connsiteX7" fmla="*/ 16338 w 16337"/>
                          <a:gd name="connsiteY7" fmla="*/ 0 h 46853"/>
                          <a:gd name="connsiteX8" fmla="*/ 16338 w 16337"/>
                          <a:gd name="connsiteY8" fmla="*/ 46854 h 46853"/>
                          <a:gd name="connsiteX9" fmla="*/ 12073 w 16337"/>
                          <a:gd name="connsiteY9" fmla="*/ 46854 h 46853"/>
                          <a:gd name="connsiteX10" fmla="*/ 12073 w 16337"/>
                          <a:gd name="connsiteY10" fmla="*/ 120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7" h="46853">
                            <a:moveTo>
                              <a:pt x="12101" y="12046"/>
                            </a:moveTo>
                            <a:lnTo>
                              <a:pt x="0" y="12046"/>
                            </a:lnTo>
                            <a:lnTo>
                              <a:pt x="0" y="9249"/>
                            </a:lnTo>
                            <a:cubicBezTo>
                              <a:pt x="1772" y="9110"/>
                              <a:pt x="3378" y="8944"/>
                              <a:pt x="4818" y="8723"/>
                            </a:cubicBezTo>
                            <a:cubicBezTo>
                              <a:pt x="6258" y="8501"/>
                              <a:pt x="7532" y="8086"/>
                              <a:pt x="8612" y="7449"/>
                            </a:cubicBezTo>
                            <a:cubicBezTo>
                              <a:pt x="9692" y="6812"/>
                              <a:pt x="10606" y="5926"/>
                              <a:pt x="11326" y="4763"/>
                            </a:cubicBezTo>
                            <a:cubicBezTo>
                              <a:pt x="12046" y="3600"/>
                              <a:pt x="12600" y="1994"/>
                              <a:pt x="12960" y="0"/>
                            </a:cubicBezTo>
                            <a:lnTo>
                              <a:pt x="16338" y="0"/>
                            </a:lnTo>
                            <a:lnTo>
                              <a:pt x="16338" y="46854"/>
                            </a:lnTo>
                            <a:lnTo>
                              <a:pt x="12073" y="46854"/>
                            </a:lnTo>
                            <a:lnTo>
                              <a:pt x="12073" y="12018"/>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63" name="Freeform 62">
                      <a:extLst>
                        <a:ext uri="{FF2B5EF4-FFF2-40B4-BE49-F238E27FC236}">
                          <a16:creationId xmlns:a16="http://schemas.microsoft.com/office/drawing/2014/main" id="{17300C17-8E51-673A-188F-AC3A211EFF12}"/>
                        </a:ext>
                      </a:extLst>
                    </p:cNvPr>
                    <p:cNvSpPr/>
                    <p:nvPr/>
                  </p:nvSpPr>
                  <p:spPr>
                    <a:xfrm>
                      <a:off x="1635803" y="2433428"/>
                      <a:ext cx="233576" cy="2769"/>
                    </a:xfrm>
                    <a:custGeom>
                      <a:avLst/>
                      <a:gdLst>
                        <a:gd name="connsiteX0" fmla="*/ 0 w 233576"/>
                        <a:gd name="connsiteY0" fmla="*/ 0 h 2769"/>
                        <a:gd name="connsiteX1" fmla="*/ 233576 w 233576"/>
                        <a:gd name="connsiteY1" fmla="*/ 0 h 2769"/>
                      </a:gdLst>
                      <a:ahLst/>
                      <a:cxnLst>
                        <a:cxn ang="0">
                          <a:pos x="connsiteX0" y="connsiteY0"/>
                        </a:cxn>
                        <a:cxn ang="0">
                          <a:pos x="connsiteX1" y="connsiteY1"/>
                        </a:cxn>
                      </a:cxnLst>
                      <a:rect l="l" t="t" r="r" b="b"/>
                      <a:pathLst>
                        <a:path w="233576" h="2769">
                          <a:moveTo>
                            <a:pt x="0" y="0"/>
                          </a:moveTo>
                          <a:lnTo>
                            <a:pt x="233576" y="0"/>
                          </a:lnTo>
                        </a:path>
                      </a:pathLst>
                    </a:custGeom>
                    <a:ln w="5534" cap="flat">
                      <a:solidFill>
                        <a:srgbClr val="26A6DE"/>
                      </a:solidFill>
                      <a:prstDash val="solid"/>
                      <a:miter/>
                    </a:ln>
                  </p:spPr>
                  <p:txBody>
                    <a:bodyPr rtlCol="0" anchor="ctr"/>
                    <a:lstStyle/>
                    <a:p>
                      <a:endParaRPr lang="en-US" sz="2000">
                        <a:latin typeface="Helvetica Light" panose="020B0403020202020204" pitchFamily="34" charset="0"/>
                      </a:endParaRPr>
                    </a:p>
                  </p:txBody>
                </p:sp>
              </p:grpSp>
              <p:grpSp>
                <p:nvGrpSpPr>
                  <p:cNvPr id="3667" name="Graphic 14">
                    <a:extLst>
                      <a:ext uri="{FF2B5EF4-FFF2-40B4-BE49-F238E27FC236}">
                        <a16:creationId xmlns:a16="http://schemas.microsoft.com/office/drawing/2014/main" id="{A09AF30B-E828-63C0-7BF6-705E6F679634}"/>
                      </a:ext>
                    </a:extLst>
                  </p:cNvPr>
                  <p:cNvGrpSpPr/>
                  <p:nvPr/>
                </p:nvGrpSpPr>
                <p:grpSpPr>
                  <a:xfrm>
                    <a:off x="9219847" y="1402835"/>
                    <a:ext cx="698974" cy="195952"/>
                    <a:chOff x="3990315" y="2372535"/>
                    <a:chExt cx="233604" cy="65489"/>
                  </a:xfrm>
                  <a:solidFill>
                    <a:srgbClr val="26A6DE"/>
                  </a:solidFill>
                </p:grpSpPr>
                <p:grpSp>
                  <p:nvGrpSpPr>
                    <p:cNvPr id="3668" name="Graphic 14">
                      <a:extLst>
                        <a:ext uri="{FF2B5EF4-FFF2-40B4-BE49-F238E27FC236}">
                          <a16:creationId xmlns:a16="http://schemas.microsoft.com/office/drawing/2014/main" id="{930E0246-9D04-9BE9-06B0-6EA18D914D41}"/>
                        </a:ext>
                      </a:extLst>
                    </p:cNvPr>
                    <p:cNvGrpSpPr/>
                    <p:nvPr/>
                  </p:nvGrpSpPr>
                  <p:grpSpPr>
                    <a:xfrm>
                      <a:off x="4078872" y="2372535"/>
                      <a:ext cx="63246" cy="47850"/>
                      <a:chOff x="4078872" y="2372535"/>
                      <a:chExt cx="63246" cy="47850"/>
                    </a:xfrm>
                    <a:solidFill>
                      <a:srgbClr val="26A6DE"/>
                    </a:solidFill>
                  </p:grpSpPr>
                  <p:sp>
                    <p:nvSpPr>
                      <p:cNvPr id="3670" name="Freeform 3669">
                        <a:extLst>
                          <a:ext uri="{FF2B5EF4-FFF2-40B4-BE49-F238E27FC236}">
                            <a16:creationId xmlns:a16="http://schemas.microsoft.com/office/drawing/2014/main" id="{84A732D9-8B76-B816-6235-A994CF332B04}"/>
                          </a:ext>
                        </a:extLst>
                      </p:cNvPr>
                      <p:cNvSpPr/>
                      <p:nvPr/>
                    </p:nvSpPr>
                    <p:spPr>
                      <a:xfrm>
                        <a:off x="4078872" y="2372535"/>
                        <a:ext cx="35168" cy="47850"/>
                      </a:xfrm>
                      <a:custGeom>
                        <a:avLst/>
                        <a:gdLst>
                          <a:gd name="connsiteX0" fmla="*/ 0 w 35168"/>
                          <a:gd name="connsiteY0" fmla="*/ 47851 h 47850"/>
                          <a:gd name="connsiteX1" fmla="*/ 0 w 35168"/>
                          <a:gd name="connsiteY1" fmla="*/ 0 h 47850"/>
                          <a:gd name="connsiteX2" fmla="*/ 17279 w 35168"/>
                          <a:gd name="connsiteY2" fmla="*/ 0 h 47850"/>
                          <a:gd name="connsiteX3" fmla="*/ 24452 w 35168"/>
                          <a:gd name="connsiteY3" fmla="*/ 858 h 47850"/>
                          <a:gd name="connsiteX4" fmla="*/ 29325 w 35168"/>
                          <a:gd name="connsiteY4" fmla="*/ 3323 h 47850"/>
                          <a:gd name="connsiteX5" fmla="*/ 32094 w 35168"/>
                          <a:gd name="connsiteY5" fmla="*/ 7144 h 47850"/>
                          <a:gd name="connsiteX6" fmla="*/ 32953 w 35168"/>
                          <a:gd name="connsiteY6" fmla="*/ 12018 h 47850"/>
                          <a:gd name="connsiteX7" fmla="*/ 32288 w 35168"/>
                          <a:gd name="connsiteY7" fmla="*/ 16366 h 47850"/>
                          <a:gd name="connsiteX8" fmla="*/ 30571 w 35168"/>
                          <a:gd name="connsiteY8" fmla="*/ 19412 h 47850"/>
                          <a:gd name="connsiteX9" fmla="*/ 28134 w 35168"/>
                          <a:gd name="connsiteY9" fmla="*/ 21350 h 47850"/>
                          <a:gd name="connsiteX10" fmla="*/ 25310 w 35168"/>
                          <a:gd name="connsiteY10" fmla="*/ 22319 h 47850"/>
                          <a:gd name="connsiteX11" fmla="*/ 25310 w 35168"/>
                          <a:gd name="connsiteY11" fmla="*/ 22458 h 47850"/>
                          <a:gd name="connsiteX12" fmla="*/ 32731 w 35168"/>
                          <a:gd name="connsiteY12" fmla="*/ 26390 h 47850"/>
                          <a:gd name="connsiteX13" fmla="*/ 35168 w 35168"/>
                          <a:gd name="connsiteY13" fmla="*/ 34365 h 47850"/>
                          <a:gd name="connsiteX14" fmla="*/ 34005 w 35168"/>
                          <a:gd name="connsiteY14" fmla="*/ 40679 h 47850"/>
                          <a:gd name="connsiteX15" fmla="*/ 30793 w 35168"/>
                          <a:gd name="connsiteY15" fmla="*/ 44860 h 47850"/>
                          <a:gd name="connsiteX16" fmla="*/ 25836 w 35168"/>
                          <a:gd name="connsiteY16" fmla="*/ 47158 h 47850"/>
                          <a:gd name="connsiteX17" fmla="*/ 19550 w 35168"/>
                          <a:gd name="connsiteY17" fmla="*/ 47851 h 47850"/>
                          <a:gd name="connsiteX18" fmla="*/ 0 w 35168"/>
                          <a:gd name="connsiteY18" fmla="*/ 47851 h 47850"/>
                          <a:gd name="connsiteX19" fmla="*/ 4514 w 35168"/>
                          <a:gd name="connsiteY19" fmla="*/ 21129 h 47850"/>
                          <a:gd name="connsiteX20" fmla="*/ 15950 w 35168"/>
                          <a:gd name="connsiteY20" fmla="*/ 21129 h 47850"/>
                          <a:gd name="connsiteX21" fmla="*/ 21876 w 35168"/>
                          <a:gd name="connsiteY21" fmla="*/ 20519 h 47850"/>
                          <a:gd name="connsiteX22" fmla="*/ 25725 w 35168"/>
                          <a:gd name="connsiteY22" fmla="*/ 18747 h 47850"/>
                          <a:gd name="connsiteX23" fmla="*/ 27830 w 35168"/>
                          <a:gd name="connsiteY23" fmla="*/ 15895 h 47850"/>
                          <a:gd name="connsiteX24" fmla="*/ 28467 w 35168"/>
                          <a:gd name="connsiteY24" fmla="*/ 12018 h 47850"/>
                          <a:gd name="connsiteX25" fmla="*/ 27747 w 35168"/>
                          <a:gd name="connsiteY25" fmla="*/ 8197 h 47850"/>
                          <a:gd name="connsiteX26" fmla="*/ 25421 w 35168"/>
                          <a:gd name="connsiteY26" fmla="*/ 5677 h 47850"/>
                          <a:gd name="connsiteX27" fmla="*/ 21267 w 35168"/>
                          <a:gd name="connsiteY27" fmla="*/ 4292 h 47850"/>
                          <a:gd name="connsiteX28" fmla="*/ 14981 w 35168"/>
                          <a:gd name="connsiteY28" fmla="*/ 3849 h 47850"/>
                          <a:gd name="connsiteX29" fmla="*/ 4541 w 35168"/>
                          <a:gd name="connsiteY29" fmla="*/ 3849 h 47850"/>
                          <a:gd name="connsiteX30" fmla="*/ 4541 w 35168"/>
                          <a:gd name="connsiteY30" fmla="*/ 21129 h 47850"/>
                          <a:gd name="connsiteX31" fmla="*/ 4514 w 35168"/>
                          <a:gd name="connsiteY31" fmla="*/ 44001 h 47850"/>
                          <a:gd name="connsiteX32" fmla="*/ 16006 w 35168"/>
                          <a:gd name="connsiteY32" fmla="*/ 44001 h 47850"/>
                          <a:gd name="connsiteX33" fmla="*/ 22485 w 35168"/>
                          <a:gd name="connsiteY33" fmla="*/ 43669 h 47850"/>
                          <a:gd name="connsiteX34" fmla="*/ 27027 w 35168"/>
                          <a:gd name="connsiteY34" fmla="*/ 42312 h 47850"/>
                          <a:gd name="connsiteX35" fmla="*/ 29713 w 35168"/>
                          <a:gd name="connsiteY35" fmla="*/ 39377 h 47850"/>
                          <a:gd name="connsiteX36" fmla="*/ 30599 w 35168"/>
                          <a:gd name="connsiteY36" fmla="*/ 34365 h 47850"/>
                          <a:gd name="connsiteX37" fmla="*/ 29602 w 35168"/>
                          <a:gd name="connsiteY37" fmla="*/ 29547 h 47850"/>
                          <a:gd name="connsiteX38" fmla="*/ 26750 w 35168"/>
                          <a:gd name="connsiteY38" fmla="*/ 26722 h 47850"/>
                          <a:gd name="connsiteX39" fmla="*/ 22291 w 35168"/>
                          <a:gd name="connsiteY39" fmla="*/ 25365 h 47850"/>
                          <a:gd name="connsiteX40" fmla="*/ 16504 w 35168"/>
                          <a:gd name="connsiteY40" fmla="*/ 25005 h 47850"/>
                          <a:gd name="connsiteX41" fmla="*/ 4486 w 35168"/>
                          <a:gd name="connsiteY41" fmla="*/ 25005 h 47850"/>
                          <a:gd name="connsiteX42" fmla="*/ 4486 w 35168"/>
                          <a:gd name="connsiteY42" fmla="*/ 4400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168" h="47850">
                            <a:moveTo>
                              <a:pt x="0" y="47851"/>
                            </a:moveTo>
                            <a:lnTo>
                              <a:pt x="0" y="0"/>
                            </a:lnTo>
                            <a:lnTo>
                              <a:pt x="17279" y="0"/>
                            </a:lnTo>
                            <a:cubicBezTo>
                              <a:pt x="20076" y="0"/>
                              <a:pt x="22458" y="277"/>
                              <a:pt x="24452" y="858"/>
                            </a:cubicBezTo>
                            <a:cubicBezTo>
                              <a:pt x="26445" y="1440"/>
                              <a:pt x="28079" y="2243"/>
                              <a:pt x="29325" y="3323"/>
                            </a:cubicBezTo>
                            <a:cubicBezTo>
                              <a:pt x="30599" y="4375"/>
                              <a:pt x="31513" y="5649"/>
                              <a:pt x="32094" y="7144"/>
                            </a:cubicBezTo>
                            <a:cubicBezTo>
                              <a:pt x="32676" y="8640"/>
                              <a:pt x="32953" y="10246"/>
                              <a:pt x="32953" y="12018"/>
                            </a:cubicBezTo>
                            <a:cubicBezTo>
                              <a:pt x="32953" y="13790"/>
                              <a:pt x="32731" y="15147"/>
                              <a:pt x="32288" y="16366"/>
                            </a:cubicBezTo>
                            <a:cubicBezTo>
                              <a:pt x="31845" y="17584"/>
                              <a:pt x="31263" y="18609"/>
                              <a:pt x="30571" y="19412"/>
                            </a:cubicBezTo>
                            <a:cubicBezTo>
                              <a:pt x="29879" y="20215"/>
                              <a:pt x="29048" y="20879"/>
                              <a:pt x="28134" y="21350"/>
                            </a:cubicBezTo>
                            <a:cubicBezTo>
                              <a:pt x="27221" y="21821"/>
                              <a:pt x="26279" y="22125"/>
                              <a:pt x="25310" y="22319"/>
                            </a:cubicBezTo>
                            <a:lnTo>
                              <a:pt x="25310" y="22458"/>
                            </a:lnTo>
                            <a:cubicBezTo>
                              <a:pt x="28633" y="22956"/>
                              <a:pt x="31097" y="24258"/>
                              <a:pt x="32731" y="26390"/>
                            </a:cubicBezTo>
                            <a:cubicBezTo>
                              <a:pt x="34337" y="28522"/>
                              <a:pt x="35168" y="31180"/>
                              <a:pt x="35168" y="34365"/>
                            </a:cubicBezTo>
                            <a:cubicBezTo>
                              <a:pt x="35168" y="36857"/>
                              <a:pt x="34780" y="38962"/>
                              <a:pt x="34005" y="40679"/>
                            </a:cubicBezTo>
                            <a:cubicBezTo>
                              <a:pt x="33230" y="42395"/>
                              <a:pt x="32150" y="43808"/>
                              <a:pt x="30793" y="44860"/>
                            </a:cubicBezTo>
                            <a:cubicBezTo>
                              <a:pt x="29408" y="45912"/>
                              <a:pt x="27774" y="46688"/>
                              <a:pt x="25836" y="47158"/>
                            </a:cubicBezTo>
                            <a:cubicBezTo>
                              <a:pt x="23898" y="47629"/>
                              <a:pt x="21821" y="47851"/>
                              <a:pt x="19550" y="47851"/>
                            </a:cubicBezTo>
                            <a:lnTo>
                              <a:pt x="0" y="47851"/>
                            </a:lnTo>
                            <a:close/>
                            <a:moveTo>
                              <a:pt x="4514" y="21129"/>
                            </a:moveTo>
                            <a:lnTo>
                              <a:pt x="15950" y="21129"/>
                            </a:lnTo>
                            <a:cubicBezTo>
                              <a:pt x="18304" y="21129"/>
                              <a:pt x="20270" y="20935"/>
                              <a:pt x="21876" y="20519"/>
                            </a:cubicBezTo>
                            <a:cubicBezTo>
                              <a:pt x="23482" y="20132"/>
                              <a:pt x="24756" y="19522"/>
                              <a:pt x="25725" y="18747"/>
                            </a:cubicBezTo>
                            <a:cubicBezTo>
                              <a:pt x="26694" y="17972"/>
                              <a:pt x="27387" y="17030"/>
                              <a:pt x="27830" y="15895"/>
                            </a:cubicBezTo>
                            <a:cubicBezTo>
                              <a:pt x="28245" y="14759"/>
                              <a:pt x="28467" y="13458"/>
                              <a:pt x="28467" y="12018"/>
                            </a:cubicBezTo>
                            <a:cubicBezTo>
                              <a:pt x="28467" y="10578"/>
                              <a:pt x="28217" y="9249"/>
                              <a:pt x="27747" y="8197"/>
                            </a:cubicBezTo>
                            <a:cubicBezTo>
                              <a:pt x="27248" y="7144"/>
                              <a:pt x="26473" y="6314"/>
                              <a:pt x="25421" y="5677"/>
                            </a:cubicBezTo>
                            <a:cubicBezTo>
                              <a:pt x="24368" y="5040"/>
                              <a:pt x="22984" y="4569"/>
                              <a:pt x="21267" y="4292"/>
                            </a:cubicBezTo>
                            <a:cubicBezTo>
                              <a:pt x="19550" y="4015"/>
                              <a:pt x="17473" y="3849"/>
                              <a:pt x="14981" y="3849"/>
                            </a:cubicBezTo>
                            <a:lnTo>
                              <a:pt x="4541" y="3849"/>
                            </a:lnTo>
                            <a:lnTo>
                              <a:pt x="4541" y="21129"/>
                            </a:lnTo>
                            <a:close/>
                            <a:moveTo>
                              <a:pt x="4514" y="44001"/>
                            </a:moveTo>
                            <a:lnTo>
                              <a:pt x="16006" y="44001"/>
                            </a:lnTo>
                            <a:cubicBezTo>
                              <a:pt x="18498" y="44001"/>
                              <a:pt x="20658" y="43891"/>
                              <a:pt x="22485" y="43669"/>
                            </a:cubicBezTo>
                            <a:cubicBezTo>
                              <a:pt x="24313" y="43448"/>
                              <a:pt x="25836" y="43005"/>
                              <a:pt x="27027" y="42312"/>
                            </a:cubicBezTo>
                            <a:cubicBezTo>
                              <a:pt x="28217" y="41620"/>
                              <a:pt x="29131" y="40651"/>
                              <a:pt x="29713" y="39377"/>
                            </a:cubicBezTo>
                            <a:cubicBezTo>
                              <a:pt x="30322" y="38103"/>
                              <a:pt x="30599" y="36442"/>
                              <a:pt x="30599" y="34365"/>
                            </a:cubicBezTo>
                            <a:cubicBezTo>
                              <a:pt x="30599" y="32288"/>
                              <a:pt x="30267" y="30765"/>
                              <a:pt x="29602" y="29547"/>
                            </a:cubicBezTo>
                            <a:cubicBezTo>
                              <a:pt x="28937" y="28328"/>
                              <a:pt x="27996" y="27387"/>
                              <a:pt x="26750" y="26722"/>
                            </a:cubicBezTo>
                            <a:cubicBezTo>
                              <a:pt x="25504" y="26058"/>
                              <a:pt x="24036" y="25614"/>
                              <a:pt x="22291" y="25365"/>
                            </a:cubicBezTo>
                            <a:cubicBezTo>
                              <a:pt x="20575" y="25116"/>
                              <a:pt x="18636" y="25005"/>
                              <a:pt x="16504" y="25005"/>
                            </a:cubicBezTo>
                            <a:lnTo>
                              <a:pt x="4486" y="25005"/>
                            </a:lnTo>
                            <a:lnTo>
                              <a:pt x="4486" y="44001"/>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71" name="Freeform 3670">
                        <a:extLst>
                          <a:ext uri="{FF2B5EF4-FFF2-40B4-BE49-F238E27FC236}">
                            <a16:creationId xmlns:a16="http://schemas.microsoft.com/office/drawing/2014/main" id="{3164DCA2-F357-D56F-5D20-E0AC012EA2E3}"/>
                          </a:ext>
                        </a:extLst>
                      </p:cNvPr>
                      <p:cNvSpPr/>
                      <p:nvPr/>
                    </p:nvSpPr>
                    <p:spPr>
                      <a:xfrm>
                        <a:off x="4125781" y="2373504"/>
                        <a:ext cx="16337" cy="46853"/>
                      </a:xfrm>
                      <a:custGeom>
                        <a:avLst/>
                        <a:gdLst>
                          <a:gd name="connsiteX0" fmla="*/ 12101 w 16337"/>
                          <a:gd name="connsiteY0" fmla="*/ 12046 h 46853"/>
                          <a:gd name="connsiteX1" fmla="*/ 0 w 16337"/>
                          <a:gd name="connsiteY1" fmla="*/ 12046 h 46853"/>
                          <a:gd name="connsiteX2" fmla="*/ 0 w 16337"/>
                          <a:gd name="connsiteY2" fmla="*/ 9249 h 46853"/>
                          <a:gd name="connsiteX3" fmla="*/ 4818 w 16337"/>
                          <a:gd name="connsiteY3" fmla="*/ 8723 h 46853"/>
                          <a:gd name="connsiteX4" fmla="*/ 8612 w 16337"/>
                          <a:gd name="connsiteY4" fmla="*/ 7449 h 46853"/>
                          <a:gd name="connsiteX5" fmla="*/ 11326 w 16337"/>
                          <a:gd name="connsiteY5" fmla="*/ 4763 h 46853"/>
                          <a:gd name="connsiteX6" fmla="*/ 12960 w 16337"/>
                          <a:gd name="connsiteY6" fmla="*/ 0 h 46853"/>
                          <a:gd name="connsiteX7" fmla="*/ 16338 w 16337"/>
                          <a:gd name="connsiteY7" fmla="*/ 0 h 46853"/>
                          <a:gd name="connsiteX8" fmla="*/ 16338 w 16337"/>
                          <a:gd name="connsiteY8" fmla="*/ 46854 h 46853"/>
                          <a:gd name="connsiteX9" fmla="*/ 12073 w 16337"/>
                          <a:gd name="connsiteY9" fmla="*/ 46854 h 46853"/>
                          <a:gd name="connsiteX10" fmla="*/ 12073 w 16337"/>
                          <a:gd name="connsiteY10" fmla="*/ 120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7" h="46853">
                            <a:moveTo>
                              <a:pt x="12101" y="12046"/>
                            </a:moveTo>
                            <a:lnTo>
                              <a:pt x="0" y="12046"/>
                            </a:lnTo>
                            <a:lnTo>
                              <a:pt x="0" y="9249"/>
                            </a:lnTo>
                            <a:cubicBezTo>
                              <a:pt x="1772" y="9110"/>
                              <a:pt x="3378" y="8944"/>
                              <a:pt x="4818" y="8723"/>
                            </a:cubicBezTo>
                            <a:cubicBezTo>
                              <a:pt x="6258" y="8501"/>
                              <a:pt x="7532" y="8086"/>
                              <a:pt x="8612" y="7449"/>
                            </a:cubicBezTo>
                            <a:cubicBezTo>
                              <a:pt x="9692" y="6812"/>
                              <a:pt x="10606" y="5926"/>
                              <a:pt x="11326" y="4763"/>
                            </a:cubicBezTo>
                            <a:cubicBezTo>
                              <a:pt x="12046" y="3600"/>
                              <a:pt x="12600" y="1994"/>
                              <a:pt x="12960" y="0"/>
                            </a:cubicBezTo>
                            <a:lnTo>
                              <a:pt x="16338" y="0"/>
                            </a:lnTo>
                            <a:lnTo>
                              <a:pt x="16338" y="46854"/>
                            </a:lnTo>
                            <a:lnTo>
                              <a:pt x="12073" y="46854"/>
                            </a:lnTo>
                            <a:lnTo>
                              <a:pt x="12073" y="12018"/>
                            </a:lnTo>
                            <a:close/>
                          </a:path>
                        </a:pathLst>
                      </a:custGeom>
                      <a:solidFill>
                        <a:srgbClr val="26A6DE"/>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669" name="Freeform 3668">
                      <a:extLst>
                        <a:ext uri="{FF2B5EF4-FFF2-40B4-BE49-F238E27FC236}">
                          <a16:creationId xmlns:a16="http://schemas.microsoft.com/office/drawing/2014/main" id="{91F5D41D-1319-34A7-B9EF-B3E4BB8F9E4C}"/>
                        </a:ext>
                      </a:extLst>
                    </p:cNvPr>
                    <p:cNvSpPr/>
                    <p:nvPr/>
                  </p:nvSpPr>
                  <p:spPr>
                    <a:xfrm>
                      <a:off x="3990315" y="2438025"/>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26A6DE"/>
                      </a:solidFill>
                      <a:prstDash val="solid"/>
                      <a:miter/>
                    </a:ln>
                  </p:spPr>
                  <p:txBody>
                    <a:bodyPr rtlCol="0" anchor="ctr"/>
                    <a:lstStyle/>
                    <a:p>
                      <a:endParaRPr lang="en-US" sz="2000">
                        <a:latin typeface="Helvetica Light" panose="020B0403020202020204" pitchFamily="34" charset="0"/>
                      </a:endParaRPr>
                    </a:p>
                  </p:txBody>
                </p:sp>
              </p:grpSp>
            </p:grpSp>
          </p:grpSp>
        </p:grpSp>
      </p:grpSp>
      <p:grpSp>
        <p:nvGrpSpPr>
          <p:cNvPr id="37" name="Group 36">
            <a:extLst>
              <a:ext uri="{FF2B5EF4-FFF2-40B4-BE49-F238E27FC236}">
                <a16:creationId xmlns:a16="http://schemas.microsoft.com/office/drawing/2014/main" id="{F79EAC5F-3752-F07E-BAC1-639CEA61F6CB}"/>
              </a:ext>
            </a:extLst>
          </p:cNvPr>
          <p:cNvGrpSpPr/>
          <p:nvPr/>
        </p:nvGrpSpPr>
        <p:grpSpPr>
          <a:xfrm>
            <a:off x="8203313" y="4569771"/>
            <a:ext cx="2991980" cy="1870500"/>
            <a:chOff x="7198479" y="4559723"/>
            <a:chExt cx="2991980" cy="1870500"/>
          </a:xfrm>
        </p:grpSpPr>
        <p:grpSp>
          <p:nvGrpSpPr>
            <p:cNvPr id="3720" name="Graphic 14">
              <a:extLst>
                <a:ext uri="{FF2B5EF4-FFF2-40B4-BE49-F238E27FC236}">
                  <a16:creationId xmlns:a16="http://schemas.microsoft.com/office/drawing/2014/main" id="{2B3B740C-5BEB-4A66-5EC0-45096AB07765}"/>
                </a:ext>
              </a:extLst>
            </p:cNvPr>
            <p:cNvGrpSpPr/>
            <p:nvPr/>
          </p:nvGrpSpPr>
          <p:grpSpPr>
            <a:xfrm>
              <a:off x="9548614" y="5960492"/>
              <a:ext cx="635588" cy="165927"/>
              <a:chOff x="3334750" y="4076272"/>
              <a:chExt cx="187110" cy="48847"/>
            </a:xfrm>
            <a:solidFill>
              <a:srgbClr val="010101"/>
            </a:solidFill>
          </p:grpSpPr>
          <p:sp>
            <p:nvSpPr>
              <p:cNvPr id="3721" name="Freeform 3720">
                <a:extLst>
                  <a:ext uri="{FF2B5EF4-FFF2-40B4-BE49-F238E27FC236}">
                    <a16:creationId xmlns:a16="http://schemas.microsoft.com/office/drawing/2014/main" id="{D661AFA0-E665-812D-F8BC-02D4FC0178F1}"/>
                  </a:ext>
                </a:extLst>
              </p:cNvPr>
              <p:cNvSpPr/>
              <p:nvPr/>
            </p:nvSpPr>
            <p:spPr>
              <a:xfrm>
                <a:off x="3334750" y="4088733"/>
                <a:ext cx="27137" cy="36247"/>
              </a:xfrm>
              <a:custGeom>
                <a:avLst/>
                <a:gdLst>
                  <a:gd name="connsiteX0" fmla="*/ 4071 w 27137"/>
                  <a:gd name="connsiteY0" fmla="*/ 24617 h 36247"/>
                  <a:gd name="connsiteX1" fmla="*/ 7421 w 27137"/>
                  <a:gd name="connsiteY1" fmla="*/ 30903 h 36247"/>
                  <a:gd name="connsiteX2" fmla="*/ 14372 w 27137"/>
                  <a:gd name="connsiteY2" fmla="*/ 32731 h 36247"/>
                  <a:gd name="connsiteX3" fmla="*/ 18166 w 27137"/>
                  <a:gd name="connsiteY3" fmla="*/ 32205 h 36247"/>
                  <a:gd name="connsiteX4" fmla="*/ 20796 w 27137"/>
                  <a:gd name="connsiteY4" fmla="*/ 30765 h 36247"/>
                  <a:gd name="connsiteX5" fmla="*/ 22347 w 27137"/>
                  <a:gd name="connsiteY5" fmla="*/ 28744 h 36247"/>
                  <a:gd name="connsiteX6" fmla="*/ 22873 w 27137"/>
                  <a:gd name="connsiteY6" fmla="*/ 26362 h 36247"/>
                  <a:gd name="connsiteX7" fmla="*/ 21239 w 27137"/>
                  <a:gd name="connsiteY7" fmla="*/ 22596 h 36247"/>
                  <a:gd name="connsiteX8" fmla="*/ 17141 w 27137"/>
                  <a:gd name="connsiteY8" fmla="*/ 20658 h 36247"/>
                  <a:gd name="connsiteX9" fmla="*/ 11824 w 27137"/>
                  <a:gd name="connsiteY9" fmla="*/ 19467 h 36247"/>
                  <a:gd name="connsiteX10" fmla="*/ 6508 w 27137"/>
                  <a:gd name="connsiteY10" fmla="*/ 17972 h 36247"/>
                  <a:gd name="connsiteX11" fmla="*/ 2409 w 27137"/>
                  <a:gd name="connsiteY11" fmla="*/ 15119 h 36247"/>
                  <a:gd name="connsiteX12" fmla="*/ 775 w 27137"/>
                  <a:gd name="connsiteY12" fmla="*/ 9858 h 36247"/>
                  <a:gd name="connsiteX13" fmla="*/ 3932 w 27137"/>
                  <a:gd name="connsiteY13" fmla="*/ 2769 h 36247"/>
                  <a:gd name="connsiteX14" fmla="*/ 12877 w 27137"/>
                  <a:gd name="connsiteY14" fmla="*/ 0 h 36247"/>
                  <a:gd name="connsiteX15" fmla="*/ 21959 w 27137"/>
                  <a:gd name="connsiteY15" fmla="*/ 2492 h 36247"/>
                  <a:gd name="connsiteX16" fmla="*/ 26168 w 27137"/>
                  <a:gd name="connsiteY16" fmla="*/ 10827 h 36247"/>
                  <a:gd name="connsiteX17" fmla="*/ 22126 w 27137"/>
                  <a:gd name="connsiteY17" fmla="*/ 10827 h 36247"/>
                  <a:gd name="connsiteX18" fmla="*/ 19107 w 27137"/>
                  <a:gd name="connsiteY18" fmla="*/ 5206 h 36247"/>
                  <a:gd name="connsiteX19" fmla="*/ 12821 w 27137"/>
                  <a:gd name="connsiteY19" fmla="*/ 3572 h 36247"/>
                  <a:gd name="connsiteX20" fmla="*/ 7034 w 27137"/>
                  <a:gd name="connsiteY20" fmla="*/ 5206 h 36247"/>
                  <a:gd name="connsiteX21" fmla="*/ 5040 w 27137"/>
                  <a:gd name="connsiteY21" fmla="*/ 9498 h 36247"/>
                  <a:gd name="connsiteX22" fmla="*/ 6674 w 27137"/>
                  <a:gd name="connsiteY22" fmla="*/ 13043 h 36247"/>
                  <a:gd name="connsiteX23" fmla="*/ 10772 w 27137"/>
                  <a:gd name="connsiteY23" fmla="*/ 15036 h 36247"/>
                  <a:gd name="connsiteX24" fmla="*/ 16089 w 27137"/>
                  <a:gd name="connsiteY24" fmla="*/ 16393 h 36247"/>
                  <a:gd name="connsiteX25" fmla="*/ 21406 w 27137"/>
                  <a:gd name="connsiteY25" fmla="*/ 18082 h 36247"/>
                  <a:gd name="connsiteX26" fmla="*/ 25504 w 27137"/>
                  <a:gd name="connsiteY26" fmla="*/ 21045 h 36247"/>
                  <a:gd name="connsiteX27" fmla="*/ 27138 w 27137"/>
                  <a:gd name="connsiteY27" fmla="*/ 26224 h 36247"/>
                  <a:gd name="connsiteX28" fmla="*/ 26085 w 27137"/>
                  <a:gd name="connsiteY28" fmla="*/ 30571 h 36247"/>
                  <a:gd name="connsiteX29" fmla="*/ 23150 w 27137"/>
                  <a:gd name="connsiteY29" fmla="*/ 33728 h 36247"/>
                  <a:gd name="connsiteX30" fmla="*/ 18719 w 27137"/>
                  <a:gd name="connsiteY30" fmla="*/ 35611 h 36247"/>
                  <a:gd name="connsiteX31" fmla="*/ 13098 w 27137"/>
                  <a:gd name="connsiteY31" fmla="*/ 36248 h 36247"/>
                  <a:gd name="connsiteX32" fmla="*/ 7671 w 27137"/>
                  <a:gd name="connsiteY32" fmla="*/ 35362 h 36247"/>
                  <a:gd name="connsiteX33" fmla="*/ 3655 w 27137"/>
                  <a:gd name="connsiteY33" fmla="*/ 32870 h 36247"/>
                  <a:gd name="connsiteX34" fmla="*/ 1052 w 27137"/>
                  <a:gd name="connsiteY34" fmla="*/ 29159 h 36247"/>
                  <a:gd name="connsiteX35" fmla="*/ 0 w 27137"/>
                  <a:gd name="connsiteY35" fmla="*/ 24562 h 36247"/>
                  <a:gd name="connsiteX36" fmla="*/ 4043 w 27137"/>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137" h="36247">
                    <a:moveTo>
                      <a:pt x="4071" y="24617"/>
                    </a:moveTo>
                    <a:cubicBezTo>
                      <a:pt x="4680" y="27580"/>
                      <a:pt x="5815" y="29685"/>
                      <a:pt x="7421" y="30903"/>
                    </a:cubicBezTo>
                    <a:cubicBezTo>
                      <a:pt x="9027" y="32122"/>
                      <a:pt x="11354" y="32731"/>
                      <a:pt x="14372" y="32731"/>
                    </a:cubicBezTo>
                    <a:cubicBezTo>
                      <a:pt x="15840" y="32731"/>
                      <a:pt x="17086" y="32565"/>
                      <a:pt x="18166" y="32205"/>
                    </a:cubicBezTo>
                    <a:cubicBezTo>
                      <a:pt x="19218" y="31845"/>
                      <a:pt x="20104" y="31374"/>
                      <a:pt x="20796" y="30765"/>
                    </a:cubicBezTo>
                    <a:cubicBezTo>
                      <a:pt x="21489" y="30156"/>
                      <a:pt x="22015" y="29491"/>
                      <a:pt x="22347" y="28744"/>
                    </a:cubicBezTo>
                    <a:cubicBezTo>
                      <a:pt x="22707" y="27996"/>
                      <a:pt x="22873" y="27193"/>
                      <a:pt x="22873" y="26362"/>
                    </a:cubicBezTo>
                    <a:cubicBezTo>
                      <a:pt x="22873" y="24673"/>
                      <a:pt x="22319" y="23427"/>
                      <a:pt x="21239" y="22596"/>
                    </a:cubicBezTo>
                    <a:cubicBezTo>
                      <a:pt x="20159" y="21765"/>
                      <a:pt x="18803" y="21129"/>
                      <a:pt x="17141" y="20658"/>
                    </a:cubicBezTo>
                    <a:cubicBezTo>
                      <a:pt x="15480" y="20187"/>
                      <a:pt x="13735" y="19799"/>
                      <a:pt x="11824" y="19467"/>
                    </a:cubicBezTo>
                    <a:cubicBezTo>
                      <a:pt x="9914" y="19134"/>
                      <a:pt x="8141" y="18636"/>
                      <a:pt x="6508" y="17972"/>
                    </a:cubicBezTo>
                    <a:cubicBezTo>
                      <a:pt x="4874" y="17307"/>
                      <a:pt x="3517" y="16365"/>
                      <a:pt x="2409" y="15119"/>
                    </a:cubicBezTo>
                    <a:cubicBezTo>
                      <a:pt x="1329" y="13873"/>
                      <a:pt x="775" y="12129"/>
                      <a:pt x="775" y="9858"/>
                    </a:cubicBezTo>
                    <a:cubicBezTo>
                      <a:pt x="775" y="6978"/>
                      <a:pt x="1828" y="4624"/>
                      <a:pt x="3932" y="2769"/>
                    </a:cubicBezTo>
                    <a:cubicBezTo>
                      <a:pt x="6037" y="941"/>
                      <a:pt x="9027" y="0"/>
                      <a:pt x="12877" y="0"/>
                    </a:cubicBezTo>
                    <a:cubicBezTo>
                      <a:pt x="16726" y="0"/>
                      <a:pt x="19633" y="831"/>
                      <a:pt x="21959" y="2492"/>
                    </a:cubicBezTo>
                    <a:cubicBezTo>
                      <a:pt x="24285" y="4154"/>
                      <a:pt x="25698" y="6923"/>
                      <a:pt x="26168" y="10827"/>
                    </a:cubicBezTo>
                    <a:lnTo>
                      <a:pt x="22126" y="10827"/>
                    </a:lnTo>
                    <a:cubicBezTo>
                      <a:pt x="21766" y="8169"/>
                      <a:pt x="20769" y="6286"/>
                      <a:pt x="19107" y="5206"/>
                    </a:cubicBezTo>
                    <a:cubicBezTo>
                      <a:pt x="17446" y="4126"/>
                      <a:pt x="15341" y="3572"/>
                      <a:pt x="12821" y="3572"/>
                    </a:cubicBezTo>
                    <a:cubicBezTo>
                      <a:pt x="10301" y="3572"/>
                      <a:pt x="8363" y="4126"/>
                      <a:pt x="7034" y="5206"/>
                    </a:cubicBezTo>
                    <a:cubicBezTo>
                      <a:pt x="5704" y="6286"/>
                      <a:pt x="5040" y="7726"/>
                      <a:pt x="5040" y="9498"/>
                    </a:cubicBezTo>
                    <a:cubicBezTo>
                      <a:pt x="5040" y="11049"/>
                      <a:pt x="5594" y="12239"/>
                      <a:pt x="6674" y="13043"/>
                    </a:cubicBezTo>
                    <a:cubicBezTo>
                      <a:pt x="7754" y="13873"/>
                      <a:pt x="9111" y="14538"/>
                      <a:pt x="10772" y="15036"/>
                    </a:cubicBezTo>
                    <a:cubicBezTo>
                      <a:pt x="12406" y="15535"/>
                      <a:pt x="14178" y="16005"/>
                      <a:pt x="16089" y="16393"/>
                    </a:cubicBezTo>
                    <a:cubicBezTo>
                      <a:pt x="17999" y="16781"/>
                      <a:pt x="19772" y="17362"/>
                      <a:pt x="21406" y="18082"/>
                    </a:cubicBezTo>
                    <a:cubicBezTo>
                      <a:pt x="23039" y="18802"/>
                      <a:pt x="24396" y="19799"/>
                      <a:pt x="25504" y="21045"/>
                    </a:cubicBezTo>
                    <a:cubicBezTo>
                      <a:pt x="26584" y="22291"/>
                      <a:pt x="27138" y="24008"/>
                      <a:pt x="27138" y="26224"/>
                    </a:cubicBezTo>
                    <a:cubicBezTo>
                      <a:pt x="27138" y="27857"/>
                      <a:pt x="26778" y="29325"/>
                      <a:pt x="26085" y="30571"/>
                    </a:cubicBezTo>
                    <a:cubicBezTo>
                      <a:pt x="25365" y="31845"/>
                      <a:pt x="24396" y="32897"/>
                      <a:pt x="23150" y="33728"/>
                    </a:cubicBezTo>
                    <a:cubicBezTo>
                      <a:pt x="21904" y="34559"/>
                      <a:pt x="20436" y="35196"/>
                      <a:pt x="18719" y="35611"/>
                    </a:cubicBezTo>
                    <a:cubicBezTo>
                      <a:pt x="17003" y="36026"/>
                      <a:pt x="15147" y="36248"/>
                      <a:pt x="13098" y="36248"/>
                    </a:cubicBezTo>
                    <a:cubicBezTo>
                      <a:pt x="11049" y="36248"/>
                      <a:pt x="9249" y="35943"/>
                      <a:pt x="7671" y="35362"/>
                    </a:cubicBezTo>
                    <a:cubicBezTo>
                      <a:pt x="6092" y="34780"/>
                      <a:pt x="4763" y="33922"/>
                      <a:pt x="3655" y="32870"/>
                    </a:cubicBezTo>
                    <a:cubicBezTo>
                      <a:pt x="2548" y="31817"/>
                      <a:pt x="1689" y="30571"/>
                      <a:pt x="1052" y="29159"/>
                    </a:cubicBezTo>
                    <a:cubicBezTo>
                      <a:pt x="443" y="27746"/>
                      <a:pt x="83" y="26224"/>
                      <a:pt x="0" y="24562"/>
                    </a:cubicBezTo>
                    <a:lnTo>
                      <a:pt x="4043" y="2456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22" name="Freeform 3721">
                <a:extLst>
                  <a:ext uri="{FF2B5EF4-FFF2-40B4-BE49-F238E27FC236}">
                    <a16:creationId xmlns:a16="http://schemas.microsoft.com/office/drawing/2014/main" id="{3E20F924-EFFC-A2FB-FE8E-DF0344EF18BD}"/>
                  </a:ext>
                </a:extLst>
              </p:cNvPr>
              <p:cNvSpPr/>
              <p:nvPr/>
            </p:nvSpPr>
            <p:spPr>
              <a:xfrm>
                <a:off x="3370140" y="4076272"/>
                <a:ext cx="4375" cy="47850"/>
              </a:xfrm>
              <a:custGeom>
                <a:avLst/>
                <a:gdLst>
                  <a:gd name="connsiteX0" fmla="*/ 0 w 4375"/>
                  <a:gd name="connsiteY0" fmla="*/ 5926 h 47850"/>
                  <a:gd name="connsiteX1" fmla="*/ 0 w 4375"/>
                  <a:gd name="connsiteY1" fmla="*/ 0 h 47850"/>
                  <a:gd name="connsiteX2" fmla="*/ 4375 w 4375"/>
                  <a:gd name="connsiteY2" fmla="*/ 0 h 47850"/>
                  <a:gd name="connsiteX3" fmla="*/ 4375 w 4375"/>
                  <a:gd name="connsiteY3" fmla="*/ 5926 h 47850"/>
                  <a:gd name="connsiteX4" fmla="*/ 0 w 4375"/>
                  <a:gd name="connsiteY4" fmla="*/ 5926 h 47850"/>
                  <a:gd name="connsiteX5" fmla="*/ 194 w 4375"/>
                  <a:gd name="connsiteY5" fmla="*/ 47850 h 47850"/>
                  <a:gd name="connsiteX6" fmla="*/ 194 w 4375"/>
                  <a:gd name="connsiteY6" fmla="*/ 13430 h 47850"/>
                  <a:gd name="connsiteX7" fmla="*/ 4181 w 4375"/>
                  <a:gd name="connsiteY7" fmla="*/ 13430 h 47850"/>
                  <a:gd name="connsiteX8" fmla="*/ 4181 w 4375"/>
                  <a:gd name="connsiteY8" fmla="*/ 47850 h 47850"/>
                  <a:gd name="connsiteX9" fmla="*/ 194 w 4375"/>
                  <a:gd name="connsiteY9" fmla="*/ 47850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50">
                    <a:moveTo>
                      <a:pt x="0" y="5926"/>
                    </a:moveTo>
                    <a:lnTo>
                      <a:pt x="0" y="0"/>
                    </a:lnTo>
                    <a:lnTo>
                      <a:pt x="4375" y="0"/>
                    </a:lnTo>
                    <a:lnTo>
                      <a:pt x="4375" y="5926"/>
                    </a:lnTo>
                    <a:lnTo>
                      <a:pt x="0" y="5926"/>
                    </a:lnTo>
                    <a:close/>
                    <a:moveTo>
                      <a:pt x="194" y="47850"/>
                    </a:moveTo>
                    <a:lnTo>
                      <a:pt x="194" y="13430"/>
                    </a:lnTo>
                    <a:lnTo>
                      <a:pt x="4181" y="13430"/>
                    </a:lnTo>
                    <a:lnTo>
                      <a:pt x="4181" y="47850"/>
                    </a:lnTo>
                    <a:lnTo>
                      <a:pt x="194"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23" name="Freeform 3722">
                <a:extLst>
                  <a:ext uri="{FF2B5EF4-FFF2-40B4-BE49-F238E27FC236}">
                    <a16:creationId xmlns:a16="http://schemas.microsoft.com/office/drawing/2014/main" id="{7DD4D06F-7EB3-4791-98E9-A952C59D9D37}"/>
                  </a:ext>
                </a:extLst>
              </p:cNvPr>
              <p:cNvSpPr/>
              <p:nvPr/>
            </p:nvSpPr>
            <p:spPr>
              <a:xfrm>
                <a:off x="3383958" y="4088789"/>
                <a:ext cx="46798" cy="35417"/>
              </a:xfrm>
              <a:custGeom>
                <a:avLst/>
                <a:gdLst>
                  <a:gd name="connsiteX0" fmla="*/ 3988 w 46798"/>
                  <a:gd name="connsiteY0" fmla="*/ 35334 h 35417"/>
                  <a:gd name="connsiteX1" fmla="*/ 0 w 46798"/>
                  <a:gd name="connsiteY1" fmla="*/ 35334 h 35417"/>
                  <a:gd name="connsiteX2" fmla="*/ 0 w 46798"/>
                  <a:gd name="connsiteY2" fmla="*/ 914 h 35417"/>
                  <a:gd name="connsiteX3" fmla="*/ 3988 w 46798"/>
                  <a:gd name="connsiteY3" fmla="*/ 914 h 35417"/>
                  <a:gd name="connsiteX4" fmla="*/ 3988 w 46798"/>
                  <a:gd name="connsiteY4" fmla="*/ 6092 h 35417"/>
                  <a:gd name="connsiteX5" fmla="*/ 4126 w 46798"/>
                  <a:gd name="connsiteY5" fmla="*/ 6092 h 35417"/>
                  <a:gd name="connsiteX6" fmla="*/ 8501 w 46798"/>
                  <a:gd name="connsiteY6" fmla="*/ 1551 h 35417"/>
                  <a:gd name="connsiteX7" fmla="*/ 14760 w 46798"/>
                  <a:gd name="connsiteY7" fmla="*/ 0 h 35417"/>
                  <a:gd name="connsiteX8" fmla="*/ 18802 w 46798"/>
                  <a:gd name="connsiteY8" fmla="*/ 526 h 35417"/>
                  <a:gd name="connsiteX9" fmla="*/ 21627 w 46798"/>
                  <a:gd name="connsiteY9" fmla="*/ 1966 h 35417"/>
                  <a:gd name="connsiteX10" fmla="*/ 23565 w 46798"/>
                  <a:gd name="connsiteY10" fmla="*/ 4071 h 35417"/>
                  <a:gd name="connsiteX11" fmla="*/ 24867 w 46798"/>
                  <a:gd name="connsiteY11" fmla="*/ 6674 h 35417"/>
                  <a:gd name="connsiteX12" fmla="*/ 29491 w 46798"/>
                  <a:gd name="connsiteY12" fmla="*/ 1662 h 35417"/>
                  <a:gd name="connsiteX13" fmla="*/ 36109 w 46798"/>
                  <a:gd name="connsiteY13" fmla="*/ 28 h 35417"/>
                  <a:gd name="connsiteX14" fmla="*/ 41731 w 46798"/>
                  <a:gd name="connsiteY14" fmla="*/ 1191 h 35417"/>
                  <a:gd name="connsiteX15" fmla="*/ 44943 w 46798"/>
                  <a:gd name="connsiteY15" fmla="*/ 4237 h 35417"/>
                  <a:gd name="connsiteX16" fmla="*/ 46438 w 46798"/>
                  <a:gd name="connsiteY16" fmla="*/ 8585 h 35417"/>
                  <a:gd name="connsiteX17" fmla="*/ 46798 w 46798"/>
                  <a:gd name="connsiteY17" fmla="*/ 13624 h 35417"/>
                  <a:gd name="connsiteX18" fmla="*/ 46798 w 46798"/>
                  <a:gd name="connsiteY18" fmla="*/ 35362 h 35417"/>
                  <a:gd name="connsiteX19" fmla="*/ 42811 w 46798"/>
                  <a:gd name="connsiteY19" fmla="*/ 35362 h 35417"/>
                  <a:gd name="connsiteX20" fmla="*/ 42811 w 46798"/>
                  <a:gd name="connsiteY20" fmla="*/ 11575 h 35417"/>
                  <a:gd name="connsiteX21" fmla="*/ 41260 w 46798"/>
                  <a:gd name="connsiteY21" fmla="*/ 5732 h 35417"/>
                  <a:gd name="connsiteX22" fmla="*/ 35445 w 46798"/>
                  <a:gd name="connsiteY22" fmla="*/ 3600 h 35417"/>
                  <a:gd name="connsiteX23" fmla="*/ 31236 w 46798"/>
                  <a:gd name="connsiteY23" fmla="*/ 4569 h 35417"/>
                  <a:gd name="connsiteX24" fmla="*/ 27691 w 46798"/>
                  <a:gd name="connsiteY24" fmla="*/ 7532 h 35417"/>
                  <a:gd name="connsiteX25" fmla="*/ 26584 w 46798"/>
                  <a:gd name="connsiteY25" fmla="*/ 9554 h 35417"/>
                  <a:gd name="connsiteX26" fmla="*/ 25892 w 46798"/>
                  <a:gd name="connsiteY26" fmla="*/ 11991 h 35417"/>
                  <a:gd name="connsiteX27" fmla="*/ 25532 w 46798"/>
                  <a:gd name="connsiteY27" fmla="*/ 14511 h 35417"/>
                  <a:gd name="connsiteX28" fmla="*/ 25421 w 46798"/>
                  <a:gd name="connsiteY28" fmla="*/ 16837 h 35417"/>
                  <a:gd name="connsiteX29" fmla="*/ 25421 w 46798"/>
                  <a:gd name="connsiteY29" fmla="*/ 35390 h 35417"/>
                  <a:gd name="connsiteX30" fmla="*/ 21433 w 46798"/>
                  <a:gd name="connsiteY30" fmla="*/ 35390 h 35417"/>
                  <a:gd name="connsiteX31" fmla="*/ 21433 w 46798"/>
                  <a:gd name="connsiteY31" fmla="*/ 11603 h 35417"/>
                  <a:gd name="connsiteX32" fmla="*/ 19882 w 46798"/>
                  <a:gd name="connsiteY32" fmla="*/ 5760 h 35417"/>
                  <a:gd name="connsiteX33" fmla="*/ 14067 w 46798"/>
                  <a:gd name="connsiteY33" fmla="*/ 3628 h 35417"/>
                  <a:gd name="connsiteX34" fmla="*/ 9858 w 46798"/>
                  <a:gd name="connsiteY34" fmla="*/ 4597 h 35417"/>
                  <a:gd name="connsiteX35" fmla="*/ 6314 w 46798"/>
                  <a:gd name="connsiteY35" fmla="*/ 7560 h 35417"/>
                  <a:gd name="connsiteX36" fmla="*/ 5206 w 46798"/>
                  <a:gd name="connsiteY36" fmla="*/ 9581 h 35417"/>
                  <a:gd name="connsiteX37" fmla="*/ 4514 w 46798"/>
                  <a:gd name="connsiteY37" fmla="*/ 12018 h 35417"/>
                  <a:gd name="connsiteX38" fmla="*/ 4154 w 46798"/>
                  <a:gd name="connsiteY38" fmla="*/ 14538 h 35417"/>
                  <a:gd name="connsiteX39" fmla="*/ 4043 w 46798"/>
                  <a:gd name="connsiteY39" fmla="*/ 16864 h 35417"/>
                  <a:gd name="connsiteX40" fmla="*/ 4043 w 4679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798" h="35417">
                    <a:moveTo>
                      <a:pt x="3988" y="35334"/>
                    </a:moveTo>
                    <a:lnTo>
                      <a:pt x="0" y="35334"/>
                    </a:lnTo>
                    <a:lnTo>
                      <a:pt x="0" y="914"/>
                    </a:lnTo>
                    <a:lnTo>
                      <a:pt x="3988" y="914"/>
                    </a:lnTo>
                    <a:lnTo>
                      <a:pt x="3988" y="6092"/>
                    </a:lnTo>
                    <a:lnTo>
                      <a:pt x="4126" y="6092"/>
                    </a:lnTo>
                    <a:cubicBezTo>
                      <a:pt x="5151" y="4099"/>
                      <a:pt x="6618" y="2575"/>
                      <a:pt x="8501" y="1551"/>
                    </a:cubicBezTo>
                    <a:cubicBezTo>
                      <a:pt x="10384" y="526"/>
                      <a:pt x="12489" y="0"/>
                      <a:pt x="14760" y="0"/>
                    </a:cubicBezTo>
                    <a:cubicBezTo>
                      <a:pt x="16366" y="0"/>
                      <a:pt x="17695" y="166"/>
                      <a:pt x="18802" y="526"/>
                    </a:cubicBezTo>
                    <a:cubicBezTo>
                      <a:pt x="19910" y="886"/>
                      <a:pt x="20852" y="1357"/>
                      <a:pt x="21627" y="1966"/>
                    </a:cubicBezTo>
                    <a:cubicBezTo>
                      <a:pt x="22402" y="2575"/>
                      <a:pt x="23039" y="3268"/>
                      <a:pt x="23565" y="4071"/>
                    </a:cubicBezTo>
                    <a:cubicBezTo>
                      <a:pt x="24064" y="4874"/>
                      <a:pt x="24507" y="5732"/>
                      <a:pt x="24867" y="6674"/>
                    </a:cubicBezTo>
                    <a:cubicBezTo>
                      <a:pt x="26030" y="4403"/>
                      <a:pt x="27553" y="2742"/>
                      <a:pt x="29491" y="1662"/>
                    </a:cubicBezTo>
                    <a:cubicBezTo>
                      <a:pt x="31430" y="582"/>
                      <a:pt x="33617" y="28"/>
                      <a:pt x="36109" y="28"/>
                    </a:cubicBezTo>
                    <a:cubicBezTo>
                      <a:pt x="38463" y="28"/>
                      <a:pt x="40319" y="415"/>
                      <a:pt x="41731" y="1191"/>
                    </a:cubicBezTo>
                    <a:cubicBezTo>
                      <a:pt x="43115" y="1966"/>
                      <a:pt x="44195" y="2991"/>
                      <a:pt x="44943" y="4237"/>
                    </a:cubicBezTo>
                    <a:cubicBezTo>
                      <a:pt x="45691" y="5483"/>
                      <a:pt x="46189" y="6951"/>
                      <a:pt x="46438" y="8585"/>
                    </a:cubicBezTo>
                    <a:cubicBezTo>
                      <a:pt x="46688" y="10218"/>
                      <a:pt x="46798" y="11907"/>
                      <a:pt x="46798" y="13624"/>
                    </a:cubicBezTo>
                    <a:lnTo>
                      <a:pt x="46798" y="35362"/>
                    </a:lnTo>
                    <a:lnTo>
                      <a:pt x="42811" y="35362"/>
                    </a:lnTo>
                    <a:lnTo>
                      <a:pt x="42811" y="11575"/>
                    </a:lnTo>
                    <a:cubicBezTo>
                      <a:pt x="42811" y="9083"/>
                      <a:pt x="42285" y="7145"/>
                      <a:pt x="41260" y="5732"/>
                    </a:cubicBezTo>
                    <a:cubicBezTo>
                      <a:pt x="40208" y="4320"/>
                      <a:pt x="38269" y="3600"/>
                      <a:pt x="35445" y="3600"/>
                    </a:cubicBezTo>
                    <a:cubicBezTo>
                      <a:pt x="33977" y="3600"/>
                      <a:pt x="32565" y="3932"/>
                      <a:pt x="31236" y="4569"/>
                    </a:cubicBezTo>
                    <a:cubicBezTo>
                      <a:pt x="29879" y="5206"/>
                      <a:pt x="28688" y="6203"/>
                      <a:pt x="27691" y="7532"/>
                    </a:cubicBezTo>
                    <a:cubicBezTo>
                      <a:pt x="27248" y="8114"/>
                      <a:pt x="26888" y="8778"/>
                      <a:pt x="26584" y="9554"/>
                    </a:cubicBezTo>
                    <a:cubicBezTo>
                      <a:pt x="26307" y="10329"/>
                      <a:pt x="26058" y="11132"/>
                      <a:pt x="25892" y="11991"/>
                    </a:cubicBezTo>
                    <a:cubicBezTo>
                      <a:pt x="25725" y="12821"/>
                      <a:pt x="25587" y="13680"/>
                      <a:pt x="25532" y="14511"/>
                    </a:cubicBezTo>
                    <a:cubicBezTo>
                      <a:pt x="25476" y="15341"/>
                      <a:pt x="25421" y="16117"/>
                      <a:pt x="25421" y="16837"/>
                    </a:cubicBezTo>
                    <a:lnTo>
                      <a:pt x="25421" y="35390"/>
                    </a:lnTo>
                    <a:lnTo>
                      <a:pt x="21433" y="35390"/>
                    </a:lnTo>
                    <a:lnTo>
                      <a:pt x="21433" y="11603"/>
                    </a:lnTo>
                    <a:cubicBezTo>
                      <a:pt x="21433" y="9111"/>
                      <a:pt x="20907" y="7172"/>
                      <a:pt x="19882" y="5760"/>
                    </a:cubicBezTo>
                    <a:cubicBezTo>
                      <a:pt x="18830" y="4348"/>
                      <a:pt x="16892" y="3628"/>
                      <a:pt x="14067" y="3628"/>
                    </a:cubicBezTo>
                    <a:cubicBezTo>
                      <a:pt x="12600" y="3628"/>
                      <a:pt x="11187" y="3960"/>
                      <a:pt x="9858" y="4597"/>
                    </a:cubicBezTo>
                    <a:cubicBezTo>
                      <a:pt x="8501" y="5234"/>
                      <a:pt x="7311" y="6231"/>
                      <a:pt x="6314" y="7560"/>
                    </a:cubicBezTo>
                    <a:cubicBezTo>
                      <a:pt x="5871" y="8141"/>
                      <a:pt x="5511" y="8806"/>
                      <a:pt x="5206" y="9581"/>
                    </a:cubicBezTo>
                    <a:cubicBezTo>
                      <a:pt x="4929" y="10357"/>
                      <a:pt x="4680" y="11160"/>
                      <a:pt x="4514" y="12018"/>
                    </a:cubicBezTo>
                    <a:cubicBezTo>
                      <a:pt x="4348" y="12849"/>
                      <a:pt x="4209" y="13707"/>
                      <a:pt x="4154" y="14538"/>
                    </a:cubicBezTo>
                    <a:cubicBezTo>
                      <a:pt x="4098" y="15369"/>
                      <a:pt x="4043" y="16144"/>
                      <a:pt x="4043" y="16864"/>
                    </a:cubicBezTo>
                    <a:lnTo>
                      <a:pt x="4043" y="3541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24" name="Freeform 3723">
                <a:extLst>
                  <a:ext uri="{FF2B5EF4-FFF2-40B4-BE49-F238E27FC236}">
                    <a16:creationId xmlns:a16="http://schemas.microsoft.com/office/drawing/2014/main" id="{709CE971-3501-6420-3BDE-BE83301CEF4B}"/>
                  </a:ext>
                </a:extLst>
              </p:cNvPr>
              <p:cNvSpPr/>
              <p:nvPr/>
            </p:nvSpPr>
            <p:spPr>
              <a:xfrm>
                <a:off x="3440254" y="4076272"/>
                <a:ext cx="4375" cy="47850"/>
              </a:xfrm>
              <a:custGeom>
                <a:avLst/>
                <a:gdLst>
                  <a:gd name="connsiteX0" fmla="*/ 0 w 4375"/>
                  <a:gd name="connsiteY0" fmla="*/ 5926 h 47850"/>
                  <a:gd name="connsiteX1" fmla="*/ 0 w 4375"/>
                  <a:gd name="connsiteY1" fmla="*/ 0 h 47850"/>
                  <a:gd name="connsiteX2" fmla="*/ 4375 w 4375"/>
                  <a:gd name="connsiteY2" fmla="*/ 0 h 47850"/>
                  <a:gd name="connsiteX3" fmla="*/ 4375 w 4375"/>
                  <a:gd name="connsiteY3" fmla="*/ 5926 h 47850"/>
                  <a:gd name="connsiteX4" fmla="*/ 0 w 4375"/>
                  <a:gd name="connsiteY4" fmla="*/ 5926 h 47850"/>
                  <a:gd name="connsiteX5" fmla="*/ 194 w 4375"/>
                  <a:gd name="connsiteY5" fmla="*/ 47850 h 47850"/>
                  <a:gd name="connsiteX6" fmla="*/ 194 w 4375"/>
                  <a:gd name="connsiteY6" fmla="*/ 13430 h 47850"/>
                  <a:gd name="connsiteX7" fmla="*/ 4181 w 4375"/>
                  <a:gd name="connsiteY7" fmla="*/ 13430 h 47850"/>
                  <a:gd name="connsiteX8" fmla="*/ 4181 w 4375"/>
                  <a:gd name="connsiteY8" fmla="*/ 47850 h 47850"/>
                  <a:gd name="connsiteX9" fmla="*/ 194 w 4375"/>
                  <a:gd name="connsiteY9" fmla="*/ 47850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50">
                    <a:moveTo>
                      <a:pt x="0" y="5926"/>
                    </a:moveTo>
                    <a:lnTo>
                      <a:pt x="0" y="0"/>
                    </a:lnTo>
                    <a:lnTo>
                      <a:pt x="4375" y="0"/>
                    </a:lnTo>
                    <a:lnTo>
                      <a:pt x="4375" y="5926"/>
                    </a:lnTo>
                    <a:lnTo>
                      <a:pt x="0" y="5926"/>
                    </a:lnTo>
                    <a:close/>
                    <a:moveTo>
                      <a:pt x="194" y="47850"/>
                    </a:moveTo>
                    <a:lnTo>
                      <a:pt x="194" y="13430"/>
                    </a:lnTo>
                    <a:lnTo>
                      <a:pt x="4181" y="13430"/>
                    </a:lnTo>
                    <a:lnTo>
                      <a:pt x="4181" y="47850"/>
                    </a:lnTo>
                    <a:lnTo>
                      <a:pt x="194"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25" name="Freeform 3724">
                <a:extLst>
                  <a:ext uri="{FF2B5EF4-FFF2-40B4-BE49-F238E27FC236}">
                    <a16:creationId xmlns:a16="http://schemas.microsoft.com/office/drawing/2014/main" id="{B3C08321-15CF-83B7-6013-27A77BFED2EF}"/>
                  </a:ext>
                </a:extLst>
              </p:cNvPr>
              <p:cNvSpPr/>
              <p:nvPr/>
            </p:nvSpPr>
            <p:spPr>
              <a:xfrm>
                <a:off x="3455208" y="4076272"/>
                <a:ext cx="3987" cy="47850"/>
              </a:xfrm>
              <a:custGeom>
                <a:avLst/>
                <a:gdLst>
                  <a:gd name="connsiteX0" fmla="*/ 0 w 3987"/>
                  <a:gd name="connsiteY0" fmla="*/ 47850 h 47850"/>
                  <a:gd name="connsiteX1" fmla="*/ 0 w 3987"/>
                  <a:gd name="connsiteY1" fmla="*/ 0 h 47850"/>
                  <a:gd name="connsiteX2" fmla="*/ 3988 w 3987"/>
                  <a:gd name="connsiteY2" fmla="*/ 0 h 47850"/>
                  <a:gd name="connsiteX3" fmla="*/ 3988 w 3987"/>
                  <a:gd name="connsiteY3" fmla="*/ 47850 h 47850"/>
                  <a:gd name="connsiteX4" fmla="*/ 0 w 3987"/>
                  <a:gd name="connsiteY4" fmla="*/ 47850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7" h="47850">
                    <a:moveTo>
                      <a:pt x="0" y="47850"/>
                    </a:moveTo>
                    <a:lnTo>
                      <a:pt x="0" y="0"/>
                    </a:lnTo>
                    <a:lnTo>
                      <a:pt x="3988" y="0"/>
                    </a:lnTo>
                    <a:lnTo>
                      <a:pt x="3988" y="47850"/>
                    </a:lnTo>
                    <a:lnTo>
                      <a:pt x="0" y="47850"/>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26" name="Freeform 3725">
                <a:extLst>
                  <a:ext uri="{FF2B5EF4-FFF2-40B4-BE49-F238E27FC236}">
                    <a16:creationId xmlns:a16="http://schemas.microsoft.com/office/drawing/2014/main" id="{E45AB407-2852-8BDD-3BC2-88DD8BCC5457}"/>
                  </a:ext>
                </a:extLst>
              </p:cNvPr>
              <p:cNvSpPr/>
              <p:nvPr/>
            </p:nvSpPr>
            <p:spPr>
              <a:xfrm>
                <a:off x="3467530" y="4088816"/>
                <a:ext cx="32454" cy="36303"/>
              </a:xfrm>
              <a:custGeom>
                <a:avLst/>
                <a:gdLst>
                  <a:gd name="connsiteX0" fmla="*/ 17639 w 32454"/>
                  <a:gd name="connsiteY0" fmla="*/ 15230 h 36303"/>
                  <a:gd name="connsiteX1" fmla="*/ 20326 w 32454"/>
                  <a:gd name="connsiteY1" fmla="*/ 14843 h 36303"/>
                  <a:gd name="connsiteX2" fmla="*/ 22873 w 32454"/>
                  <a:gd name="connsiteY2" fmla="*/ 14123 h 36303"/>
                  <a:gd name="connsiteX3" fmla="*/ 24092 w 32454"/>
                  <a:gd name="connsiteY3" fmla="*/ 12572 h 36303"/>
                  <a:gd name="connsiteX4" fmla="*/ 24313 w 32454"/>
                  <a:gd name="connsiteY4" fmla="*/ 10551 h 36303"/>
                  <a:gd name="connsiteX5" fmla="*/ 22347 w 32454"/>
                  <a:gd name="connsiteY5" fmla="*/ 5538 h 36303"/>
                  <a:gd name="connsiteX6" fmla="*/ 15729 w 32454"/>
                  <a:gd name="connsiteY6" fmla="*/ 3572 h 36303"/>
                  <a:gd name="connsiteX7" fmla="*/ 11935 w 32454"/>
                  <a:gd name="connsiteY7" fmla="*/ 3932 h 36303"/>
                  <a:gd name="connsiteX8" fmla="*/ 8917 w 32454"/>
                  <a:gd name="connsiteY8" fmla="*/ 5206 h 36303"/>
                  <a:gd name="connsiteX9" fmla="*/ 6784 w 32454"/>
                  <a:gd name="connsiteY9" fmla="*/ 7587 h 36303"/>
                  <a:gd name="connsiteX10" fmla="*/ 5677 w 32454"/>
                  <a:gd name="connsiteY10" fmla="*/ 11354 h 36303"/>
                  <a:gd name="connsiteX11" fmla="*/ 1634 w 32454"/>
                  <a:gd name="connsiteY11" fmla="*/ 11354 h 36303"/>
                  <a:gd name="connsiteX12" fmla="*/ 3018 w 32454"/>
                  <a:gd name="connsiteY12" fmla="*/ 6148 h 36303"/>
                  <a:gd name="connsiteX13" fmla="*/ 6120 w 32454"/>
                  <a:gd name="connsiteY13" fmla="*/ 2631 h 36303"/>
                  <a:gd name="connsiteX14" fmla="*/ 10495 w 32454"/>
                  <a:gd name="connsiteY14" fmla="*/ 637 h 36303"/>
                  <a:gd name="connsiteX15" fmla="*/ 15784 w 32454"/>
                  <a:gd name="connsiteY15" fmla="*/ 0 h 36303"/>
                  <a:gd name="connsiteX16" fmla="*/ 20658 w 32454"/>
                  <a:gd name="connsiteY16" fmla="*/ 554 h 36303"/>
                  <a:gd name="connsiteX17" fmla="*/ 24645 w 32454"/>
                  <a:gd name="connsiteY17" fmla="*/ 2354 h 36303"/>
                  <a:gd name="connsiteX18" fmla="*/ 27304 w 32454"/>
                  <a:gd name="connsiteY18" fmla="*/ 5649 h 36303"/>
                  <a:gd name="connsiteX19" fmla="*/ 28273 w 32454"/>
                  <a:gd name="connsiteY19" fmla="*/ 10689 h 36303"/>
                  <a:gd name="connsiteX20" fmla="*/ 28273 w 32454"/>
                  <a:gd name="connsiteY20" fmla="*/ 29436 h 36303"/>
                  <a:gd name="connsiteX21" fmla="*/ 29104 w 32454"/>
                  <a:gd name="connsiteY21" fmla="*/ 32399 h 36303"/>
                  <a:gd name="connsiteX22" fmla="*/ 32454 w 32454"/>
                  <a:gd name="connsiteY22" fmla="*/ 32095 h 36303"/>
                  <a:gd name="connsiteX23" fmla="*/ 32454 w 32454"/>
                  <a:gd name="connsiteY23" fmla="*/ 35224 h 36303"/>
                  <a:gd name="connsiteX24" fmla="*/ 31097 w 32454"/>
                  <a:gd name="connsiteY24" fmla="*/ 35611 h 36303"/>
                  <a:gd name="connsiteX25" fmla="*/ 29325 w 32454"/>
                  <a:gd name="connsiteY25" fmla="*/ 35888 h 36303"/>
                  <a:gd name="connsiteX26" fmla="*/ 27525 w 32454"/>
                  <a:gd name="connsiteY26" fmla="*/ 35694 h 36303"/>
                  <a:gd name="connsiteX27" fmla="*/ 25919 w 32454"/>
                  <a:gd name="connsiteY27" fmla="*/ 35057 h 36303"/>
                  <a:gd name="connsiteX28" fmla="*/ 24950 w 32454"/>
                  <a:gd name="connsiteY28" fmla="*/ 33867 h 36303"/>
                  <a:gd name="connsiteX29" fmla="*/ 24452 w 32454"/>
                  <a:gd name="connsiteY29" fmla="*/ 32344 h 36303"/>
                  <a:gd name="connsiteX30" fmla="*/ 24313 w 32454"/>
                  <a:gd name="connsiteY30" fmla="*/ 30571 h 36303"/>
                  <a:gd name="connsiteX31" fmla="*/ 18526 w 32454"/>
                  <a:gd name="connsiteY31" fmla="*/ 34836 h 36303"/>
                  <a:gd name="connsiteX32" fmla="*/ 11492 w 32454"/>
                  <a:gd name="connsiteY32" fmla="*/ 36303 h 36303"/>
                  <a:gd name="connsiteX33" fmla="*/ 7144 w 32454"/>
                  <a:gd name="connsiteY33" fmla="*/ 35694 h 36303"/>
                  <a:gd name="connsiteX34" fmla="*/ 3461 w 32454"/>
                  <a:gd name="connsiteY34" fmla="*/ 33839 h 36303"/>
                  <a:gd name="connsiteX35" fmla="*/ 942 w 32454"/>
                  <a:gd name="connsiteY35" fmla="*/ 30738 h 36303"/>
                  <a:gd name="connsiteX36" fmla="*/ 0 w 32454"/>
                  <a:gd name="connsiteY36" fmla="*/ 26390 h 36303"/>
                  <a:gd name="connsiteX37" fmla="*/ 12018 w 32454"/>
                  <a:gd name="connsiteY37" fmla="*/ 16033 h 36303"/>
                  <a:gd name="connsiteX38" fmla="*/ 17529 w 32454"/>
                  <a:gd name="connsiteY38" fmla="*/ 15313 h 36303"/>
                  <a:gd name="connsiteX39" fmla="*/ 24341 w 32454"/>
                  <a:gd name="connsiteY39" fmla="*/ 17224 h 36303"/>
                  <a:gd name="connsiteX40" fmla="*/ 19218 w 32454"/>
                  <a:gd name="connsiteY40" fmla="*/ 18609 h 36303"/>
                  <a:gd name="connsiteX41" fmla="*/ 14040 w 32454"/>
                  <a:gd name="connsiteY41" fmla="*/ 19135 h 36303"/>
                  <a:gd name="connsiteX42" fmla="*/ 6895 w 32454"/>
                  <a:gd name="connsiteY42" fmla="*/ 21184 h 36303"/>
                  <a:gd name="connsiteX43" fmla="*/ 4348 w 32454"/>
                  <a:gd name="connsiteY43" fmla="*/ 26445 h 36303"/>
                  <a:gd name="connsiteX44" fmla="*/ 4984 w 32454"/>
                  <a:gd name="connsiteY44" fmla="*/ 29214 h 36303"/>
                  <a:gd name="connsiteX45" fmla="*/ 6646 w 32454"/>
                  <a:gd name="connsiteY45" fmla="*/ 31153 h 36303"/>
                  <a:gd name="connsiteX46" fmla="*/ 9027 w 32454"/>
                  <a:gd name="connsiteY46" fmla="*/ 32288 h 36303"/>
                  <a:gd name="connsiteX47" fmla="*/ 11797 w 32454"/>
                  <a:gd name="connsiteY47" fmla="*/ 32648 h 36303"/>
                  <a:gd name="connsiteX48" fmla="*/ 16449 w 32454"/>
                  <a:gd name="connsiteY48" fmla="*/ 32039 h 36303"/>
                  <a:gd name="connsiteX49" fmla="*/ 20464 w 32454"/>
                  <a:gd name="connsiteY49" fmla="*/ 30211 h 36303"/>
                  <a:gd name="connsiteX50" fmla="*/ 23289 w 32454"/>
                  <a:gd name="connsiteY50" fmla="*/ 27082 h 36303"/>
                  <a:gd name="connsiteX51" fmla="*/ 24341 w 32454"/>
                  <a:gd name="connsiteY51" fmla="*/ 22596 h 36303"/>
                  <a:gd name="connsiteX52" fmla="*/ 24341 w 32454"/>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2454" h="36303">
                    <a:moveTo>
                      <a:pt x="17639" y="15230"/>
                    </a:moveTo>
                    <a:cubicBezTo>
                      <a:pt x="18387" y="15147"/>
                      <a:pt x="19301" y="15009"/>
                      <a:pt x="20326" y="14843"/>
                    </a:cubicBezTo>
                    <a:cubicBezTo>
                      <a:pt x="21378" y="14677"/>
                      <a:pt x="22209" y="14427"/>
                      <a:pt x="22873" y="14123"/>
                    </a:cubicBezTo>
                    <a:cubicBezTo>
                      <a:pt x="23538" y="13818"/>
                      <a:pt x="23953" y="13292"/>
                      <a:pt x="24092" y="12572"/>
                    </a:cubicBezTo>
                    <a:cubicBezTo>
                      <a:pt x="24258" y="11852"/>
                      <a:pt x="24313" y="11160"/>
                      <a:pt x="24313" y="10551"/>
                    </a:cubicBezTo>
                    <a:cubicBezTo>
                      <a:pt x="24313" y="8501"/>
                      <a:pt x="23649" y="6840"/>
                      <a:pt x="22347" y="5538"/>
                    </a:cubicBezTo>
                    <a:cubicBezTo>
                      <a:pt x="21046" y="4237"/>
                      <a:pt x="18830" y="3572"/>
                      <a:pt x="15729" y="3572"/>
                    </a:cubicBezTo>
                    <a:cubicBezTo>
                      <a:pt x="14344" y="3572"/>
                      <a:pt x="13098" y="3683"/>
                      <a:pt x="11935" y="3932"/>
                    </a:cubicBezTo>
                    <a:cubicBezTo>
                      <a:pt x="10772" y="4181"/>
                      <a:pt x="9775" y="4597"/>
                      <a:pt x="8917" y="5206"/>
                    </a:cubicBezTo>
                    <a:cubicBezTo>
                      <a:pt x="8058" y="5815"/>
                      <a:pt x="7338" y="6591"/>
                      <a:pt x="6784" y="7587"/>
                    </a:cubicBezTo>
                    <a:cubicBezTo>
                      <a:pt x="6231" y="8585"/>
                      <a:pt x="5871" y="9831"/>
                      <a:pt x="5677" y="11354"/>
                    </a:cubicBezTo>
                    <a:lnTo>
                      <a:pt x="1634" y="11354"/>
                    </a:lnTo>
                    <a:cubicBezTo>
                      <a:pt x="1772" y="9304"/>
                      <a:pt x="2243" y="7587"/>
                      <a:pt x="3018" y="6148"/>
                    </a:cubicBezTo>
                    <a:cubicBezTo>
                      <a:pt x="3794" y="4708"/>
                      <a:pt x="4846" y="3545"/>
                      <a:pt x="6120" y="2631"/>
                    </a:cubicBezTo>
                    <a:cubicBezTo>
                      <a:pt x="7394" y="1717"/>
                      <a:pt x="8834" y="1052"/>
                      <a:pt x="10495" y="637"/>
                    </a:cubicBezTo>
                    <a:cubicBezTo>
                      <a:pt x="12157" y="222"/>
                      <a:pt x="13929" y="0"/>
                      <a:pt x="15784" y="0"/>
                    </a:cubicBezTo>
                    <a:cubicBezTo>
                      <a:pt x="17501" y="0"/>
                      <a:pt x="19135" y="194"/>
                      <a:pt x="20658" y="554"/>
                    </a:cubicBezTo>
                    <a:cubicBezTo>
                      <a:pt x="22181" y="942"/>
                      <a:pt x="23510" y="1523"/>
                      <a:pt x="24645" y="2354"/>
                    </a:cubicBezTo>
                    <a:cubicBezTo>
                      <a:pt x="25781" y="3185"/>
                      <a:pt x="26667" y="4265"/>
                      <a:pt x="27304" y="5649"/>
                    </a:cubicBezTo>
                    <a:cubicBezTo>
                      <a:pt x="27941" y="7034"/>
                      <a:pt x="28273" y="8695"/>
                      <a:pt x="28273" y="10689"/>
                    </a:cubicBezTo>
                    <a:lnTo>
                      <a:pt x="28273" y="29436"/>
                    </a:lnTo>
                    <a:cubicBezTo>
                      <a:pt x="28273" y="30987"/>
                      <a:pt x="28550" y="31984"/>
                      <a:pt x="29104" y="32399"/>
                    </a:cubicBezTo>
                    <a:cubicBezTo>
                      <a:pt x="29657" y="32815"/>
                      <a:pt x="30765" y="32731"/>
                      <a:pt x="32454" y="32095"/>
                    </a:cubicBezTo>
                    <a:lnTo>
                      <a:pt x="32454" y="35224"/>
                    </a:lnTo>
                    <a:cubicBezTo>
                      <a:pt x="32150" y="35306"/>
                      <a:pt x="31679" y="35445"/>
                      <a:pt x="31097" y="35611"/>
                    </a:cubicBezTo>
                    <a:cubicBezTo>
                      <a:pt x="30488" y="35777"/>
                      <a:pt x="29907" y="35888"/>
                      <a:pt x="29325" y="35888"/>
                    </a:cubicBezTo>
                    <a:cubicBezTo>
                      <a:pt x="28716" y="35888"/>
                      <a:pt x="28107" y="35833"/>
                      <a:pt x="27525" y="35694"/>
                    </a:cubicBezTo>
                    <a:cubicBezTo>
                      <a:pt x="26861" y="35611"/>
                      <a:pt x="26334" y="35390"/>
                      <a:pt x="25919" y="35057"/>
                    </a:cubicBezTo>
                    <a:cubicBezTo>
                      <a:pt x="25532" y="34725"/>
                      <a:pt x="25199" y="34337"/>
                      <a:pt x="24950" y="33867"/>
                    </a:cubicBezTo>
                    <a:cubicBezTo>
                      <a:pt x="24701" y="33396"/>
                      <a:pt x="24534" y="32897"/>
                      <a:pt x="24452" y="32344"/>
                    </a:cubicBezTo>
                    <a:cubicBezTo>
                      <a:pt x="24368" y="31790"/>
                      <a:pt x="24313" y="31208"/>
                      <a:pt x="24313" y="30571"/>
                    </a:cubicBezTo>
                    <a:cubicBezTo>
                      <a:pt x="22624" y="32427"/>
                      <a:pt x="20713" y="33839"/>
                      <a:pt x="18526" y="34836"/>
                    </a:cubicBezTo>
                    <a:cubicBezTo>
                      <a:pt x="16366" y="35805"/>
                      <a:pt x="14012" y="36303"/>
                      <a:pt x="11492" y="36303"/>
                    </a:cubicBezTo>
                    <a:cubicBezTo>
                      <a:pt x="9997" y="36303"/>
                      <a:pt x="8529" y="36110"/>
                      <a:pt x="7144" y="35694"/>
                    </a:cubicBezTo>
                    <a:cubicBezTo>
                      <a:pt x="5760" y="35306"/>
                      <a:pt x="4514" y="34670"/>
                      <a:pt x="3461" y="33839"/>
                    </a:cubicBezTo>
                    <a:cubicBezTo>
                      <a:pt x="2409" y="33008"/>
                      <a:pt x="1551" y="31956"/>
                      <a:pt x="942" y="30738"/>
                    </a:cubicBezTo>
                    <a:cubicBezTo>
                      <a:pt x="332" y="29519"/>
                      <a:pt x="0" y="28079"/>
                      <a:pt x="0" y="26390"/>
                    </a:cubicBezTo>
                    <a:cubicBezTo>
                      <a:pt x="0" y="20547"/>
                      <a:pt x="4015" y="17086"/>
                      <a:pt x="12018" y="16033"/>
                    </a:cubicBezTo>
                    <a:lnTo>
                      <a:pt x="17529" y="15313"/>
                    </a:lnTo>
                    <a:close/>
                    <a:moveTo>
                      <a:pt x="24341" y="17224"/>
                    </a:moveTo>
                    <a:cubicBezTo>
                      <a:pt x="22651" y="17944"/>
                      <a:pt x="20962" y="18387"/>
                      <a:pt x="19218" y="18609"/>
                    </a:cubicBezTo>
                    <a:cubicBezTo>
                      <a:pt x="17501" y="18830"/>
                      <a:pt x="15756" y="18996"/>
                      <a:pt x="14040" y="19135"/>
                    </a:cubicBezTo>
                    <a:cubicBezTo>
                      <a:pt x="10994" y="19356"/>
                      <a:pt x="8612" y="20049"/>
                      <a:pt x="6895" y="21184"/>
                    </a:cubicBezTo>
                    <a:cubicBezTo>
                      <a:pt x="5178" y="22347"/>
                      <a:pt x="4348" y="24092"/>
                      <a:pt x="4348" y="26445"/>
                    </a:cubicBezTo>
                    <a:cubicBezTo>
                      <a:pt x="4348" y="27498"/>
                      <a:pt x="4569" y="28439"/>
                      <a:pt x="4984" y="29214"/>
                    </a:cubicBezTo>
                    <a:cubicBezTo>
                      <a:pt x="5400" y="29990"/>
                      <a:pt x="5954" y="30627"/>
                      <a:pt x="6646" y="31153"/>
                    </a:cubicBezTo>
                    <a:cubicBezTo>
                      <a:pt x="7338" y="31651"/>
                      <a:pt x="8141" y="32039"/>
                      <a:pt x="9027" y="32288"/>
                    </a:cubicBezTo>
                    <a:cubicBezTo>
                      <a:pt x="9941" y="32537"/>
                      <a:pt x="10855" y="32648"/>
                      <a:pt x="11797" y="32648"/>
                    </a:cubicBezTo>
                    <a:cubicBezTo>
                      <a:pt x="13403" y="32648"/>
                      <a:pt x="14953" y="32455"/>
                      <a:pt x="16449" y="32039"/>
                    </a:cubicBezTo>
                    <a:cubicBezTo>
                      <a:pt x="17944" y="31651"/>
                      <a:pt x="19301" y="31042"/>
                      <a:pt x="20464" y="30211"/>
                    </a:cubicBezTo>
                    <a:cubicBezTo>
                      <a:pt x="21627" y="29380"/>
                      <a:pt x="22569" y="28356"/>
                      <a:pt x="23289" y="27082"/>
                    </a:cubicBezTo>
                    <a:cubicBezTo>
                      <a:pt x="24009" y="25809"/>
                      <a:pt x="24341" y="24313"/>
                      <a:pt x="24341" y="22596"/>
                    </a:cubicBezTo>
                    <a:lnTo>
                      <a:pt x="24341" y="1722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27" name="Freeform 3726">
                <a:extLst>
                  <a:ext uri="{FF2B5EF4-FFF2-40B4-BE49-F238E27FC236}">
                    <a16:creationId xmlns:a16="http://schemas.microsoft.com/office/drawing/2014/main" id="{71A02F88-494D-009C-7596-917CAFD88B4E}"/>
                  </a:ext>
                </a:extLst>
              </p:cNvPr>
              <p:cNvSpPr/>
              <p:nvPr/>
            </p:nvSpPr>
            <p:spPr>
              <a:xfrm>
                <a:off x="3506492" y="4088761"/>
                <a:ext cx="15368" cy="35361"/>
              </a:xfrm>
              <a:custGeom>
                <a:avLst/>
                <a:gdLst>
                  <a:gd name="connsiteX0" fmla="*/ 3988 w 15368"/>
                  <a:gd name="connsiteY0" fmla="*/ 35362 h 35361"/>
                  <a:gd name="connsiteX1" fmla="*/ 0 w 15368"/>
                  <a:gd name="connsiteY1" fmla="*/ 35362 h 35361"/>
                  <a:gd name="connsiteX2" fmla="*/ 0 w 15368"/>
                  <a:gd name="connsiteY2" fmla="*/ 941 h 35361"/>
                  <a:gd name="connsiteX3" fmla="*/ 3988 w 15368"/>
                  <a:gd name="connsiteY3" fmla="*/ 941 h 35361"/>
                  <a:gd name="connsiteX4" fmla="*/ 3988 w 15368"/>
                  <a:gd name="connsiteY4" fmla="*/ 7393 h 35361"/>
                  <a:gd name="connsiteX5" fmla="*/ 4126 w 15368"/>
                  <a:gd name="connsiteY5" fmla="*/ 7393 h 35361"/>
                  <a:gd name="connsiteX6" fmla="*/ 8418 w 15368"/>
                  <a:gd name="connsiteY6" fmla="*/ 1634 h 35361"/>
                  <a:gd name="connsiteX7" fmla="*/ 15369 w 15368"/>
                  <a:gd name="connsiteY7" fmla="*/ 0 h 35361"/>
                  <a:gd name="connsiteX8" fmla="*/ 15369 w 15368"/>
                  <a:gd name="connsiteY8" fmla="*/ 4320 h 35361"/>
                  <a:gd name="connsiteX9" fmla="*/ 9775 w 15368"/>
                  <a:gd name="connsiteY9" fmla="*/ 5372 h 35361"/>
                  <a:gd name="connsiteX10" fmla="*/ 6286 w 15368"/>
                  <a:gd name="connsiteY10" fmla="*/ 8418 h 35361"/>
                  <a:gd name="connsiteX11" fmla="*/ 4486 w 15368"/>
                  <a:gd name="connsiteY11" fmla="*/ 12959 h 35361"/>
                  <a:gd name="connsiteX12" fmla="*/ 3988 w 15368"/>
                  <a:gd name="connsiteY12" fmla="*/ 18442 h 35361"/>
                  <a:gd name="connsiteX13" fmla="*/ 3988 w 15368"/>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68" h="35361">
                    <a:moveTo>
                      <a:pt x="3988" y="35362"/>
                    </a:moveTo>
                    <a:lnTo>
                      <a:pt x="0" y="35362"/>
                    </a:lnTo>
                    <a:lnTo>
                      <a:pt x="0" y="941"/>
                    </a:lnTo>
                    <a:lnTo>
                      <a:pt x="3988" y="941"/>
                    </a:lnTo>
                    <a:lnTo>
                      <a:pt x="3988" y="7393"/>
                    </a:lnTo>
                    <a:lnTo>
                      <a:pt x="4126" y="7393"/>
                    </a:lnTo>
                    <a:cubicBezTo>
                      <a:pt x="5234" y="4652"/>
                      <a:pt x="6674" y="2741"/>
                      <a:pt x="8418" y="1634"/>
                    </a:cubicBezTo>
                    <a:cubicBezTo>
                      <a:pt x="10163" y="554"/>
                      <a:pt x="12489" y="0"/>
                      <a:pt x="15369" y="0"/>
                    </a:cubicBezTo>
                    <a:lnTo>
                      <a:pt x="15369" y="4320"/>
                    </a:lnTo>
                    <a:cubicBezTo>
                      <a:pt x="13098" y="4264"/>
                      <a:pt x="11243" y="4624"/>
                      <a:pt x="9775" y="5372"/>
                    </a:cubicBezTo>
                    <a:cubicBezTo>
                      <a:pt x="8307" y="6120"/>
                      <a:pt x="7144" y="7144"/>
                      <a:pt x="6286" y="8418"/>
                    </a:cubicBezTo>
                    <a:cubicBezTo>
                      <a:pt x="5428" y="9692"/>
                      <a:pt x="4818" y="11215"/>
                      <a:pt x="4486" y="12959"/>
                    </a:cubicBezTo>
                    <a:cubicBezTo>
                      <a:pt x="4154" y="14704"/>
                      <a:pt x="3988" y="16532"/>
                      <a:pt x="3988" y="18442"/>
                    </a:cubicBezTo>
                    <a:lnTo>
                      <a:pt x="3988" y="3533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34" name="Group 33">
              <a:extLst>
                <a:ext uri="{FF2B5EF4-FFF2-40B4-BE49-F238E27FC236}">
                  <a16:creationId xmlns:a16="http://schemas.microsoft.com/office/drawing/2014/main" id="{F70C61CD-2422-D7C0-CC4F-B50FB9379434}"/>
                </a:ext>
              </a:extLst>
            </p:cNvPr>
            <p:cNvGrpSpPr/>
            <p:nvPr/>
          </p:nvGrpSpPr>
          <p:grpSpPr>
            <a:xfrm>
              <a:off x="7198479" y="4559723"/>
              <a:ext cx="2991980" cy="1870500"/>
              <a:chOff x="7463536" y="4445442"/>
              <a:chExt cx="3263978" cy="2040545"/>
            </a:xfrm>
          </p:grpSpPr>
          <p:grpSp>
            <p:nvGrpSpPr>
              <p:cNvPr id="3755" name="Graphic 14">
                <a:extLst>
                  <a:ext uri="{FF2B5EF4-FFF2-40B4-BE49-F238E27FC236}">
                    <a16:creationId xmlns:a16="http://schemas.microsoft.com/office/drawing/2014/main" id="{F86E8B6D-DFA5-5284-012D-18C58DBBD3D6}"/>
                  </a:ext>
                </a:extLst>
              </p:cNvPr>
              <p:cNvGrpSpPr/>
              <p:nvPr/>
            </p:nvGrpSpPr>
            <p:grpSpPr>
              <a:xfrm>
                <a:off x="7463536" y="4445442"/>
                <a:ext cx="865660" cy="242681"/>
                <a:chOff x="3295456" y="3712934"/>
                <a:chExt cx="233604" cy="65489"/>
              </a:xfrm>
              <a:solidFill>
                <a:srgbClr val="00B59C"/>
              </a:solidFill>
            </p:grpSpPr>
            <p:grpSp>
              <p:nvGrpSpPr>
                <p:cNvPr id="3756" name="Graphic 14">
                  <a:extLst>
                    <a:ext uri="{FF2B5EF4-FFF2-40B4-BE49-F238E27FC236}">
                      <a16:creationId xmlns:a16="http://schemas.microsoft.com/office/drawing/2014/main" id="{4069362C-3153-1440-B38C-5A6B0E579E1E}"/>
                    </a:ext>
                  </a:extLst>
                </p:cNvPr>
                <p:cNvGrpSpPr/>
                <p:nvPr/>
              </p:nvGrpSpPr>
              <p:grpSpPr>
                <a:xfrm>
                  <a:off x="3385176" y="3712934"/>
                  <a:ext cx="77535" cy="47878"/>
                  <a:chOff x="3385176" y="3712934"/>
                  <a:chExt cx="77535" cy="47878"/>
                </a:xfrm>
                <a:solidFill>
                  <a:srgbClr val="00B59C"/>
                </a:solidFill>
              </p:grpSpPr>
              <p:sp>
                <p:nvSpPr>
                  <p:cNvPr id="3758" name="Freeform 3757">
                    <a:extLst>
                      <a:ext uri="{FF2B5EF4-FFF2-40B4-BE49-F238E27FC236}">
                        <a16:creationId xmlns:a16="http://schemas.microsoft.com/office/drawing/2014/main" id="{53260784-7158-8F52-BF70-9AC761838EEF}"/>
                      </a:ext>
                    </a:extLst>
                  </p:cNvPr>
                  <p:cNvSpPr/>
                  <p:nvPr/>
                </p:nvSpPr>
                <p:spPr>
                  <a:xfrm>
                    <a:off x="3385176" y="3712934"/>
                    <a:ext cx="42257" cy="47850"/>
                  </a:xfrm>
                  <a:custGeom>
                    <a:avLst/>
                    <a:gdLst>
                      <a:gd name="connsiteX0" fmla="*/ 0 w 42257"/>
                      <a:gd name="connsiteY0" fmla="*/ 47851 h 47850"/>
                      <a:gd name="connsiteX1" fmla="*/ 18802 w 42257"/>
                      <a:gd name="connsiteY1" fmla="*/ 0 h 47850"/>
                      <a:gd name="connsiteX2" fmla="*/ 23925 w 42257"/>
                      <a:gd name="connsiteY2" fmla="*/ 0 h 47850"/>
                      <a:gd name="connsiteX3" fmla="*/ 42257 w 42257"/>
                      <a:gd name="connsiteY3" fmla="*/ 47851 h 47850"/>
                      <a:gd name="connsiteX4" fmla="*/ 37605 w 42257"/>
                      <a:gd name="connsiteY4" fmla="*/ 47851 h 47850"/>
                      <a:gd name="connsiteX5" fmla="*/ 32094 w 42257"/>
                      <a:gd name="connsiteY5" fmla="*/ 32842 h 47850"/>
                      <a:gd name="connsiteX6" fmla="*/ 10301 w 42257"/>
                      <a:gd name="connsiteY6" fmla="*/ 32842 h 47850"/>
                      <a:gd name="connsiteX7" fmla="*/ 4652 w 42257"/>
                      <a:gd name="connsiteY7" fmla="*/ 47851 h 47850"/>
                      <a:gd name="connsiteX8" fmla="*/ 0 w 42257"/>
                      <a:gd name="connsiteY8" fmla="*/ 47851 h 47850"/>
                      <a:gd name="connsiteX9" fmla="*/ 11824 w 42257"/>
                      <a:gd name="connsiteY9" fmla="*/ 28993 h 47850"/>
                      <a:gd name="connsiteX10" fmla="*/ 30571 w 42257"/>
                      <a:gd name="connsiteY10" fmla="*/ 28993 h 47850"/>
                      <a:gd name="connsiteX11" fmla="*/ 21212 w 42257"/>
                      <a:gd name="connsiteY11" fmla="*/ 3877 h 47850"/>
                      <a:gd name="connsiteX12" fmla="*/ 11852 w 42257"/>
                      <a:gd name="connsiteY12" fmla="*/ 28993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7"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24" y="28993"/>
                        </a:moveTo>
                        <a:lnTo>
                          <a:pt x="30571" y="28993"/>
                        </a:lnTo>
                        <a:lnTo>
                          <a:pt x="21212" y="3877"/>
                        </a:lnTo>
                        <a:lnTo>
                          <a:pt x="11852" y="28993"/>
                        </a:lnTo>
                        <a:close/>
                      </a:path>
                    </a:pathLst>
                  </a:custGeom>
                  <a:solidFill>
                    <a:srgbClr val="00B59C"/>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59" name="Freeform 3758">
                    <a:extLst>
                      <a:ext uri="{FF2B5EF4-FFF2-40B4-BE49-F238E27FC236}">
                        <a16:creationId xmlns:a16="http://schemas.microsoft.com/office/drawing/2014/main" id="{83EED123-8D56-91DD-FD57-73BFB1270F6F}"/>
                      </a:ext>
                    </a:extLst>
                  </p:cNvPr>
                  <p:cNvSpPr/>
                  <p:nvPr/>
                </p:nvSpPr>
                <p:spPr>
                  <a:xfrm>
                    <a:off x="3431670" y="3713931"/>
                    <a:ext cx="31042" cy="46881"/>
                  </a:xfrm>
                  <a:custGeom>
                    <a:avLst/>
                    <a:gdLst>
                      <a:gd name="connsiteX0" fmla="*/ 1412 w 31042"/>
                      <a:gd name="connsiteY0" fmla="*/ 15369 h 46881"/>
                      <a:gd name="connsiteX1" fmla="*/ 2465 w 31042"/>
                      <a:gd name="connsiteY1" fmla="*/ 9083 h 46881"/>
                      <a:gd name="connsiteX2" fmla="*/ 5511 w 31042"/>
                      <a:gd name="connsiteY2" fmla="*/ 4237 h 46881"/>
                      <a:gd name="connsiteX3" fmla="*/ 10329 w 31042"/>
                      <a:gd name="connsiteY3" fmla="*/ 1108 h 46881"/>
                      <a:gd name="connsiteX4" fmla="*/ 16615 w 31042"/>
                      <a:gd name="connsiteY4" fmla="*/ 0 h 46881"/>
                      <a:gd name="connsiteX5" fmla="*/ 22818 w 31042"/>
                      <a:gd name="connsiteY5" fmla="*/ 1025 h 46881"/>
                      <a:gd name="connsiteX6" fmla="*/ 27332 w 31042"/>
                      <a:gd name="connsiteY6" fmla="*/ 3794 h 46881"/>
                      <a:gd name="connsiteX7" fmla="*/ 30101 w 31042"/>
                      <a:gd name="connsiteY7" fmla="*/ 7920 h 46881"/>
                      <a:gd name="connsiteX8" fmla="*/ 31042 w 31042"/>
                      <a:gd name="connsiteY8" fmla="*/ 12960 h 46881"/>
                      <a:gd name="connsiteX9" fmla="*/ 30017 w 31042"/>
                      <a:gd name="connsiteY9" fmla="*/ 18470 h 46881"/>
                      <a:gd name="connsiteX10" fmla="*/ 27304 w 31042"/>
                      <a:gd name="connsiteY10" fmla="*/ 22734 h 46881"/>
                      <a:gd name="connsiteX11" fmla="*/ 23455 w 31042"/>
                      <a:gd name="connsiteY11" fmla="*/ 26057 h 46881"/>
                      <a:gd name="connsiteX12" fmla="*/ 19024 w 31042"/>
                      <a:gd name="connsiteY12" fmla="*/ 28827 h 46881"/>
                      <a:gd name="connsiteX13" fmla="*/ 14566 w 31042"/>
                      <a:gd name="connsiteY13" fmla="*/ 31319 h 46881"/>
                      <a:gd name="connsiteX14" fmla="*/ 10634 w 31042"/>
                      <a:gd name="connsiteY14" fmla="*/ 33839 h 46881"/>
                      <a:gd name="connsiteX15" fmla="*/ 8446 w 31042"/>
                      <a:gd name="connsiteY15" fmla="*/ 35666 h 46881"/>
                      <a:gd name="connsiteX16" fmla="*/ 6508 w 31042"/>
                      <a:gd name="connsiteY16" fmla="*/ 37771 h 46881"/>
                      <a:gd name="connsiteX17" fmla="*/ 5123 w 31042"/>
                      <a:gd name="connsiteY17" fmla="*/ 40263 h 46881"/>
                      <a:gd name="connsiteX18" fmla="*/ 4514 w 31042"/>
                      <a:gd name="connsiteY18" fmla="*/ 43282 h 46881"/>
                      <a:gd name="connsiteX19" fmla="*/ 30627 w 31042"/>
                      <a:gd name="connsiteY19" fmla="*/ 43282 h 46881"/>
                      <a:gd name="connsiteX20" fmla="*/ 30627 w 31042"/>
                      <a:gd name="connsiteY20" fmla="*/ 46881 h 46881"/>
                      <a:gd name="connsiteX21" fmla="*/ 0 w 31042"/>
                      <a:gd name="connsiteY21" fmla="*/ 46881 h 46881"/>
                      <a:gd name="connsiteX22" fmla="*/ 720 w 31042"/>
                      <a:gd name="connsiteY22" fmla="*/ 40762 h 46881"/>
                      <a:gd name="connsiteX23" fmla="*/ 3655 w 31042"/>
                      <a:gd name="connsiteY23" fmla="*/ 35445 h 46881"/>
                      <a:gd name="connsiteX24" fmla="*/ 8751 w 31042"/>
                      <a:gd name="connsiteY24" fmla="*/ 30654 h 46881"/>
                      <a:gd name="connsiteX25" fmla="*/ 13901 w 31042"/>
                      <a:gd name="connsiteY25" fmla="*/ 27110 h 46881"/>
                      <a:gd name="connsiteX26" fmla="*/ 18692 w 31042"/>
                      <a:gd name="connsiteY26" fmla="*/ 24258 h 46881"/>
                      <a:gd name="connsiteX27" fmla="*/ 22679 w 31042"/>
                      <a:gd name="connsiteY27" fmla="*/ 21433 h 46881"/>
                      <a:gd name="connsiteX28" fmla="*/ 25393 w 31042"/>
                      <a:gd name="connsiteY28" fmla="*/ 17972 h 46881"/>
                      <a:gd name="connsiteX29" fmla="*/ 26390 w 31042"/>
                      <a:gd name="connsiteY29" fmla="*/ 13264 h 46881"/>
                      <a:gd name="connsiteX30" fmla="*/ 25587 w 31042"/>
                      <a:gd name="connsiteY30" fmla="*/ 9221 h 46881"/>
                      <a:gd name="connsiteX31" fmla="*/ 23399 w 31042"/>
                      <a:gd name="connsiteY31" fmla="*/ 6175 h 46881"/>
                      <a:gd name="connsiteX32" fmla="*/ 20132 w 31042"/>
                      <a:gd name="connsiteY32" fmla="*/ 4292 h 46881"/>
                      <a:gd name="connsiteX33" fmla="*/ 16089 w 31042"/>
                      <a:gd name="connsiteY33" fmla="*/ 3655 h 46881"/>
                      <a:gd name="connsiteX34" fmla="*/ 11880 w 31042"/>
                      <a:gd name="connsiteY34" fmla="*/ 4624 h 46881"/>
                      <a:gd name="connsiteX35" fmla="*/ 8612 w 31042"/>
                      <a:gd name="connsiteY35" fmla="*/ 7172 h 46881"/>
                      <a:gd name="connsiteX36" fmla="*/ 6508 w 31042"/>
                      <a:gd name="connsiteY36" fmla="*/ 10883 h 46881"/>
                      <a:gd name="connsiteX37" fmla="*/ 5898 w 31042"/>
                      <a:gd name="connsiteY37" fmla="*/ 15396 h 46881"/>
                      <a:gd name="connsiteX38" fmla="*/ 1385 w 31042"/>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2" h="46881">
                        <a:moveTo>
                          <a:pt x="1412" y="15369"/>
                        </a:moveTo>
                        <a:cubicBezTo>
                          <a:pt x="1412" y="13070"/>
                          <a:pt x="1772" y="10966"/>
                          <a:pt x="2465" y="9083"/>
                        </a:cubicBezTo>
                        <a:cubicBezTo>
                          <a:pt x="3185" y="7200"/>
                          <a:pt x="4181" y="5594"/>
                          <a:pt x="5511" y="4237"/>
                        </a:cubicBezTo>
                        <a:cubicBezTo>
                          <a:pt x="6840" y="2880"/>
                          <a:pt x="8446" y="1855"/>
                          <a:pt x="10329" y="1108"/>
                        </a:cubicBezTo>
                        <a:cubicBezTo>
                          <a:pt x="12212" y="388"/>
                          <a:pt x="14317" y="0"/>
                          <a:pt x="16615" y="0"/>
                        </a:cubicBezTo>
                        <a:cubicBezTo>
                          <a:pt x="18913" y="0"/>
                          <a:pt x="21046" y="332"/>
                          <a:pt x="22818" y="1025"/>
                        </a:cubicBezTo>
                        <a:cubicBezTo>
                          <a:pt x="24590" y="1717"/>
                          <a:pt x="26113" y="2631"/>
                          <a:pt x="27332" y="3794"/>
                        </a:cubicBezTo>
                        <a:cubicBezTo>
                          <a:pt x="28550" y="4957"/>
                          <a:pt x="29464" y="6314"/>
                          <a:pt x="30101"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5" y="25088"/>
                          <a:pt x="23455" y="26057"/>
                        </a:cubicBezTo>
                        <a:cubicBezTo>
                          <a:pt x="22015" y="27027"/>
                          <a:pt x="20547" y="27940"/>
                          <a:pt x="19024" y="28827"/>
                        </a:cubicBezTo>
                        <a:cubicBezTo>
                          <a:pt x="17529" y="29685"/>
                          <a:pt x="16033" y="30516"/>
                          <a:pt x="14566" y="31319"/>
                        </a:cubicBezTo>
                        <a:cubicBezTo>
                          <a:pt x="13098" y="32122"/>
                          <a:pt x="11797" y="32953"/>
                          <a:pt x="10634" y="33839"/>
                        </a:cubicBezTo>
                        <a:cubicBezTo>
                          <a:pt x="9886" y="34420"/>
                          <a:pt x="9138" y="35029"/>
                          <a:pt x="8446" y="35666"/>
                        </a:cubicBezTo>
                        <a:cubicBezTo>
                          <a:pt x="7726" y="36303"/>
                          <a:pt x="7089" y="36996"/>
                          <a:pt x="6508" y="37771"/>
                        </a:cubicBezTo>
                        <a:cubicBezTo>
                          <a:pt x="5926" y="38546"/>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1"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9" y="19273"/>
                          <a:pt x="25393" y="17972"/>
                        </a:cubicBezTo>
                        <a:cubicBezTo>
                          <a:pt x="26058" y="16698"/>
                          <a:pt x="26390" y="15119"/>
                          <a:pt x="26390" y="13264"/>
                        </a:cubicBezTo>
                        <a:cubicBezTo>
                          <a:pt x="26390" y="11769"/>
                          <a:pt x="26113" y="10412"/>
                          <a:pt x="25587" y="9221"/>
                        </a:cubicBezTo>
                        <a:cubicBezTo>
                          <a:pt x="25061" y="8030"/>
                          <a:pt x="24313" y="7006"/>
                          <a:pt x="23399" y="6175"/>
                        </a:cubicBezTo>
                        <a:cubicBezTo>
                          <a:pt x="22486" y="5344"/>
                          <a:pt x="21378" y="4708"/>
                          <a:pt x="20132" y="4292"/>
                        </a:cubicBezTo>
                        <a:cubicBezTo>
                          <a:pt x="18886" y="3877"/>
                          <a:pt x="17529" y="3655"/>
                          <a:pt x="16089" y="3655"/>
                        </a:cubicBezTo>
                        <a:cubicBezTo>
                          <a:pt x="14538" y="3655"/>
                          <a:pt x="13126" y="3988"/>
                          <a:pt x="11880" y="4624"/>
                        </a:cubicBezTo>
                        <a:cubicBezTo>
                          <a:pt x="10606" y="5261"/>
                          <a:pt x="9526" y="6120"/>
                          <a:pt x="8612" y="7172"/>
                        </a:cubicBezTo>
                        <a:cubicBezTo>
                          <a:pt x="7698" y="8224"/>
                          <a:pt x="7006" y="9470"/>
                          <a:pt x="6508" y="10883"/>
                        </a:cubicBezTo>
                        <a:cubicBezTo>
                          <a:pt x="6009" y="12295"/>
                          <a:pt x="5815" y="13818"/>
                          <a:pt x="5898" y="15396"/>
                        </a:cubicBezTo>
                        <a:lnTo>
                          <a:pt x="1385" y="15396"/>
                        </a:lnTo>
                        <a:close/>
                      </a:path>
                    </a:pathLst>
                  </a:custGeom>
                  <a:solidFill>
                    <a:srgbClr val="00B59C"/>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757" name="Freeform 3756">
                  <a:extLst>
                    <a:ext uri="{FF2B5EF4-FFF2-40B4-BE49-F238E27FC236}">
                      <a16:creationId xmlns:a16="http://schemas.microsoft.com/office/drawing/2014/main" id="{BCE0779D-3CF4-6706-02E5-9108AB2A6374}"/>
                    </a:ext>
                  </a:extLst>
                </p:cNvPr>
                <p:cNvSpPr/>
                <p:nvPr/>
              </p:nvSpPr>
              <p:spPr>
                <a:xfrm>
                  <a:off x="3295456" y="377842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00B48D"/>
                  </a:solidFill>
                  <a:prstDash val="solid"/>
                  <a:miter/>
                </a:ln>
              </p:spPr>
              <p:txBody>
                <a:bodyPr rtlCol="0" anchor="ctr"/>
                <a:lstStyle/>
                <a:p>
                  <a:endParaRPr lang="en-US" sz="2000">
                    <a:latin typeface="Helvetica Light" panose="020B0403020202020204" pitchFamily="34" charset="0"/>
                  </a:endParaRPr>
                </a:p>
              </p:txBody>
            </p:sp>
          </p:grpSp>
          <p:grpSp>
            <p:nvGrpSpPr>
              <p:cNvPr id="3765" name="Graphic 14">
                <a:extLst>
                  <a:ext uri="{FF2B5EF4-FFF2-40B4-BE49-F238E27FC236}">
                    <a16:creationId xmlns:a16="http://schemas.microsoft.com/office/drawing/2014/main" id="{A8B36797-09B3-98EB-9E99-5A246B22C33B}"/>
                  </a:ext>
                </a:extLst>
              </p:cNvPr>
              <p:cNvGrpSpPr/>
              <p:nvPr/>
            </p:nvGrpSpPr>
            <p:grpSpPr>
              <a:xfrm>
                <a:off x="9861854" y="4445442"/>
                <a:ext cx="865660" cy="242681"/>
                <a:chOff x="3942658" y="3712934"/>
                <a:chExt cx="233604" cy="65489"/>
              </a:xfrm>
              <a:solidFill>
                <a:srgbClr val="00B48D"/>
              </a:solidFill>
            </p:grpSpPr>
            <p:grpSp>
              <p:nvGrpSpPr>
                <p:cNvPr id="3766" name="Graphic 14">
                  <a:extLst>
                    <a:ext uri="{FF2B5EF4-FFF2-40B4-BE49-F238E27FC236}">
                      <a16:creationId xmlns:a16="http://schemas.microsoft.com/office/drawing/2014/main" id="{EC94B389-28AC-A311-A5F0-55AC42C733A6}"/>
                    </a:ext>
                  </a:extLst>
                </p:cNvPr>
                <p:cNvGrpSpPr/>
                <p:nvPr/>
              </p:nvGrpSpPr>
              <p:grpSpPr>
                <a:xfrm>
                  <a:off x="4036754" y="3712934"/>
                  <a:ext cx="73160" cy="47878"/>
                  <a:chOff x="4036754" y="3712934"/>
                  <a:chExt cx="73160" cy="47878"/>
                </a:xfrm>
                <a:solidFill>
                  <a:srgbClr val="00B48D"/>
                </a:solidFill>
              </p:grpSpPr>
              <p:sp>
                <p:nvSpPr>
                  <p:cNvPr id="3768" name="Freeform 3767">
                    <a:extLst>
                      <a:ext uri="{FF2B5EF4-FFF2-40B4-BE49-F238E27FC236}">
                        <a16:creationId xmlns:a16="http://schemas.microsoft.com/office/drawing/2014/main" id="{E9C0AD13-4B2B-66D3-AEBE-99E1401B0027}"/>
                      </a:ext>
                    </a:extLst>
                  </p:cNvPr>
                  <p:cNvSpPr/>
                  <p:nvPr/>
                </p:nvSpPr>
                <p:spPr>
                  <a:xfrm>
                    <a:off x="4036754" y="3712934"/>
                    <a:ext cx="35168" cy="47850"/>
                  </a:xfrm>
                  <a:custGeom>
                    <a:avLst/>
                    <a:gdLst>
                      <a:gd name="connsiteX0" fmla="*/ 0 w 35168"/>
                      <a:gd name="connsiteY0" fmla="*/ 47851 h 47850"/>
                      <a:gd name="connsiteX1" fmla="*/ 0 w 35168"/>
                      <a:gd name="connsiteY1" fmla="*/ 0 h 47850"/>
                      <a:gd name="connsiteX2" fmla="*/ 17279 w 35168"/>
                      <a:gd name="connsiteY2" fmla="*/ 0 h 47850"/>
                      <a:gd name="connsiteX3" fmla="*/ 24452 w 35168"/>
                      <a:gd name="connsiteY3" fmla="*/ 858 h 47850"/>
                      <a:gd name="connsiteX4" fmla="*/ 29325 w 35168"/>
                      <a:gd name="connsiteY4" fmla="*/ 3323 h 47850"/>
                      <a:gd name="connsiteX5" fmla="*/ 32094 w 35168"/>
                      <a:gd name="connsiteY5" fmla="*/ 7144 h 47850"/>
                      <a:gd name="connsiteX6" fmla="*/ 32953 w 35168"/>
                      <a:gd name="connsiteY6" fmla="*/ 12018 h 47850"/>
                      <a:gd name="connsiteX7" fmla="*/ 32288 w 35168"/>
                      <a:gd name="connsiteY7" fmla="*/ 16366 h 47850"/>
                      <a:gd name="connsiteX8" fmla="*/ 30571 w 35168"/>
                      <a:gd name="connsiteY8" fmla="*/ 19411 h 47850"/>
                      <a:gd name="connsiteX9" fmla="*/ 28134 w 35168"/>
                      <a:gd name="connsiteY9" fmla="*/ 21350 h 47850"/>
                      <a:gd name="connsiteX10" fmla="*/ 25310 w 35168"/>
                      <a:gd name="connsiteY10" fmla="*/ 22319 h 47850"/>
                      <a:gd name="connsiteX11" fmla="*/ 25310 w 35168"/>
                      <a:gd name="connsiteY11" fmla="*/ 22458 h 47850"/>
                      <a:gd name="connsiteX12" fmla="*/ 32731 w 35168"/>
                      <a:gd name="connsiteY12" fmla="*/ 26390 h 47850"/>
                      <a:gd name="connsiteX13" fmla="*/ 35168 w 35168"/>
                      <a:gd name="connsiteY13" fmla="*/ 34365 h 47850"/>
                      <a:gd name="connsiteX14" fmla="*/ 34005 w 35168"/>
                      <a:gd name="connsiteY14" fmla="*/ 40679 h 47850"/>
                      <a:gd name="connsiteX15" fmla="*/ 30793 w 35168"/>
                      <a:gd name="connsiteY15" fmla="*/ 44860 h 47850"/>
                      <a:gd name="connsiteX16" fmla="*/ 25836 w 35168"/>
                      <a:gd name="connsiteY16" fmla="*/ 47158 h 47850"/>
                      <a:gd name="connsiteX17" fmla="*/ 19550 w 35168"/>
                      <a:gd name="connsiteY17" fmla="*/ 47851 h 47850"/>
                      <a:gd name="connsiteX18" fmla="*/ 0 w 35168"/>
                      <a:gd name="connsiteY18" fmla="*/ 47851 h 47850"/>
                      <a:gd name="connsiteX19" fmla="*/ 4514 w 35168"/>
                      <a:gd name="connsiteY19" fmla="*/ 21156 h 47850"/>
                      <a:gd name="connsiteX20" fmla="*/ 15950 w 35168"/>
                      <a:gd name="connsiteY20" fmla="*/ 21156 h 47850"/>
                      <a:gd name="connsiteX21" fmla="*/ 21876 w 35168"/>
                      <a:gd name="connsiteY21" fmla="*/ 20547 h 47850"/>
                      <a:gd name="connsiteX22" fmla="*/ 25725 w 35168"/>
                      <a:gd name="connsiteY22" fmla="*/ 18775 h 47850"/>
                      <a:gd name="connsiteX23" fmla="*/ 27830 w 35168"/>
                      <a:gd name="connsiteY23" fmla="*/ 15923 h 47850"/>
                      <a:gd name="connsiteX24" fmla="*/ 28467 w 35168"/>
                      <a:gd name="connsiteY24" fmla="*/ 12046 h 47850"/>
                      <a:gd name="connsiteX25" fmla="*/ 27747 w 35168"/>
                      <a:gd name="connsiteY25" fmla="*/ 8224 h 47850"/>
                      <a:gd name="connsiteX26" fmla="*/ 25421 w 35168"/>
                      <a:gd name="connsiteY26" fmla="*/ 5704 h 47850"/>
                      <a:gd name="connsiteX27" fmla="*/ 21267 w 35168"/>
                      <a:gd name="connsiteY27" fmla="*/ 4320 h 47850"/>
                      <a:gd name="connsiteX28" fmla="*/ 14981 w 35168"/>
                      <a:gd name="connsiteY28" fmla="*/ 3877 h 47850"/>
                      <a:gd name="connsiteX29" fmla="*/ 4541 w 35168"/>
                      <a:gd name="connsiteY29" fmla="*/ 3877 h 47850"/>
                      <a:gd name="connsiteX30" fmla="*/ 4541 w 35168"/>
                      <a:gd name="connsiteY30" fmla="*/ 21156 h 47850"/>
                      <a:gd name="connsiteX31" fmla="*/ 4514 w 35168"/>
                      <a:gd name="connsiteY31" fmla="*/ 44001 h 47850"/>
                      <a:gd name="connsiteX32" fmla="*/ 16006 w 35168"/>
                      <a:gd name="connsiteY32" fmla="*/ 44001 h 47850"/>
                      <a:gd name="connsiteX33" fmla="*/ 22485 w 35168"/>
                      <a:gd name="connsiteY33" fmla="*/ 43669 h 47850"/>
                      <a:gd name="connsiteX34" fmla="*/ 27027 w 35168"/>
                      <a:gd name="connsiteY34" fmla="*/ 42312 h 47850"/>
                      <a:gd name="connsiteX35" fmla="*/ 29713 w 35168"/>
                      <a:gd name="connsiteY35" fmla="*/ 39377 h 47850"/>
                      <a:gd name="connsiteX36" fmla="*/ 30599 w 35168"/>
                      <a:gd name="connsiteY36" fmla="*/ 34365 h 47850"/>
                      <a:gd name="connsiteX37" fmla="*/ 29602 w 35168"/>
                      <a:gd name="connsiteY37" fmla="*/ 29547 h 47850"/>
                      <a:gd name="connsiteX38" fmla="*/ 26750 w 35168"/>
                      <a:gd name="connsiteY38" fmla="*/ 26722 h 47850"/>
                      <a:gd name="connsiteX39" fmla="*/ 22291 w 35168"/>
                      <a:gd name="connsiteY39" fmla="*/ 25365 h 47850"/>
                      <a:gd name="connsiteX40" fmla="*/ 16504 w 35168"/>
                      <a:gd name="connsiteY40" fmla="*/ 25005 h 47850"/>
                      <a:gd name="connsiteX41" fmla="*/ 4486 w 35168"/>
                      <a:gd name="connsiteY41" fmla="*/ 25005 h 47850"/>
                      <a:gd name="connsiteX42" fmla="*/ 4486 w 35168"/>
                      <a:gd name="connsiteY42" fmla="*/ 44001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168" h="47850">
                        <a:moveTo>
                          <a:pt x="0" y="47851"/>
                        </a:moveTo>
                        <a:lnTo>
                          <a:pt x="0" y="0"/>
                        </a:lnTo>
                        <a:lnTo>
                          <a:pt x="17279" y="0"/>
                        </a:lnTo>
                        <a:cubicBezTo>
                          <a:pt x="20076" y="0"/>
                          <a:pt x="22458" y="277"/>
                          <a:pt x="24452" y="858"/>
                        </a:cubicBezTo>
                        <a:cubicBezTo>
                          <a:pt x="26445" y="1440"/>
                          <a:pt x="28079" y="2243"/>
                          <a:pt x="29325" y="3323"/>
                        </a:cubicBezTo>
                        <a:cubicBezTo>
                          <a:pt x="30599" y="4375"/>
                          <a:pt x="31513" y="5649"/>
                          <a:pt x="32094" y="7144"/>
                        </a:cubicBezTo>
                        <a:cubicBezTo>
                          <a:pt x="32676" y="8640"/>
                          <a:pt x="32953" y="10246"/>
                          <a:pt x="32953" y="12018"/>
                        </a:cubicBezTo>
                        <a:cubicBezTo>
                          <a:pt x="32953" y="13790"/>
                          <a:pt x="32731" y="15147"/>
                          <a:pt x="32288" y="16366"/>
                        </a:cubicBezTo>
                        <a:cubicBezTo>
                          <a:pt x="31845" y="17584"/>
                          <a:pt x="31264" y="18608"/>
                          <a:pt x="30571" y="19411"/>
                        </a:cubicBezTo>
                        <a:cubicBezTo>
                          <a:pt x="29879" y="20215"/>
                          <a:pt x="29048" y="20879"/>
                          <a:pt x="28134" y="21350"/>
                        </a:cubicBezTo>
                        <a:cubicBezTo>
                          <a:pt x="27221" y="21821"/>
                          <a:pt x="26279" y="22125"/>
                          <a:pt x="25310" y="22319"/>
                        </a:cubicBezTo>
                        <a:lnTo>
                          <a:pt x="25310" y="22458"/>
                        </a:lnTo>
                        <a:cubicBezTo>
                          <a:pt x="28633" y="22956"/>
                          <a:pt x="31097" y="24257"/>
                          <a:pt x="32731" y="26390"/>
                        </a:cubicBezTo>
                        <a:cubicBezTo>
                          <a:pt x="34337" y="28522"/>
                          <a:pt x="35168" y="31180"/>
                          <a:pt x="35168" y="34365"/>
                        </a:cubicBezTo>
                        <a:cubicBezTo>
                          <a:pt x="35168" y="36857"/>
                          <a:pt x="34780" y="38962"/>
                          <a:pt x="34005" y="40679"/>
                        </a:cubicBezTo>
                        <a:cubicBezTo>
                          <a:pt x="33230" y="42395"/>
                          <a:pt x="32150" y="43808"/>
                          <a:pt x="30793" y="44860"/>
                        </a:cubicBezTo>
                        <a:cubicBezTo>
                          <a:pt x="29408" y="45912"/>
                          <a:pt x="27774" y="46688"/>
                          <a:pt x="25836" y="47158"/>
                        </a:cubicBezTo>
                        <a:cubicBezTo>
                          <a:pt x="23898" y="47629"/>
                          <a:pt x="21821" y="47851"/>
                          <a:pt x="19550" y="47851"/>
                        </a:cubicBezTo>
                        <a:lnTo>
                          <a:pt x="0" y="47851"/>
                        </a:lnTo>
                        <a:close/>
                        <a:moveTo>
                          <a:pt x="4514" y="21156"/>
                        </a:moveTo>
                        <a:lnTo>
                          <a:pt x="15950" y="21156"/>
                        </a:lnTo>
                        <a:cubicBezTo>
                          <a:pt x="18304" y="21156"/>
                          <a:pt x="20270" y="20962"/>
                          <a:pt x="21876" y="20547"/>
                        </a:cubicBezTo>
                        <a:cubicBezTo>
                          <a:pt x="23482" y="20159"/>
                          <a:pt x="24756" y="19550"/>
                          <a:pt x="25725" y="18775"/>
                        </a:cubicBezTo>
                        <a:cubicBezTo>
                          <a:pt x="26694" y="17999"/>
                          <a:pt x="27387" y="17058"/>
                          <a:pt x="27830" y="15923"/>
                        </a:cubicBezTo>
                        <a:cubicBezTo>
                          <a:pt x="28245" y="14787"/>
                          <a:pt x="28467" y="13486"/>
                          <a:pt x="28467" y="12046"/>
                        </a:cubicBezTo>
                        <a:cubicBezTo>
                          <a:pt x="28467" y="10606"/>
                          <a:pt x="28217" y="9277"/>
                          <a:pt x="27747" y="8224"/>
                        </a:cubicBezTo>
                        <a:cubicBezTo>
                          <a:pt x="27248" y="7172"/>
                          <a:pt x="26473" y="6341"/>
                          <a:pt x="25421" y="5704"/>
                        </a:cubicBezTo>
                        <a:cubicBezTo>
                          <a:pt x="24368" y="5067"/>
                          <a:pt x="22984" y="4597"/>
                          <a:pt x="21267" y="4320"/>
                        </a:cubicBezTo>
                        <a:cubicBezTo>
                          <a:pt x="19550" y="4043"/>
                          <a:pt x="17473" y="3877"/>
                          <a:pt x="14981" y="3877"/>
                        </a:cubicBezTo>
                        <a:lnTo>
                          <a:pt x="4541" y="3877"/>
                        </a:lnTo>
                        <a:lnTo>
                          <a:pt x="4541" y="21156"/>
                        </a:lnTo>
                        <a:close/>
                        <a:moveTo>
                          <a:pt x="4514" y="44001"/>
                        </a:moveTo>
                        <a:lnTo>
                          <a:pt x="16006" y="44001"/>
                        </a:lnTo>
                        <a:cubicBezTo>
                          <a:pt x="18498" y="44001"/>
                          <a:pt x="20658" y="43891"/>
                          <a:pt x="22485" y="43669"/>
                        </a:cubicBezTo>
                        <a:cubicBezTo>
                          <a:pt x="24313" y="43448"/>
                          <a:pt x="25836" y="43005"/>
                          <a:pt x="27027" y="42312"/>
                        </a:cubicBezTo>
                        <a:cubicBezTo>
                          <a:pt x="28217" y="41620"/>
                          <a:pt x="29131" y="40651"/>
                          <a:pt x="29713" y="39377"/>
                        </a:cubicBezTo>
                        <a:cubicBezTo>
                          <a:pt x="30322" y="38103"/>
                          <a:pt x="30599" y="36442"/>
                          <a:pt x="30599" y="34365"/>
                        </a:cubicBezTo>
                        <a:cubicBezTo>
                          <a:pt x="30599" y="32288"/>
                          <a:pt x="30267" y="30765"/>
                          <a:pt x="29602" y="29547"/>
                        </a:cubicBezTo>
                        <a:cubicBezTo>
                          <a:pt x="28937" y="28328"/>
                          <a:pt x="27996" y="27387"/>
                          <a:pt x="26750" y="26722"/>
                        </a:cubicBezTo>
                        <a:cubicBezTo>
                          <a:pt x="25504" y="26057"/>
                          <a:pt x="24036" y="25614"/>
                          <a:pt x="22291" y="25365"/>
                        </a:cubicBezTo>
                        <a:cubicBezTo>
                          <a:pt x="20575" y="25116"/>
                          <a:pt x="18636" y="25005"/>
                          <a:pt x="16504" y="25005"/>
                        </a:cubicBezTo>
                        <a:lnTo>
                          <a:pt x="4486" y="25005"/>
                        </a:lnTo>
                        <a:lnTo>
                          <a:pt x="4486" y="44001"/>
                        </a:lnTo>
                        <a:close/>
                      </a:path>
                    </a:pathLst>
                  </a:custGeom>
                  <a:solidFill>
                    <a:srgbClr val="00B48D"/>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69" name="Freeform 3768">
                    <a:extLst>
                      <a:ext uri="{FF2B5EF4-FFF2-40B4-BE49-F238E27FC236}">
                        <a16:creationId xmlns:a16="http://schemas.microsoft.com/office/drawing/2014/main" id="{C44B9B97-B60D-5087-BD6C-BC097070DB8F}"/>
                      </a:ext>
                    </a:extLst>
                  </p:cNvPr>
                  <p:cNvSpPr/>
                  <p:nvPr/>
                </p:nvSpPr>
                <p:spPr>
                  <a:xfrm>
                    <a:off x="4078872" y="3713931"/>
                    <a:ext cx="31042" cy="46881"/>
                  </a:xfrm>
                  <a:custGeom>
                    <a:avLst/>
                    <a:gdLst>
                      <a:gd name="connsiteX0" fmla="*/ 1412 w 31042"/>
                      <a:gd name="connsiteY0" fmla="*/ 15369 h 46881"/>
                      <a:gd name="connsiteX1" fmla="*/ 2465 w 31042"/>
                      <a:gd name="connsiteY1" fmla="*/ 9083 h 46881"/>
                      <a:gd name="connsiteX2" fmla="*/ 5511 w 31042"/>
                      <a:gd name="connsiteY2" fmla="*/ 4237 h 46881"/>
                      <a:gd name="connsiteX3" fmla="*/ 10329 w 31042"/>
                      <a:gd name="connsiteY3" fmla="*/ 1108 h 46881"/>
                      <a:gd name="connsiteX4" fmla="*/ 16615 w 31042"/>
                      <a:gd name="connsiteY4" fmla="*/ 0 h 46881"/>
                      <a:gd name="connsiteX5" fmla="*/ 22818 w 31042"/>
                      <a:gd name="connsiteY5" fmla="*/ 1025 h 46881"/>
                      <a:gd name="connsiteX6" fmla="*/ 27331 w 31042"/>
                      <a:gd name="connsiteY6" fmla="*/ 3794 h 46881"/>
                      <a:gd name="connsiteX7" fmla="*/ 30100 w 31042"/>
                      <a:gd name="connsiteY7" fmla="*/ 7920 h 46881"/>
                      <a:gd name="connsiteX8" fmla="*/ 31042 w 31042"/>
                      <a:gd name="connsiteY8" fmla="*/ 12960 h 46881"/>
                      <a:gd name="connsiteX9" fmla="*/ 30017 w 31042"/>
                      <a:gd name="connsiteY9" fmla="*/ 18470 h 46881"/>
                      <a:gd name="connsiteX10" fmla="*/ 27304 w 31042"/>
                      <a:gd name="connsiteY10" fmla="*/ 22734 h 46881"/>
                      <a:gd name="connsiteX11" fmla="*/ 23454 w 31042"/>
                      <a:gd name="connsiteY11" fmla="*/ 26057 h 46881"/>
                      <a:gd name="connsiteX12" fmla="*/ 19024 w 31042"/>
                      <a:gd name="connsiteY12" fmla="*/ 28827 h 46881"/>
                      <a:gd name="connsiteX13" fmla="*/ 14566 w 31042"/>
                      <a:gd name="connsiteY13" fmla="*/ 31319 h 46881"/>
                      <a:gd name="connsiteX14" fmla="*/ 10633 w 31042"/>
                      <a:gd name="connsiteY14" fmla="*/ 33839 h 46881"/>
                      <a:gd name="connsiteX15" fmla="*/ 8446 w 31042"/>
                      <a:gd name="connsiteY15" fmla="*/ 35666 h 46881"/>
                      <a:gd name="connsiteX16" fmla="*/ 6507 w 31042"/>
                      <a:gd name="connsiteY16" fmla="*/ 37771 h 46881"/>
                      <a:gd name="connsiteX17" fmla="*/ 5123 w 31042"/>
                      <a:gd name="connsiteY17" fmla="*/ 40263 h 46881"/>
                      <a:gd name="connsiteX18" fmla="*/ 4514 w 31042"/>
                      <a:gd name="connsiteY18" fmla="*/ 43282 h 46881"/>
                      <a:gd name="connsiteX19" fmla="*/ 30627 w 31042"/>
                      <a:gd name="connsiteY19" fmla="*/ 43282 h 46881"/>
                      <a:gd name="connsiteX20" fmla="*/ 30627 w 31042"/>
                      <a:gd name="connsiteY20" fmla="*/ 46881 h 46881"/>
                      <a:gd name="connsiteX21" fmla="*/ 0 w 31042"/>
                      <a:gd name="connsiteY21" fmla="*/ 46881 h 46881"/>
                      <a:gd name="connsiteX22" fmla="*/ 720 w 31042"/>
                      <a:gd name="connsiteY22" fmla="*/ 40762 h 46881"/>
                      <a:gd name="connsiteX23" fmla="*/ 3655 w 31042"/>
                      <a:gd name="connsiteY23" fmla="*/ 35445 h 46881"/>
                      <a:gd name="connsiteX24" fmla="*/ 8750 w 31042"/>
                      <a:gd name="connsiteY24" fmla="*/ 30654 h 46881"/>
                      <a:gd name="connsiteX25" fmla="*/ 13901 w 31042"/>
                      <a:gd name="connsiteY25" fmla="*/ 27110 h 46881"/>
                      <a:gd name="connsiteX26" fmla="*/ 18692 w 31042"/>
                      <a:gd name="connsiteY26" fmla="*/ 24258 h 46881"/>
                      <a:gd name="connsiteX27" fmla="*/ 22679 w 31042"/>
                      <a:gd name="connsiteY27" fmla="*/ 21433 h 46881"/>
                      <a:gd name="connsiteX28" fmla="*/ 25393 w 31042"/>
                      <a:gd name="connsiteY28" fmla="*/ 17972 h 46881"/>
                      <a:gd name="connsiteX29" fmla="*/ 26390 w 31042"/>
                      <a:gd name="connsiteY29" fmla="*/ 13264 h 46881"/>
                      <a:gd name="connsiteX30" fmla="*/ 25587 w 31042"/>
                      <a:gd name="connsiteY30" fmla="*/ 9221 h 46881"/>
                      <a:gd name="connsiteX31" fmla="*/ 23399 w 31042"/>
                      <a:gd name="connsiteY31" fmla="*/ 6175 h 46881"/>
                      <a:gd name="connsiteX32" fmla="*/ 20132 w 31042"/>
                      <a:gd name="connsiteY32" fmla="*/ 4292 h 46881"/>
                      <a:gd name="connsiteX33" fmla="*/ 16089 w 31042"/>
                      <a:gd name="connsiteY33" fmla="*/ 3655 h 46881"/>
                      <a:gd name="connsiteX34" fmla="*/ 11880 w 31042"/>
                      <a:gd name="connsiteY34" fmla="*/ 4624 h 46881"/>
                      <a:gd name="connsiteX35" fmla="*/ 8612 w 31042"/>
                      <a:gd name="connsiteY35" fmla="*/ 7172 h 46881"/>
                      <a:gd name="connsiteX36" fmla="*/ 6507 w 31042"/>
                      <a:gd name="connsiteY36" fmla="*/ 10883 h 46881"/>
                      <a:gd name="connsiteX37" fmla="*/ 5898 w 31042"/>
                      <a:gd name="connsiteY37" fmla="*/ 15396 h 46881"/>
                      <a:gd name="connsiteX38" fmla="*/ 1385 w 31042"/>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2" h="46881">
                        <a:moveTo>
                          <a:pt x="1412" y="15369"/>
                        </a:moveTo>
                        <a:cubicBezTo>
                          <a:pt x="1412" y="13070"/>
                          <a:pt x="1772" y="10966"/>
                          <a:pt x="2465" y="9083"/>
                        </a:cubicBezTo>
                        <a:cubicBezTo>
                          <a:pt x="3185" y="7200"/>
                          <a:pt x="4181" y="5594"/>
                          <a:pt x="5511" y="4237"/>
                        </a:cubicBezTo>
                        <a:cubicBezTo>
                          <a:pt x="6840" y="2880"/>
                          <a:pt x="8446" y="1855"/>
                          <a:pt x="10329" y="1108"/>
                        </a:cubicBezTo>
                        <a:cubicBezTo>
                          <a:pt x="12212" y="388"/>
                          <a:pt x="14316" y="0"/>
                          <a:pt x="16615" y="0"/>
                        </a:cubicBezTo>
                        <a:cubicBezTo>
                          <a:pt x="18913" y="0"/>
                          <a:pt x="21045" y="332"/>
                          <a:pt x="22818" y="1025"/>
                        </a:cubicBezTo>
                        <a:cubicBezTo>
                          <a:pt x="24590" y="1717"/>
                          <a:pt x="26113" y="2631"/>
                          <a:pt x="27331" y="3794"/>
                        </a:cubicBezTo>
                        <a:cubicBezTo>
                          <a:pt x="28550" y="4957"/>
                          <a:pt x="29464" y="6314"/>
                          <a:pt x="30100"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4" y="25088"/>
                          <a:pt x="23454" y="26057"/>
                        </a:cubicBezTo>
                        <a:cubicBezTo>
                          <a:pt x="22015" y="27027"/>
                          <a:pt x="20547" y="27940"/>
                          <a:pt x="19024" y="28827"/>
                        </a:cubicBezTo>
                        <a:cubicBezTo>
                          <a:pt x="17529" y="29685"/>
                          <a:pt x="16033" y="30516"/>
                          <a:pt x="14566" y="31319"/>
                        </a:cubicBezTo>
                        <a:cubicBezTo>
                          <a:pt x="13098" y="32122"/>
                          <a:pt x="11797" y="32953"/>
                          <a:pt x="10633" y="33839"/>
                        </a:cubicBezTo>
                        <a:cubicBezTo>
                          <a:pt x="9886" y="34420"/>
                          <a:pt x="9138" y="35029"/>
                          <a:pt x="8446" y="35666"/>
                        </a:cubicBezTo>
                        <a:cubicBezTo>
                          <a:pt x="7726" y="36303"/>
                          <a:pt x="7089" y="36996"/>
                          <a:pt x="6507" y="37771"/>
                        </a:cubicBezTo>
                        <a:cubicBezTo>
                          <a:pt x="5926" y="38519"/>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0"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8" y="19273"/>
                          <a:pt x="25393" y="17972"/>
                        </a:cubicBezTo>
                        <a:cubicBezTo>
                          <a:pt x="26057" y="16698"/>
                          <a:pt x="26390" y="15119"/>
                          <a:pt x="26390" y="13264"/>
                        </a:cubicBezTo>
                        <a:cubicBezTo>
                          <a:pt x="26390" y="11769"/>
                          <a:pt x="26113" y="10412"/>
                          <a:pt x="25587" y="9221"/>
                        </a:cubicBezTo>
                        <a:cubicBezTo>
                          <a:pt x="25061" y="8030"/>
                          <a:pt x="24313" y="7006"/>
                          <a:pt x="23399" y="6175"/>
                        </a:cubicBezTo>
                        <a:cubicBezTo>
                          <a:pt x="22458" y="5344"/>
                          <a:pt x="21378" y="4708"/>
                          <a:pt x="20132" y="4292"/>
                        </a:cubicBezTo>
                        <a:cubicBezTo>
                          <a:pt x="18886" y="3877"/>
                          <a:pt x="17529" y="3655"/>
                          <a:pt x="16089" y="3655"/>
                        </a:cubicBezTo>
                        <a:cubicBezTo>
                          <a:pt x="14538" y="3655"/>
                          <a:pt x="13126" y="3988"/>
                          <a:pt x="11880" y="4624"/>
                        </a:cubicBezTo>
                        <a:cubicBezTo>
                          <a:pt x="10606" y="5261"/>
                          <a:pt x="9526" y="6120"/>
                          <a:pt x="8612" y="7172"/>
                        </a:cubicBezTo>
                        <a:cubicBezTo>
                          <a:pt x="7698" y="8224"/>
                          <a:pt x="7006" y="9470"/>
                          <a:pt x="6507" y="10883"/>
                        </a:cubicBezTo>
                        <a:cubicBezTo>
                          <a:pt x="6009" y="12295"/>
                          <a:pt x="5815" y="13818"/>
                          <a:pt x="5898" y="15396"/>
                        </a:cubicBezTo>
                        <a:lnTo>
                          <a:pt x="1385" y="15396"/>
                        </a:lnTo>
                        <a:close/>
                      </a:path>
                    </a:pathLst>
                  </a:custGeom>
                  <a:solidFill>
                    <a:srgbClr val="00B48D"/>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767" name="Freeform 3766">
                  <a:extLst>
                    <a:ext uri="{FF2B5EF4-FFF2-40B4-BE49-F238E27FC236}">
                      <a16:creationId xmlns:a16="http://schemas.microsoft.com/office/drawing/2014/main" id="{BD774F01-C649-9646-6D73-40A2E1CF3FCE}"/>
                    </a:ext>
                  </a:extLst>
                </p:cNvPr>
                <p:cNvSpPr/>
                <p:nvPr/>
              </p:nvSpPr>
              <p:spPr>
                <a:xfrm>
                  <a:off x="3942658" y="377842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00B48D"/>
                  </a:solidFill>
                  <a:prstDash val="solid"/>
                  <a:miter/>
                </a:ln>
              </p:spPr>
              <p:txBody>
                <a:bodyPr rtlCol="0" anchor="ctr"/>
                <a:lstStyle/>
                <a:p>
                  <a:endParaRPr lang="en-US" sz="2000">
                    <a:latin typeface="Helvetica Light" panose="020B0403020202020204" pitchFamily="34" charset="0"/>
                  </a:endParaRPr>
                </a:p>
              </p:txBody>
            </p:sp>
          </p:grpSp>
          <p:grpSp>
            <p:nvGrpSpPr>
              <p:cNvPr id="3811" name="Graphic 14">
                <a:extLst>
                  <a:ext uri="{FF2B5EF4-FFF2-40B4-BE49-F238E27FC236}">
                    <a16:creationId xmlns:a16="http://schemas.microsoft.com/office/drawing/2014/main" id="{AB9FEC97-3556-FD1C-ADA9-2442BB5FA5BD}"/>
                  </a:ext>
                </a:extLst>
              </p:cNvPr>
              <p:cNvGrpSpPr/>
              <p:nvPr/>
            </p:nvGrpSpPr>
            <p:grpSpPr>
              <a:xfrm>
                <a:off x="8724806" y="6304976"/>
                <a:ext cx="1198541" cy="181011"/>
                <a:chOff x="3453159" y="4173995"/>
                <a:chExt cx="323434" cy="48847"/>
              </a:xfrm>
              <a:solidFill>
                <a:srgbClr val="00B48D"/>
              </a:solidFill>
            </p:grpSpPr>
            <p:sp>
              <p:nvSpPr>
                <p:cNvPr id="3812" name="Freeform 3811">
                  <a:extLst>
                    <a:ext uri="{FF2B5EF4-FFF2-40B4-BE49-F238E27FC236}">
                      <a16:creationId xmlns:a16="http://schemas.microsoft.com/office/drawing/2014/main" id="{74223E30-CBFA-4A91-8461-D67FEED8ACEF}"/>
                    </a:ext>
                  </a:extLst>
                </p:cNvPr>
                <p:cNvSpPr/>
                <p:nvPr/>
              </p:nvSpPr>
              <p:spPr>
                <a:xfrm>
                  <a:off x="3453159" y="4186511"/>
                  <a:ext cx="26916" cy="35389"/>
                </a:xfrm>
                <a:custGeom>
                  <a:avLst/>
                  <a:gdLst>
                    <a:gd name="connsiteX0" fmla="*/ 3932 w 26916"/>
                    <a:gd name="connsiteY0" fmla="*/ 35362 h 35389"/>
                    <a:gd name="connsiteX1" fmla="*/ 0 w 26916"/>
                    <a:gd name="connsiteY1" fmla="*/ 35362 h 35389"/>
                    <a:gd name="connsiteX2" fmla="*/ 0 w 26916"/>
                    <a:gd name="connsiteY2" fmla="*/ 941 h 35389"/>
                    <a:gd name="connsiteX3" fmla="*/ 3932 w 26916"/>
                    <a:gd name="connsiteY3" fmla="*/ 941 h 35389"/>
                    <a:gd name="connsiteX4" fmla="*/ 3932 w 26916"/>
                    <a:gd name="connsiteY4" fmla="*/ 5732 h 35389"/>
                    <a:gd name="connsiteX5" fmla="*/ 8806 w 26916"/>
                    <a:gd name="connsiteY5" fmla="*/ 1606 h 35389"/>
                    <a:gd name="connsiteX6" fmla="*/ 14870 w 26916"/>
                    <a:gd name="connsiteY6" fmla="*/ 0 h 35389"/>
                    <a:gd name="connsiteX7" fmla="*/ 20713 w 26916"/>
                    <a:gd name="connsiteY7" fmla="*/ 1108 h 35389"/>
                    <a:gd name="connsiteX8" fmla="*/ 25227 w 26916"/>
                    <a:gd name="connsiteY8" fmla="*/ 4929 h 35389"/>
                    <a:gd name="connsiteX9" fmla="*/ 26694 w 26916"/>
                    <a:gd name="connsiteY9" fmla="*/ 8751 h 35389"/>
                    <a:gd name="connsiteX10" fmla="*/ 26916 w 26916"/>
                    <a:gd name="connsiteY10" fmla="*/ 12849 h 35389"/>
                    <a:gd name="connsiteX11" fmla="*/ 26916 w 26916"/>
                    <a:gd name="connsiteY11" fmla="*/ 35390 h 35389"/>
                    <a:gd name="connsiteX12" fmla="*/ 22984 w 26916"/>
                    <a:gd name="connsiteY12" fmla="*/ 35390 h 35389"/>
                    <a:gd name="connsiteX13" fmla="*/ 22984 w 26916"/>
                    <a:gd name="connsiteY13" fmla="*/ 12932 h 35389"/>
                    <a:gd name="connsiteX14" fmla="*/ 20962 w 26916"/>
                    <a:gd name="connsiteY14" fmla="*/ 5954 h 35389"/>
                    <a:gd name="connsiteX15" fmla="*/ 14206 w 26916"/>
                    <a:gd name="connsiteY15" fmla="*/ 3628 h 35389"/>
                    <a:gd name="connsiteX16" fmla="*/ 10855 w 26916"/>
                    <a:gd name="connsiteY16" fmla="*/ 4181 h 35389"/>
                    <a:gd name="connsiteX17" fmla="*/ 8141 w 26916"/>
                    <a:gd name="connsiteY17" fmla="*/ 5677 h 35389"/>
                    <a:gd name="connsiteX18" fmla="*/ 6092 w 26916"/>
                    <a:gd name="connsiteY18" fmla="*/ 7809 h 35389"/>
                    <a:gd name="connsiteX19" fmla="*/ 4791 w 26916"/>
                    <a:gd name="connsiteY19" fmla="*/ 10329 h 35389"/>
                    <a:gd name="connsiteX20" fmla="*/ 4071 w 26916"/>
                    <a:gd name="connsiteY20" fmla="*/ 13513 h 35389"/>
                    <a:gd name="connsiteX21" fmla="*/ 3932 w 26916"/>
                    <a:gd name="connsiteY21" fmla="*/ 16836 h 35389"/>
                    <a:gd name="connsiteX22" fmla="*/ 3932 w 26916"/>
                    <a:gd name="connsiteY22" fmla="*/ 35390 h 3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916" h="35389">
                      <a:moveTo>
                        <a:pt x="3932" y="35362"/>
                      </a:moveTo>
                      <a:lnTo>
                        <a:pt x="0" y="35362"/>
                      </a:lnTo>
                      <a:lnTo>
                        <a:pt x="0" y="941"/>
                      </a:lnTo>
                      <a:lnTo>
                        <a:pt x="3932" y="941"/>
                      </a:lnTo>
                      <a:lnTo>
                        <a:pt x="3932" y="5732"/>
                      </a:lnTo>
                      <a:cubicBezTo>
                        <a:pt x="5511" y="4043"/>
                        <a:pt x="7117" y="2686"/>
                        <a:pt x="8806" y="1606"/>
                      </a:cubicBezTo>
                      <a:cubicBezTo>
                        <a:pt x="10495" y="554"/>
                        <a:pt x="12517" y="0"/>
                        <a:pt x="14870" y="0"/>
                      </a:cubicBezTo>
                      <a:cubicBezTo>
                        <a:pt x="16975" y="0"/>
                        <a:pt x="18913" y="360"/>
                        <a:pt x="20713" y="1108"/>
                      </a:cubicBezTo>
                      <a:cubicBezTo>
                        <a:pt x="22513" y="1828"/>
                        <a:pt x="24009" y="3101"/>
                        <a:pt x="25227" y="4929"/>
                      </a:cubicBezTo>
                      <a:cubicBezTo>
                        <a:pt x="26058" y="6175"/>
                        <a:pt x="26556" y="7449"/>
                        <a:pt x="26694" y="8751"/>
                      </a:cubicBezTo>
                      <a:cubicBezTo>
                        <a:pt x="26861" y="10052"/>
                        <a:pt x="26916" y="11409"/>
                        <a:pt x="26916" y="12849"/>
                      </a:cubicBezTo>
                      <a:lnTo>
                        <a:pt x="26916" y="35390"/>
                      </a:lnTo>
                      <a:lnTo>
                        <a:pt x="22984" y="35390"/>
                      </a:lnTo>
                      <a:lnTo>
                        <a:pt x="22984" y="12932"/>
                      </a:lnTo>
                      <a:cubicBezTo>
                        <a:pt x="22984" y="9831"/>
                        <a:pt x="22319" y="7504"/>
                        <a:pt x="20962" y="5954"/>
                      </a:cubicBezTo>
                      <a:cubicBezTo>
                        <a:pt x="19606" y="4403"/>
                        <a:pt x="17363" y="3628"/>
                        <a:pt x="14206" y="3628"/>
                      </a:cubicBezTo>
                      <a:cubicBezTo>
                        <a:pt x="12987" y="3628"/>
                        <a:pt x="11880" y="3821"/>
                        <a:pt x="10855" y="4181"/>
                      </a:cubicBezTo>
                      <a:cubicBezTo>
                        <a:pt x="9858" y="4569"/>
                        <a:pt x="8944" y="5067"/>
                        <a:pt x="8141" y="5677"/>
                      </a:cubicBezTo>
                      <a:cubicBezTo>
                        <a:pt x="7338" y="6286"/>
                        <a:pt x="6646" y="7006"/>
                        <a:pt x="6092" y="7809"/>
                      </a:cubicBezTo>
                      <a:cubicBezTo>
                        <a:pt x="5511" y="8612"/>
                        <a:pt x="5095" y="9443"/>
                        <a:pt x="4791" y="10329"/>
                      </a:cubicBezTo>
                      <a:cubicBezTo>
                        <a:pt x="4403" y="11437"/>
                        <a:pt x="4154" y="12489"/>
                        <a:pt x="4071" y="13513"/>
                      </a:cubicBezTo>
                      <a:cubicBezTo>
                        <a:pt x="3988" y="14538"/>
                        <a:pt x="3932" y="15646"/>
                        <a:pt x="3932" y="16836"/>
                      </a:cubicBezTo>
                      <a:lnTo>
                        <a:pt x="3932" y="35390"/>
                      </a:lnTo>
                      <a:close/>
                    </a:path>
                  </a:pathLst>
                </a:custGeom>
                <a:solidFill>
                  <a:srgbClr val="00B48D"/>
                </a:solidFill>
                <a:ln w="2767" cap="flat">
                  <a:noFill/>
                  <a:prstDash val="solid"/>
                  <a:miter/>
                </a:ln>
              </p:spPr>
              <p:txBody>
                <a:bodyPr rtlCol="0" anchor="ctr"/>
                <a:lstStyle/>
                <a:p>
                  <a:endParaRPr lang="en-US"/>
                </a:p>
              </p:txBody>
            </p:sp>
            <p:sp>
              <p:nvSpPr>
                <p:cNvPr id="3813" name="Freeform 3812">
                  <a:extLst>
                    <a:ext uri="{FF2B5EF4-FFF2-40B4-BE49-F238E27FC236}">
                      <a16:creationId xmlns:a16="http://schemas.microsoft.com/office/drawing/2014/main" id="{FD5A5E74-8A72-EC1A-8488-677BF59C286F}"/>
                    </a:ext>
                  </a:extLst>
                </p:cNvPr>
                <p:cNvSpPr/>
                <p:nvPr/>
              </p:nvSpPr>
              <p:spPr>
                <a:xfrm>
                  <a:off x="3487357" y="4186484"/>
                  <a:ext cx="31374" cy="36303"/>
                </a:xfrm>
                <a:custGeom>
                  <a:avLst/>
                  <a:gdLst>
                    <a:gd name="connsiteX0" fmla="*/ 15729 w 31374"/>
                    <a:gd name="connsiteY0" fmla="*/ 36303 h 36303"/>
                    <a:gd name="connsiteX1" fmla="*/ 9609 w 31374"/>
                    <a:gd name="connsiteY1" fmla="*/ 35113 h 36303"/>
                    <a:gd name="connsiteX2" fmla="*/ 4624 w 31374"/>
                    <a:gd name="connsiteY2" fmla="*/ 31735 h 36303"/>
                    <a:gd name="connsiteX3" fmla="*/ 1246 w 31374"/>
                    <a:gd name="connsiteY3" fmla="*/ 26085 h 36303"/>
                    <a:gd name="connsiteX4" fmla="*/ 0 w 31374"/>
                    <a:gd name="connsiteY4" fmla="*/ 18166 h 36303"/>
                    <a:gd name="connsiteX5" fmla="*/ 969 w 31374"/>
                    <a:gd name="connsiteY5" fmla="*/ 11077 h 36303"/>
                    <a:gd name="connsiteX6" fmla="*/ 3904 w 31374"/>
                    <a:gd name="connsiteY6" fmla="*/ 5317 h 36303"/>
                    <a:gd name="connsiteX7" fmla="*/ 8806 w 31374"/>
                    <a:gd name="connsiteY7" fmla="*/ 1440 h 36303"/>
                    <a:gd name="connsiteX8" fmla="*/ 15673 w 31374"/>
                    <a:gd name="connsiteY8" fmla="*/ 0 h 36303"/>
                    <a:gd name="connsiteX9" fmla="*/ 22624 w 31374"/>
                    <a:gd name="connsiteY9" fmla="*/ 1440 h 36303"/>
                    <a:gd name="connsiteX10" fmla="*/ 27525 w 31374"/>
                    <a:gd name="connsiteY10" fmla="*/ 5289 h 36303"/>
                    <a:gd name="connsiteX11" fmla="*/ 30433 w 31374"/>
                    <a:gd name="connsiteY11" fmla="*/ 11049 h 36303"/>
                    <a:gd name="connsiteX12" fmla="*/ 31374 w 31374"/>
                    <a:gd name="connsiteY12" fmla="*/ 18166 h 36303"/>
                    <a:gd name="connsiteX13" fmla="*/ 30267 w 31374"/>
                    <a:gd name="connsiteY13" fmla="*/ 25614 h 36303"/>
                    <a:gd name="connsiteX14" fmla="*/ 27082 w 31374"/>
                    <a:gd name="connsiteY14" fmla="*/ 31319 h 36303"/>
                    <a:gd name="connsiteX15" fmla="*/ 22098 w 31374"/>
                    <a:gd name="connsiteY15" fmla="*/ 35002 h 36303"/>
                    <a:gd name="connsiteX16" fmla="*/ 15646 w 31374"/>
                    <a:gd name="connsiteY16" fmla="*/ 36303 h 36303"/>
                    <a:gd name="connsiteX17" fmla="*/ 27248 w 31374"/>
                    <a:gd name="connsiteY17" fmla="*/ 18166 h 36303"/>
                    <a:gd name="connsiteX18" fmla="*/ 26584 w 31374"/>
                    <a:gd name="connsiteY18" fmla="*/ 12461 h 36303"/>
                    <a:gd name="connsiteX19" fmla="*/ 24562 w 31374"/>
                    <a:gd name="connsiteY19" fmla="*/ 7837 h 36303"/>
                    <a:gd name="connsiteX20" fmla="*/ 21018 w 31374"/>
                    <a:gd name="connsiteY20" fmla="*/ 4735 h 36303"/>
                    <a:gd name="connsiteX21" fmla="*/ 15701 w 31374"/>
                    <a:gd name="connsiteY21" fmla="*/ 3600 h 36303"/>
                    <a:gd name="connsiteX22" fmla="*/ 10440 w 31374"/>
                    <a:gd name="connsiteY22" fmla="*/ 4818 h 36303"/>
                    <a:gd name="connsiteX23" fmla="*/ 6867 w 31374"/>
                    <a:gd name="connsiteY23" fmla="*/ 8086 h 36303"/>
                    <a:gd name="connsiteX24" fmla="*/ 4846 w 31374"/>
                    <a:gd name="connsiteY24" fmla="*/ 12738 h 36303"/>
                    <a:gd name="connsiteX25" fmla="*/ 4181 w 31374"/>
                    <a:gd name="connsiteY25" fmla="*/ 18166 h 36303"/>
                    <a:gd name="connsiteX26" fmla="*/ 4929 w 31374"/>
                    <a:gd name="connsiteY26" fmla="*/ 24036 h 36303"/>
                    <a:gd name="connsiteX27" fmla="*/ 7117 w 31374"/>
                    <a:gd name="connsiteY27" fmla="*/ 28660 h 36303"/>
                    <a:gd name="connsiteX28" fmla="*/ 10717 w 31374"/>
                    <a:gd name="connsiteY28" fmla="*/ 31651 h 36303"/>
                    <a:gd name="connsiteX29" fmla="*/ 15701 w 31374"/>
                    <a:gd name="connsiteY29" fmla="*/ 32704 h 36303"/>
                    <a:gd name="connsiteX30" fmla="*/ 20962 w 31374"/>
                    <a:gd name="connsiteY30" fmla="*/ 31485 h 36303"/>
                    <a:gd name="connsiteX31" fmla="*/ 24534 w 31374"/>
                    <a:gd name="connsiteY31" fmla="*/ 28190 h 36303"/>
                    <a:gd name="connsiteX32" fmla="*/ 26556 w 31374"/>
                    <a:gd name="connsiteY32" fmla="*/ 23538 h 36303"/>
                    <a:gd name="connsiteX33" fmla="*/ 27220 w 31374"/>
                    <a:gd name="connsiteY33" fmla="*/ 18166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374" h="36303">
                      <a:moveTo>
                        <a:pt x="15729" y="36303"/>
                      </a:moveTo>
                      <a:cubicBezTo>
                        <a:pt x="13541" y="36248"/>
                        <a:pt x="11492" y="35860"/>
                        <a:pt x="9609" y="35113"/>
                      </a:cubicBezTo>
                      <a:cubicBezTo>
                        <a:pt x="7698" y="34365"/>
                        <a:pt x="6037" y="33230"/>
                        <a:pt x="4624" y="31735"/>
                      </a:cubicBezTo>
                      <a:cubicBezTo>
                        <a:pt x="3212" y="30239"/>
                        <a:pt x="2077" y="28356"/>
                        <a:pt x="1246" y="26085"/>
                      </a:cubicBezTo>
                      <a:cubicBezTo>
                        <a:pt x="415" y="23814"/>
                        <a:pt x="0" y="21184"/>
                        <a:pt x="0" y="18166"/>
                      </a:cubicBezTo>
                      <a:cubicBezTo>
                        <a:pt x="0" y="15646"/>
                        <a:pt x="332" y="13292"/>
                        <a:pt x="969" y="11077"/>
                      </a:cubicBezTo>
                      <a:cubicBezTo>
                        <a:pt x="1634" y="8889"/>
                        <a:pt x="2603" y="6978"/>
                        <a:pt x="3904" y="5317"/>
                      </a:cubicBezTo>
                      <a:cubicBezTo>
                        <a:pt x="5206" y="3655"/>
                        <a:pt x="6840" y="2381"/>
                        <a:pt x="8806" y="1440"/>
                      </a:cubicBezTo>
                      <a:cubicBezTo>
                        <a:pt x="10772" y="499"/>
                        <a:pt x="13070" y="0"/>
                        <a:pt x="15673" y="0"/>
                      </a:cubicBezTo>
                      <a:cubicBezTo>
                        <a:pt x="18276" y="0"/>
                        <a:pt x="20658" y="471"/>
                        <a:pt x="22624" y="1440"/>
                      </a:cubicBezTo>
                      <a:cubicBezTo>
                        <a:pt x="24590" y="2409"/>
                        <a:pt x="26224" y="3683"/>
                        <a:pt x="27525" y="5289"/>
                      </a:cubicBezTo>
                      <a:cubicBezTo>
                        <a:pt x="28827" y="6895"/>
                        <a:pt x="29796" y="8834"/>
                        <a:pt x="30433" y="11049"/>
                      </a:cubicBezTo>
                      <a:cubicBezTo>
                        <a:pt x="31070" y="13264"/>
                        <a:pt x="31374" y="15646"/>
                        <a:pt x="31374" y="18166"/>
                      </a:cubicBezTo>
                      <a:cubicBezTo>
                        <a:pt x="31374" y="20907"/>
                        <a:pt x="31014" y="23399"/>
                        <a:pt x="30267" y="25614"/>
                      </a:cubicBezTo>
                      <a:cubicBezTo>
                        <a:pt x="29519" y="27830"/>
                        <a:pt x="28467" y="29740"/>
                        <a:pt x="27082" y="31319"/>
                      </a:cubicBezTo>
                      <a:cubicBezTo>
                        <a:pt x="25697" y="32897"/>
                        <a:pt x="24036" y="34144"/>
                        <a:pt x="22098" y="35002"/>
                      </a:cubicBezTo>
                      <a:cubicBezTo>
                        <a:pt x="20159" y="35860"/>
                        <a:pt x="17999" y="36303"/>
                        <a:pt x="15646" y="36303"/>
                      </a:cubicBezTo>
                      <a:close/>
                      <a:moveTo>
                        <a:pt x="27248" y="18166"/>
                      </a:moveTo>
                      <a:cubicBezTo>
                        <a:pt x="27248" y="16117"/>
                        <a:pt x="27027" y="14233"/>
                        <a:pt x="26584" y="12461"/>
                      </a:cubicBezTo>
                      <a:cubicBezTo>
                        <a:pt x="26141" y="10689"/>
                        <a:pt x="25476" y="9138"/>
                        <a:pt x="24562" y="7837"/>
                      </a:cubicBezTo>
                      <a:cubicBezTo>
                        <a:pt x="23648" y="6535"/>
                        <a:pt x="22458" y="5511"/>
                        <a:pt x="21018" y="4735"/>
                      </a:cubicBezTo>
                      <a:cubicBezTo>
                        <a:pt x="19578" y="3988"/>
                        <a:pt x="17806" y="3600"/>
                        <a:pt x="15701" y="3600"/>
                      </a:cubicBezTo>
                      <a:cubicBezTo>
                        <a:pt x="13596" y="3600"/>
                        <a:pt x="11880" y="4015"/>
                        <a:pt x="10440" y="4818"/>
                      </a:cubicBezTo>
                      <a:cubicBezTo>
                        <a:pt x="8972" y="5649"/>
                        <a:pt x="7781" y="6729"/>
                        <a:pt x="6867" y="8086"/>
                      </a:cubicBezTo>
                      <a:cubicBezTo>
                        <a:pt x="5954" y="9443"/>
                        <a:pt x="5261" y="10993"/>
                        <a:pt x="4846" y="12738"/>
                      </a:cubicBezTo>
                      <a:cubicBezTo>
                        <a:pt x="4431" y="14483"/>
                        <a:pt x="4181" y="16283"/>
                        <a:pt x="4181" y="18166"/>
                      </a:cubicBezTo>
                      <a:cubicBezTo>
                        <a:pt x="4181" y="20298"/>
                        <a:pt x="4431" y="22264"/>
                        <a:pt x="4929" y="24036"/>
                      </a:cubicBezTo>
                      <a:cubicBezTo>
                        <a:pt x="5427" y="25836"/>
                        <a:pt x="6175" y="27359"/>
                        <a:pt x="7117" y="28660"/>
                      </a:cubicBezTo>
                      <a:cubicBezTo>
                        <a:pt x="8086" y="29935"/>
                        <a:pt x="9277" y="30931"/>
                        <a:pt x="10717" y="31651"/>
                      </a:cubicBezTo>
                      <a:cubicBezTo>
                        <a:pt x="12156" y="32371"/>
                        <a:pt x="13818" y="32704"/>
                        <a:pt x="15701" y="32704"/>
                      </a:cubicBezTo>
                      <a:cubicBezTo>
                        <a:pt x="17750" y="32704"/>
                        <a:pt x="19522" y="32288"/>
                        <a:pt x="20962" y="31485"/>
                      </a:cubicBezTo>
                      <a:cubicBezTo>
                        <a:pt x="22430" y="30655"/>
                        <a:pt x="23621" y="29574"/>
                        <a:pt x="24534" y="28190"/>
                      </a:cubicBezTo>
                      <a:cubicBezTo>
                        <a:pt x="25448" y="26805"/>
                        <a:pt x="26141" y="25254"/>
                        <a:pt x="26556" y="23538"/>
                      </a:cubicBezTo>
                      <a:cubicBezTo>
                        <a:pt x="26971" y="21821"/>
                        <a:pt x="27220" y="20021"/>
                        <a:pt x="27220" y="18166"/>
                      </a:cubicBezTo>
                      <a:close/>
                    </a:path>
                  </a:pathLst>
                </a:custGeom>
                <a:solidFill>
                  <a:srgbClr val="00B48D"/>
                </a:solidFill>
                <a:ln w="2767" cap="flat">
                  <a:noFill/>
                  <a:prstDash val="solid"/>
                  <a:miter/>
                </a:ln>
              </p:spPr>
              <p:txBody>
                <a:bodyPr rtlCol="0" anchor="ctr"/>
                <a:lstStyle/>
                <a:p>
                  <a:endParaRPr lang="en-US"/>
                </a:p>
              </p:txBody>
            </p:sp>
            <p:sp>
              <p:nvSpPr>
                <p:cNvPr id="3814" name="Freeform 3813">
                  <a:extLst>
                    <a:ext uri="{FF2B5EF4-FFF2-40B4-BE49-F238E27FC236}">
                      <a16:creationId xmlns:a16="http://schemas.microsoft.com/office/drawing/2014/main" id="{F21DE245-9C36-CB15-79A8-5DA6F48B9F75}"/>
                    </a:ext>
                  </a:extLst>
                </p:cNvPr>
                <p:cNvSpPr/>
                <p:nvPr/>
              </p:nvSpPr>
              <p:spPr>
                <a:xfrm>
                  <a:off x="3522387" y="4187453"/>
                  <a:ext cx="30515" cy="34420"/>
                </a:xfrm>
                <a:custGeom>
                  <a:avLst/>
                  <a:gdLst>
                    <a:gd name="connsiteX0" fmla="*/ 0 w 30515"/>
                    <a:gd name="connsiteY0" fmla="*/ 0 h 34420"/>
                    <a:gd name="connsiteX1" fmla="*/ 4265 w 30515"/>
                    <a:gd name="connsiteY1" fmla="*/ 0 h 34420"/>
                    <a:gd name="connsiteX2" fmla="*/ 15258 w 30515"/>
                    <a:gd name="connsiteY2" fmla="*/ 29519 h 34420"/>
                    <a:gd name="connsiteX3" fmla="*/ 26252 w 30515"/>
                    <a:gd name="connsiteY3" fmla="*/ 0 h 34420"/>
                    <a:gd name="connsiteX4" fmla="*/ 30516 w 30515"/>
                    <a:gd name="connsiteY4" fmla="*/ 0 h 34420"/>
                    <a:gd name="connsiteX5" fmla="*/ 17363 w 30515"/>
                    <a:gd name="connsiteY5" fmla="*/ 34420 h 34420"/>
                    <a:gd name="connsiteX6" fmla="*/ 12987 w 30515"/>
                    <a:gd name="connsiteY6" fmla="*/ 34420 h 34420"/>
                    <a:gd name="connsiteX7" fmla="*/ 28 w 30515"/>
                    <a:gd name="connsiteY7" fmla="*/ 0 h 3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5" h="34420">
                      <a:moveTo>
                        <a:pt x="0" y="0"/>
                      </a:moveTo>
                      <a:lnTo>
                        <a:pt x="4265" y="0"/>
                      </a:lnTo>
                      <a:lnTo>
                        <a:pt x="15258" y="29519"/>
                      </a:lnTo>
                      <a:lnTo>
                        <a:pt x="26252" y="0"/>
                      </a:lnTo>
                      <a:lnTo>
                        <a:pt x="30516" y="0"/>
                      </a:lnTo>
                      <a:lnTo>
                        <a:pt x="17363" y="34420"/>
                      </a:lnTo>
                      <a:lnTo>
                        <a:pt x="12987" y="34420"/>
                      </a:lnTo>
                      <a:lnTo>
                        <a:pt x="28" y="0"/>
                      </a:lnTo>
                      <a:close/>
                    </a:path>
                  </a:pathLst>
                </a:custGeom>
                <a:solidFill>
                  <a:srgbClr val="00B48D"/>
                </a:solidFill>
                <a:ln w="2767" cap="flat">
                  <a:noFill/>
                  <a:prstDash val="solid"/>
                  <a:miter/>
                </a:ln>
              </p:spPr>
              <p:txBody>
                <a:bodyPr rtlCol="0" anchor="ctr"/>
                <a:lstStyle/>
                <a:p>
                  <a:endParaRPr lang="en-US"/>
                </a:p>
              </p:txBody>
            </p:sp>
            <p:sp>
              <p:nvSpPr>
                <p:cNvPr id="3815" name="Freeform 3814">
                  <a:extLst>
                    <a:ext uri="{FF2B5EF4-FFF2-40B4-BE49-F238E27FC236}">
                      <a16:creationId xmlns:a16="http://schemas.microsoft.com/office/drawing/2014/main" id="{26EEA35A-32F1-B2BE-CCDC-E2AC1722EB64}"/>
                    </a:ext>
                  </a:extLst>
                </p:cNvPr>
                <p:cNvSpPr/>
                <p:nvPr/>
              </p:nvSpPr>
              <p:spPr>
                <a:xfrm>
                  <a:off x="3556973" y="4186539"/>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4 h 36303"/>
                    <a:gd name="connsiteX5" fmla="*/ 22209 w 30517"/>
                    <a:gd name="connsiteY5" fmla="*/ 30654 h 36303"/>
                    <a:gd name="connsiteX6" fmla="*/ 25864 w 30517"/>
                    <a:gd name="connsiteY6" fmla="*/ 24811 h 36303"/>
                    <a:gd name="connsiteX7" fmla="*/ 30239 w 30517"/>
                    <a:gd name="connsiteY7" fmla="*/ 24811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34 w 30517"/>
                    <a:gd name="connsiteY23" fmla="*/ 15729 h 36303"/>
                    <a:gd name="connsiteX24" fmla="*/ 25642 w 30517"/>
                    <a:gd name="connsiteY24" fmla="*/ 10966 h 36303"/>
                    <a:gd name="connsiteX25" fmla="*/ 23621 w 30517"/>
                    <a:gd name="connsiteY25" fmla="*/ 7117 h 36303"/>
                    <a:gd name="connsiteX26" fmla="*/ 20242 w 30517"/>
                    <a:gd name="connsiteY26" fmla="*/ 4514 h 36303"/>
                    <a:gd name="connsiteX27" fmla="*/ 15590 w 30517"/>
                    <a:gd name="connsiteY27" fmla="*/ 3545 h 36303"/>
                    <a:gd name="connsiteX28" fmla="*/ 10966 w 30517"/>
                    <a:gd name="connsiteY28" fmla="*/ 4541 h 36303"/>
                    <a:gd name="connsiteX29" fmla="*/ 7560 w 30517"/>
                    <a:gd name="connsiteY29" fmla="*/ 7200 h 36303"/>
                    <a:gd name="connsiteX30" fmla="*/ 5289 w 30517"/>
                    <a:gd name="connsiteY30" fmla="*/ 11049 h 36303"/>
                    <a:gd name="connsiteX31" fmla="*/ 4181 w 30517"/>
                    <a:gd name="connsiteY31" fmla="*/ 15701 h 36303"/>
                    <a:gd name="connsiteX32" fmla="*/ 26307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16"/>
                        <a:pt x="13707" y="32704"/>
                        <a:pt x="15590" y="32704"/>
                      </a:cubicBezTo>
                      <a:cubicBezTo>
                        <a:pt x="18166" y="32704"/>
                        <a:pt x="20381" y="32011"/>
                        <a:pt x="22209" y="30654"/>
                      </a:cubicBezTo>
                      <a:cubicBezTo>
                        <a:pt x="24036" y="29297"/>
                        <a:pt x="25255" y="27331"/>
                        <a:pt x="25864" y="24811"/>
                      </a:cubicBezTo>
                      <a:lnTo>
                        <a:pt x="30239" y="24811"/>
                      </a:lnTo>
                      <a:cubicBezTo>
                        <a:pt x="29768" y="26445"/>
                        <a:pt x="29131" y="27968"/>
                        <a:pt x="28328" y="29353"/>
                      </a:cubicBezTo>
                      <a:cubicBezTo>
                        <a:pt x="27525" y="30737"/>
                        <a:pt x="26556" y="31956"/>
                        <a:pt x="25393" y="33008"/>
                      </a:cubicBezTo>
                      <a:cubicBezTo>
                        <a:pt x="24202" y="34060"/>
                        <a:pt x="22818" y="34863"/>
                        <a:pt x="21212" y="35445"/>
                      </a:cubicBezTo>
                      <a:cubicBezTo>
                        <a:pt x="19606" y="36026"/>
                        <a:pt x="17723" y="36303"/>
                        <a:pt x="15590" y="36303"/>
                      </a:cubicBezTo>
                      <a:cubicBezTo>
                        <a:pt x="12877" y="36303"/>
                        <a:pt x="10550" y="35833"/>
                        <a:pt x="8584" y="34919"/>
                      </a:cubicBezTo>
                      <a:cubicBezTo>
                        <a:pt x="6618" y="33977"/>
                        <a:pt x="5012" y="32704"/>
                        <a:pt x="3738" y="31097"/>
                      </a:cubicBezTo>
                      <a:cubicBezTo>
                        <a:pt x="2465" y="29491"/>
                        <a:pt x="1523" y="27580"/>
                        <a:pt x="914" y="25393"/>
                      </a:cubicBezTo>
                      <a:cubicBezTo>
                        <a:pt x="305" y="23205"/>
                        <a:pt x="0" y="20852"/>
                        <a:pt x="0" y="18304"/>
                      </a:cubicBezTo>
                      <a:cubicBezTo>
                        <a:pt x="0" y="15757"/>
                        <a:pt x="360" y="13403"/>
                        <a:pt x="1080" y="11187"/>
                      </a:cubicBezTo>
                      <a:cubicBezTo>
                        <a:pt x="1800" y="8972"/>
                        <a:pt x="2825" y="7034"/>
                        <a:pt x="4154" y="5372"/>
                      </a:cubicBezTo>
                      <a:cubicBezTo>
                        <a:pt x="5483" y="3711"/>
                        <a:pt x="7117" y="2409"/>
                        <a:pt x="9027" y="1440"/>
                      </a:cubicBezTo>
                      <a:cubicBezTo>
                        <a:pt x="10938" y="471"/>
                        <a:pt x="13126" y="0"/>
                        <a:pt x="15590" y="0"/>
                      </a:cubicBezTo>
                      <a:cubicBezTo>
                        <a:pt x="20270" y="0"/>
                        <a:pt x="23925" y="1634"/>
                        <a:pt x="26584" y="4874"/>
                      </a:cubicBezTo>
                      <a:cubicBezTo>
                        <a:pt x="29242" y="8114"/>
                        <a:pt x="30571" y="12849"/>
                        <a:pt x="30516" y="19052"/>
                      </a:cubicBezTo>
                      <a:lnTo>
                        <a:pt x="4181" y="19052"/>
                      </a:lnTo>
                      <a:close/>
                      <a:moveTo>
                        <a:pt x="26334" y="15729"/>
                      </a:moveTo>
                      <a:cubicBezTo>
                        <a:pt x="26334" y="14039"/>
                        <a:pt x="26113" y="12461"/>
                        <a:pt x="25642" y="10966"/>
                      </a:cubicBezTo>
                      <a:cubicBezTo>
                        <a:pt x="25172" y="9471"/>
                        <a:pt x="24507" y="8197"/>
                        <a:pt x="23621" y="7117"/>
                      </a:cubicBezTo>
                      <a:cubicBezTo>
                        <a:pt x="22735" y="6037"/>
                        <a:pt x="21599" y="5178"/>
                        <a:pt x="20242" y="4514"/>
                      </a:cubicBezTo>
                      <a:cubicBezTo>
                        <a:pt x="18886" y="3877"/>
                        <a:pt x="17335" y="3545"/>
                        <a:pt x="15590" y="3545"/>
                      </a:cubicBezTo>
                      <a:cubicBezTo>
                        <a:pt x="13846" y="3545"/>
                        <a:pt x="12295" y="3877"/>
                        <a:pt x="10966" y="4541"/>
                      </a:cubicBezTo>
                      <a:cubicBezTo>
                        <a:pt x="9637" y="5206"/>
                        <a:pt x="8501" y="6092"/>
                        <a:pt x="7560" y="7200"/>
                      </a:cubicBezTo>
                      <a:cubicBezTo>
                        <a:pt x="6618" y="8307"/>
                        <a:pt x="5871" y="9581"/>
                        <a:pt x="5289" y="11049"/>
                      </a:cubicBezTo>
                      <a:cubicBezTo>
                        <a:pt x="4708" y="12517"/>
                        <a:pt x="4348" y="14067"/>
                        <a:pt x="4181" y="15701"/>
                      </a:cubicBezTo>
                      <a:lnTo>
                        <a:pt x="26307" y="15701"/>
                      </a:lnTo>
                      <a:close/>
                    </a:path>
                  </a:pathLst>
                </a:custGeom>
                <a:solidFill>
                  <a:srgbClr val="00B48D"/>
                </a:solidFill>
                <a:ln w="2767" cap="flat">
                  <a:noFill/>
                  <a:prstDash val="solid"/>
                  <a:miter/>
                </a:ln>
              </p:spPr>
              <p:txBody>
                <a:bodyPr rtlCol="0" anchor="ctr"/>
                <a:lstStyle/>
                <a:p>
                  <a:endParaRPr lang="en-US"/>
                </a:p>
              </p:txBody>
            </p:sp>
            <p:sp>
              <p:nvSpPr>
                <p:cNvPr id="3816" name="Freeform 3815">
                  <a:extLst>
                    <a:ext uri="{FF2B5EF4-FFF2-40B4-BE49-F238E27FC236}">
                      <a16:creationId xmlns:a16="http://schemas.microsoft.com/office/drawing/2014/main" id="{2CD1CDD3-2C7D-3F90-0331-D37F9FE06723}"/>
                    </a:ext>
                  </a:extLst>
                </p:cNvPr>
                <p:cNvSpPr/>
                <p:nvPr/>
              </p:nvSpPr>
              <p:spPr>
                <a:xfrm>
                  <a:off x="3595741" y="4174023"/>
                  <a:ext cx="3932" cy="47850"/>
                </a:xfrm>
                <a:custGeom>
                  <a:avLst/>
                  <a:gdLst>
                    <a:gd name="connsiteX0" fmla="*/ 0 w 3932"/>
                    <a:gd name="connsiteY0" fmla="*/ 47851 h 47850"/>
                    <a:gd name="connsiteX1" fmla="*/ 0 w 3932"/>
                    <a:gd name="connsiteY1" fmla="*/ 0 h 47850"/>
                    <a:gd name="connsiteX2" fmla="*/ 3932 w 3932"/>
                    <a:gd name="connsiteY2" fmla="*/ 0 h 47850"/>
                    <a:gd name="connsiteX3" fmla="*/ 3932 w 3932"/>
                    <a:gd name="connsiteY3" fmla="*/ 47851 h 47850"/>
                    <a:gd name="connsiteX4" fmla="*/ 0 w 3932"/>
                    <a:gd name="connsiteY4" fmla="*/ 47851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2" h="47850">
                      <a:moveTo>
                        <a:pt x="0" y="47851"/>
                      </a:moveTo>
                      <a:lnTo>
                        <a:pt x="0" y="0"/>
                      </a:lnTo>
                      <a:lnTo>
                        <a:pt x="3932" y="0"/>
                      </a:lnTo>
                      <a:lnTo>
                        <a:pt x="3932" y="47851"/>
                      </a:lnTo>
                      <a:lnTo>
                        <a:pt x="0" y="47851"/>
                      </a:lnTo>
                      <a:close/>
                    </a:path>
                  </a:pathLst>
                </a:custGeom>
                <a:solidFill>
                  <a:srgbClr val="00B48D"/>
                </a:solidFill>
                <a:ln w="2767" cap="flat">
                  <a:noFill/>
                  <a:prstDash val="solid"/>
                  <a:miter/>
                </a:ln>
              </p:spPr>
              <p:txBody>
                <a:bodyPr rtlCol="0" anchor="ctr"/>
                <a:lstStyle/>
                <a:p>
                  <a:endParaRPr lang="en-US"/>
                </a:p>
              </p:txBody>
            </p:sp>
            <p:sp>
              <p:nvSpPr>
                <p:cNvPr id="3817" name="Freeform 3816">
                  <a:extLst>
                    <a:ext uri="{FF2B5EF4-FFF2-40B4-BE49-F238E27FC236}">
                      <a16:creationId xmlns:a16="http://schemas.microsoft.com/office/drawing/2014/main" id="{2710330B-7E5B-542F-0847-1B34C26B4939}"/>
                    </a:ext>
                  </a:extLst>
                </p:cNvPr>
                <p:cNvSpPr/>
                <p:nvPr/>
              </p:nvSpPr>
              <p:spPr>
                <a:xfrm>
                  <a:off x="3628306" y="4173995"/>
                  <a:ext cx="4319" cy="47878"/>
                </a:xfrm>
                <a:custGeom>
                  <a:avLst/>
                  <a:gdLst>
                    <a:gd name="connsiteX0" fmla="*/ 0 w 4319"/>
                    <a:gd name="connsiteY0" fmla="*/ 5926 h 47878"/>
                    <a:gd name="connsiteX1" fmla="*/ 0 w 4319"/>
                    <a:gd name="connsiteY1" fmla="*/ 0 h 47878"/>
                    <a:gd name="connsiteX2" fmla="*/ 4320 w 4319"/>
                    <a:gd name="connsiteY2" fmla="*/ 0 h 47878"/>
                    <a:gd name="connsiteX3" fmla="*/ 4320 w 4319"/>
                    <a:gd name="connsiteY3" fmla="*/ 5926 h 47878"/>
                    <a:gd name="connsiteX4" fmla="*/ 0 w 4319"/>
                    <a:gd name="connsiteY4" fmla="*/ 5926 h 47878"/>
                    <a:gd name="connsiteX5" fmla="*/ 194 w 4319"/>
                    <a:gd name="connsiteY5" fmla="*/ 47878 h 47878"/>
                    <a:gd name="connsiteX6" fmla="*/ 194 w 4319"/>
                    <a:gd name="connsiteY6" fmla="*/ 13458 h 47878"/>
                    <a:gd name="connsiteX7" fmla="*/ 4126 w 4319"/>
                    <a:gd name="connsiteY7" fmla="*/ 13458 h 47878"/>
                    <a:gd name="connsiteX8" fmla="*/ 4126 w 4319"/>
                    <a:gd name="connsiteY8" fmla="*/ 47878 h 47878"/>
                    <a:gd name="connsiteX9" fmla="*/ 194 w 4319"/>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 h="47878">
                      <a:moveTo>
                        <a:pt x="0" y="5926"/>
                      </a:moveTo>
                      <a:lnTo>
                        <a:pt x="0" y="0"/>
                      </a:lnTo>
                      <a:lnTo>
                        <a:pt x="4320" y="0"/>
                      </a:lnTo>
                      <a:lnTo>
                        <a:pt x="4320" y="5926"/>
                      </a:lnTo>
                      <a:lnTo>
                        <a:pt x="0" y="5926"/>
                      </a:lnTo>
                      <a:close/>
                      <a:moveTo>
                        <a:pt x="194" y="47878"/>
                      </a:moveTo>
                      <a:lnTo>
                        <a:pt x="194" y="13458"/>
                      </a:lnTo>
                      <a:lnTo>
                        <a:pt x="4126" y="13458"/>
                      </a:lnTo>
                      <a:lnTo>
                        <a:pt x="4126" y="47878"/>
                      </a:lnTo>
                      <a:lnTo>
                        <a:pt x="194" y="47878"/>
                      </a:lnTo>
                      <a:close/>
                    </a:path>
                  </a:pathLst>
                </a:custGeom>
                <a:solidFill>
                  <a:srgbClr val="00B48D"/>
                </a:solidFill>
                <a:ln w="2767" cap="flat">
                  <a:noFill/>
                  <a:prstDash val="solid"/>
                  <a:miter/>
                </a:ln>
              </p:spPr>
              <p:txBody>
                <a:bodyPr rtlCol="0" anchor="ctr"/>
                <a:lstStyle/>
                <a:p>
                  <a:endParaRPr lang="en-US"/>
                </a:p>
              </p:txBody>
            </p:sp>
            <p:sp>
              <p:nvSpPr>
                <p:cNvPr id="3818" name="Freeform 3817">
                  <a:extLst>
                    <a:ext uri="{FF2B5EF4-FFF2-40B4-BE49-F238E27FC236}">
                      <a16:creationId xmlns:a16="http://schemas.microsoft.com/office/drawing/2014/main" id="{5E4D486E-77B7-945A-6CA3-2840E05F4066}"/>
                    </a:ext>
                  </a:extLst>
                </p:cNvPr>
                <p:cNvSpPr/>
                <p:nvPr/>
              </p:nvSpPr>
              <p:spPr>
                <a:xfrm>
                  <a:off x="3638995" y="4177872"/>
                  <a:ext cx="15368" cy="44942"/>
                </a:xfrm>
                <a:custGeom>
                  <a:avLst/>
                  <a:gdLst>
                    <a:gd name="connsiteX0" fmla="*/ 15369 w 15368"/>
                    <a:gd name="connsiteY0" fmla="*/ 44140 h 44942"/>
                    <a:gd name="connsiteX1" fmla="*/ 13458 w 15368"/>
                    <a:gd name="connsiteY1" fmla="*/ 44611 h 44942"/>
                    <a:gd name="connsiteX2" fmla="*/ 10827 w 15368"/>
                    <a:gd name="connsiteY2" fmla="*/ 44943 h 44942"/>
                    <a:gd name="connsiteX3" fmla="*/ 6341 w 15368"/>
                    <a:gd name="connsiteY3" fmla="*/ 43448 h 44942"/>
                    <a:gd name="connsiteX4" fmla="*/ 4791 w 15368"/>
                    <a:gd name="connsiteY4" fmla="*/ 38103 h 44942"/>
                    <a:gd name="connsiteX5" fmla="*/ 4791 w 15368"/>
                    <a:gd name="connsiteY5" fmla="*/ 12904 h 44942"/>
                    <a:gd name="connsiteX6" fmla="*/ 0 w 15368"/>
                    <a:gd name="connsiteY6" fmla="*/ 12904 h 44942"/>
                    <a:gd name="connsiteX7" fmla="*/ 0 w 15368"/>
                    <a:gd name="connsiteY7" fmla="*/ 9581 h 44942"/>
                    <a:gd name="connsiteX8" fmla="*/ 4791 w 15368"/>
                    <a:gd name="connsiteY8" fmla="*/ 9581 h 44942"/>
                    <a:gd name="connsiteX9" fmla="*/ 4791 w 15368"/>
                    <a:gd name="connsiteY9" fmla="*/ 0 h 44942"/>
                    <a:gd name="connsiteX10" fmla="*/ 8723 w 15368"/>
                    <a:gd name="connsiteY10" fmla="*/ 0 h 44942"/>
                    <a:gd name="connsiteX11" fmla="*/ 8723 w 15368"/>
                    <a:gd name="connsiteY11" fmla="*/ 9581 h 44942"/>
                    <a:gd name="connsiteX12" fmla="*/ 15064 w 15368"/>
                    <a:gd name="connsiteY12" fmla="*/ 9581 h 44942"/>
                    <a:gd name="connsiteX13" fmla="*/ 15064 w 15368"/>
                    <a:gd name="connsiteY13" fmla="*/ 12904 h 44942"/>
                    <a:gd name="connsiteX14" fmla="*/ 8723 w 15368"/>
                    <a:gd name="connsiteY14" fmla="*/ 12904 h 44942"/>
                    <a:gd name="connsiteX15" fmla="*/ 8723 w 15368"/>
                    <a:gd name="connsiteY15" fmla="*/ 36497 h 44942"/>
                    <a:gd name="connsiteX16" fmla="*/ 8778 w 15368"/>
                    <a:gd name="connsiteY16" fmla="*/ 38685 h 44942"/>
                    <a:gd name="connsiteX17" fmla="*/ 9166 w 15368"/>
                    <a:gd name="connsiteY17" fmla="*/ 40208 h 44942"/>
                    <a:gd name="connsiteX18" fmla="*/ 10190 w 15368"/>
                    <a:gd name="connsiteY18" fmla="*/ 41066 h 44942"/>
                    <a:gd name="connsiteX19" fmla="*/ 12129 w 15368"/>
                    <a:gd name="connsiteY19" fmla="*/ 41343 h 44942"/>
                    <a:gd name="connsiteX20" fmla="*/ 13735 w 15368"/>
                    <a:gd name="connsiteY20" fmla="*/ 41205 h 44942"/>
                    <a:gd name="connsiteX21" fmla="*/ 15341 w 15368"/>
                    <a:gd name="connsiteY21" fmla="*/ 40872 h 44942"/>
                    <a:gd name="connsiteX22" fmla="*/ 15341 w 15368"/>
                    <a:gd name="connsiteY22" fmla="*/ 44140 h 4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368" h="44942">
                      <a:moveTo>
                        <a:pt x="15369" y="44140"/>
                      </a:moveTo>
                      <a:cubicBezTo>
                        <a:pt x="14898" y="44223"/>
                        <a:pt x="14261" y="44389"/>
                        <a:pt x="13458" y="44611"/>
                      </a:cubicBezTo>
                      <a:cubicBezTo>
                        <a:pt x="12655" y="44832"/>
                        <a:pt x="11796" y="44943"/>
                        <a:pt x="10827" y="44943"/>
                      </a:cubicBezTo>
                      <a:cubicBezTo>
                        <a:pt x="8861" y="44943"/>
                        <a:pt x="7366" y="44445"/>
                        <a:pt x="6341" y="43448"/>
                      </a:cubicBezTo>
                      <a:cubicBezTo>
                        <a:pt x="5317" y="42451"/>
                        <a:pt x="4791" y="40679"/>
                        <a:pt x="4791" y="38103"/>
                      </a:cubicBezTo>
                      <a:lnTo>
                        <a:pt x="4791" y="12904"/>
                      </a:lnTo>
                      <a:lnTo>
                        <a:pt x="0" y="12904"/>
                      </a:lnTo>
                      <a:lnTo>
                        <a:pt x="0" y="9581"/>
                      </a:lnTo>
                      <a:lnTo>
                        <a:pt x="4791" y="9581"/>
                      </a:lnTo>
                      <a:lnTo>
                        <a:pt x="4791" y="0"/>
                      </a:lnTo>
                      <a:lnTo>
                        <a:pt x="8723" y="0"/>
                      </a:lnTo>
                      <a:lnTo>
                        <a:pt x="8723" y="9581"/>
                      </a:lnTo>
                      <a:lnTo>
                        <a:pt x="15064" y="9581"/>
                      </a:lnTo>
                      <a:lnTo>
                        <a:pt x="15064" y="12904"/>
                      </a:lnTo>
                      <a:lnTo>
                        <a:pt x="8723" y="12904"/>
                      </a:lnTo>
                      <a:lnTo>
                        <a:pt x="8723" y="36497"/>
                      </a:lnTo>
                      <a:cubicBezTo>
                        <a:pt x="8723" y="37328"/>
                        <a:pt x="8723" y="38076"/>
                        <a:pt x="8778" y="38685"/>
                      </a:cubicBezTo>
                      <a:cubicBezTo>
                        <a:pt x="8833" y="39294"/>
                        <a:pt x="8944" y="39820"/>
                        <a:pt x="9166" y="40208"/>
                      </a:cubicBezTo>
                      <a:cubicBezTo>
                        <a:pt x="9387" y="40596"/>
                        <a:pt x="9720" y="40900"/>
                        <a:pt x="10190" y="41066"/>
                      </a:cubicBezTo>
                      <a:cubicBezTo>
                        <a:pt x="10661" y="41232"/>
                        <a:pt x="11298" y="41343"/>
                        <a:pt x="12129" y="41343"/>
                      </a:cubicBezTo>
                      <a:cubicBezTo>
                        <a:pt x="12655" y="41343"/>
                        <a:pt x="13181" y="41288"/>
                        <a:pt x="13735" y="41205"/>
                      </a:cubicBezTo>
                      <a:cubicBezTo>
                        <a:pt x="14289" y="41122"/>
                        <a:pt x="14815" y="41011"/>
                        <a:pt x="15341" y="40872"/>
                      </a:cubicBezTo>
                      <a:lnTo>
                        <a:pt x="15341" y="44140"/>
                      </a:lnTo>
                      <a:close/>
                    </a:path>
                  </a:pathLst>
                </a:custGeom>
                <a:solidFill>
                  <a:srgbClr val="00B48D"/>
                </a:solidFill>
                <a:ln w="2767" cap="flat">
                  <a:noFill/>
                  <a:prstDash val="solid"/>
                  <a:miter/>
                </a:ln>
              </p:spPr>
              <p:txBody>
                <a:bodyPr rtlCol="0" anchor="ctr"/>
                <a:lstStyle/>
                <a:p>
                  <a:endParaRPr lang="en-US"/>
                </a:p>
              </p:txBody>
            </p:sp>
            <p:sp>
              <p:nvSpPr>
                <p:cNvPr id="3819" name="Freeform 3818">
                  <a:extLst>
                    <a:ext uri="{FF2B5EF4-FFF2-40B4-BE49-F238E27FC236}">
                      <a16:creationId xmlns:a16="http://schemas.microsoft.com/office/drawing/2014/main" id="{5B35C6B5-1A16-E8B0-D912-4E94A65889BC}"/>
                    </a:ext>
                  </a:extLst>
                </p:cNvPr>
                <p:cNvSpPr/>
                <p:nvPr/>
              </p:nvSpPr>
              <p:spPr>
                <a:xfrm>
                  <a:off x="3658905" y="4186539"/>
                  <a:ext cx="30517" cy="36303"/>
                </a:xfrm>
                <a:custGeom>
                  <a:avLst/>
                  <a:gdLst>
                    <a:gd name="connsiteX0" fmla="*/ 4181 w 30517"/>
                    <a:gd name="connsiteY0" fmla="*/ 19052 h 36303"/>
                    <a:gd name="connsiteX1" fmla="*/ 4901 w 30517"/>
                    <a:gd name="connsiteY1" fmla="*/ 24341 h 36303"/>
                    <a:gd name="connsiteX2" fmla="*/ 7034 w 30517"/>
                    <a:gd name="connsiteY2" fmla="*/ 28660 h 36303"/>
                    <a:gd name="connsiteX3" fmla="*/ 10606 w 30517"/>
                    <a:gd name="connsiteY3" fmla="*/ 31596 h 36303"/>
                    <a:gd name="connsiteX4" fmla="*/ 15590 w 30517"/>
                    <a:gd name="connsiteY4" fmla="*/ 32704 h 36303"/>
                    <a:gd name="connsiteX5" fmla="*/ 22209 w 30517"/>
                    <a:gd name="connsiteY5" fmla="*/ 30654 h 36303"/>
                    <a:gd name="connsiteX6" fmla="*/ 25864 w 30517"/>
                    <a:gd name="connsiteY6" fmla="*/ 24811 h 36303"/>
                    <a:gd name="connsiteX7" fmla="*/ 30239 w 30517"/>
                    <a:gd name="connsiteY7" fmla="*/ 24811 h 36303"/>
                    <a:gd name="connsiteX8" fmla="*/ 28328 w 30517"/>
                    <a:gd name="connsiteY8" fmla="*/ 29353 h 36303"/>
                    <a:gd name="connsiteX9" fmla="*/ 25393 w 30517"/>
                    <a:gd name="connsiteY9" fmla="*/ 33008 h 36303"/>
                    <a:gd name="connsiteX10" fmla="*/ 21212 w 30517"/>
                    <a:gd name="connsiteY10" fmla="*/ 35445 h 36303"/>
                    <a:gd name="connsiteX11" fmla="*/ 15590 w 30517"/>
                    <a:gd name="connsiteY11" fmla="*/ 36303 h 36303"/>
                    <a:gd name="connsiteX12" fmla="*/ 8584 w 30517"/>
                    <a:gd name="connsiteY12" fmla="*/ 34919 h 36303"/>
                    <a:gd name="connsiteX13" fmla="*/ 3738 w 30517"/>
                    <a:gd name="connsiteY13" fmla="*/ 31097 h 36303"/>
                    <a:gd name="connsiteX14" fmla="*/ 914 w 30517"/>
                    <a:gd name="connsiteY14" fmla="*/ 25393 h 36303"/>
                    <a:gd name="connsiteX15" fmla="*/ 0 w 30517"/>
                    <a:gd name="connsiteY15" fmla="*/ 18304 h 36303"/>
                    <a:gd name="connsiteX16" fmla="*/ 1080 w 30517"/>
                    <a:gd name="connsiteY16" fmla="*/ 11187 h 36303"/>
                    <a:gd name="connsiteX17" fmla="*/ 4154 w 30517"/>
                    <a:gd name="connsiteY17" fmla="*/ 5372 h 36303"/>
                    <a:gd name="connsiteX18" fmla="*/ 9027 w 30517"/>
                    <a:gd name="connsiteY18" fmla="*/ 1440 h 36303"/>
                    <a:gd name="connsiteX19" fmla="*/ 15590 w 30517"/>
                    <a:gd name="connsiteY19" fmla="*/ 0 h 36303"/>
                    <a:gd name="connsiteX20" fmla="*/ 26584 w 30517"/>
                    <a:gd name="connsiteY20" fmla="*/ 4874 h 36303"/>
                    <a:gd name="connsiteX21" fmla="*/ 30516 w 30517"/>
                    <a:gd name="connsiteY21" fmla="*/ 19052 h 36303"/>
                    <a:gd name="connsiteX22" fmla="*/ 4181 w 30517"/>
                    <a:gd name="connsiteY22" fmla="*/ 19052 h 36303"/>
                    <a:gd name="connsiteX23" fmla="*/ 26307 w 30517"/>
                    <a:gd name="connsiteY23" fmla="*/ 15729 h 36303"/>
                    <a:gd name="connsiteX24" fmla="*/ 25614 w 30517"/>
                    <a:gd name="connsiteY24" fmla="*/ 10966 h 36303"/>
                    <a:gd name="connsiteX25" fmla="*/ 23593 w 30517"/>
                    <a:gd name="connsiteY25" fmla="*/ 7117 h 36303"/>
                    <a:gd name="connsiteX26" fmla="*/ 20215 w 30517"/>
                    <a:gd name="connsiteY26" fmla="*/ 4514 h 36303"/>
                    <a:gd name="connsiteX27" fmla="*/ 15563 w 30517"/>
                    <a:gd name="connsiteY27" fmla="*/ 3545 h 36303"/>
                    <a:gd name="connsiteX28" fmla="*/ 10938 w 30517"/>
                    <a:gd name="connsiteY28" fmla="*/ 4541 h 36303"/>
                    <a:gd name="connsiteX29" fmla="*/ 7532 w 30517"/>
                    <a:gd name="connsiteY29" fmla="*/ 7200 h 36303"/>
                    <a:gd name="connsiteX30" fmla="*/ 5261 w 30517"/>
                    <a:gd name="connsiteY30" fmla="*/ 11049 h 36303"/>
                    <a:gd name="connsiteX31" fmla="*/ 4154 w 30517"/>
                    <a:gd name="connsiteY31" fmla="*/ 15701 h 36303"/>
                    <a:gd name="connsiteX32" fmla="*/ 26279 w 30517"/>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517" h="36303">
                      <a:moveTo>
                        <a:pt x="4181" y="19052"/>
                      </a:moveTo>
                      <a:cubicBezTo>
                        <a:pt x="4181" y="20907"/>
                        <a:pt x="4431" y="22679"/>
                        <a:pt x="4901" y="24341"/>
                      </a:cubicBezTo>
                      <a:cubicBezTo>
                        <a:pt x="5372" y="26002"/>
                        <a:pt x="6092" y="27442"/>
                        <a:pt x="7034" y="28660"/>
                      </a:cubicBezTo>
                      <a:cubicBezTo>
                        <a:pt x="7975" y="29879"/>
                        <a:pt x="9166" y="30848"/>
                        <a:pt x="10606" y="31596"/>
                      </a:cubicBezTo>
                      <a:cubicBezTo>
                        <a:pt x="12046" y="32316"/>
                        <a:pt x="13707" y="32704"/>
                        <a:pt x="15590" y="32704"/>
                      </a:cubicBezTo>
                      <a:cubicBezTo>
                        <a:pt x="18166" y="32704"/>
                        <a:pt x="20381" y="32011"/>
                        <a:pt x="22209" y="30654"/>
                      </a:cubicBezTo>
                      <a:cubicBezTo>
                        <a:pt x="24036" y="29297"/>
                        <a:pt x="25255" y="27331"/>
                        <a:pt x="25864" y="24811"/>
                      </a:cubicBezTo>
                      <a:lnTo>
                        <a:pt x="30239" y="24811"/>
                      </a:lnTo>
                      <a:cubicBezTo>
                        <a:pt x="29768" y="26445"/>
                        <a:pt x="29131" y="27968"/>
                        <a:pt x="28328" y="29353"/>
                      </a:cubicBezTo>
                      <a:cubicBezTo>
                        <a:pt x="27525" y="30737"/>
                        <a:pt x="26556" y="31956"/>
                        <a:pt x="25393" y="33008"/>
                      </a:cubicBezTo>
                      <a:cubicBezTo>
                        <a:pt x="24202" y="34060"/>
                        <a:pt x="22818" y="34863"/>
                        <a:pt x="21212" y="35445"/>
                      </a:cubicBezTo>
                      <a:cubicBezTo>
                        <a:pt x="19606" y="36026"/>
                        <a:pt x="17723" y="36303"/>
                        <a:pt x="15590" y="36303"/>
                      </a:cubicBezTo>
                      <a:cubicBezTo>
                        <a:pt x="12877" y="36303"/>
                        <a:pt x="10551" y="35833"/>
                        <a:pt x="8584" y="34919"/>
                      </a:cubicBezTo>
                      <a:cubicBezTo>
                        <a:pt x="6618" y="33977"/>
                        <a:pt x="5012" y="32704"/>
                        <a:pt x="3738" y="31097"/>
                      </a:cubicBezTo>
                      <a:cubicBezTo>
                        <a:pt x="2465" y="29491"/>
                        <a:pt x="1523" y="27580"/>
                        <a:pt x="914" y="25393"/>
                      </a:cubicBezTo>
                      <a:cubicBezTo>
                        <a:pt x="305" y="23205"/>
                        <a:pt x="0" y="20852"/>
                        <a:pt x="0" y="18304"/>
                      </a:cubicBezTo>
                      <a:cubicBezTo>
                        <a:pt x="0" y="15757"/>
                        <a:pt x="360" y="13403"/>
                        <a:pt x="1080" y="11187"/>
                      </a:cubicBezTo>
                      <a:cubicBezTo>
                        <a:pt x="1800" y="8972"/>
                        <a:pt x="2825" y="7034"/>
                        <a:pt x="4154" y="5372"/>
                      </a:cubicBezTo>
                      <a:cubicBezTo>
                        <a:pt x="5483" y="3711"/>
                        <a:pt x="7117" y="2409"/>
                        <a:pt x="9027" y="1440"/>
                      </a:cubicBezTo>
                      <a:cubicBezTo>
                        <a:pt x="10938" y="471"/>
                        <a:pt x="13126" y="0"/>
                        <a:pt x="15590" y="0"/>
                      </a:cubicBezTo>
                      <a:cubicBezTo>
                        <a:pt x="20270" y="0"/>
                        <a:pt x="23925" y="1634"/>
                        <a:pt x="26584" y="4874"/>
                      </a:cubicBezTo>
                      <a:cubicBezTo>
                        <a:pt x="29242" y="8114"/>
                        <a:pt x="30571" y="12849"/>
                        <a:pt x="30516" y="19052"/>
                      </a:cubicBezTo>
                      <a:lnTo>
                        <a:pt x="4181" y="19052"/>
                      </a:lnTo>
                      <a:close/>
                      <a:moveTo>
                        <a:pt x="26307" y="15729"/>
                      </a:moveTo>
                      <a:cubicBezTo>
                        <a:pt x="26307" y="14039"/>
                        <a:pt x="26085" y="12461"/>
                        <a:pt x="25614" y="10966"/>
                      </a:cubicBezTo>
                      <a:cubicBezTo>
                        <a:pt x="25144" y="9471"/>
                        <a:pt x="24479" y="8197"/>
                        <a:pt x="23593" y="7117"/>
                      </a:cubicBezTo>
                      <a:cubicBezTo>
                        <a:pt x="22707" y="6037"/>
                        <a:pt x="21572" y="5178"/>
                        <a:pt x="20215" y="4514"/>
                      </a:cubicBezTo>
                      <a:cubicBezTo>
                        <a:pt x="18858" y="3877"/>
                        <a:pt x="17307" y="3545"/>
                        <a:pt x="15563" y="3545"/>
                      </a:cubicBezTo>
                      <a:cubicBezTo>
                        <a:pt x="13818" y="3545"/>
                        <a:pt x="12267" y="3877"/>
                        <a:pt x="10938" y="4541"/>
                      </a:cubicBezTo>
                      <a:cubicBezTo>
                        <a:pt x="9609" y="5206"/>
                        <a:pt x="8474" y="6092"/>
                        <a:pt x="7532" y="7200"/>
                      </a:cubicBezTo>
                      <a:cubicBezTo>
                        <a:pt x="6591" y="8307"/>
                        <a:pt x="5843" y="9581"/>
                        <a:pt x="5261" y="11049"/>
                      </a:cubicBezTo>
                      <a:cubicBezTo>
                        <a:pt x="4680" y="12517"/>
                        <a:pt x="4320" y="14067"/>
                        <a:pt x="4154" y="15701"/>
                      </a:cubicBezTo>
                      <a:lnTo>
                        <a:pt x="26279" y="15701"/>
                      </a:lnTo>
                      <a:close/>
                    </a:path>
                  </a:pathLst>
                </a:custGeom>
                <a:solidFill>
                  <a:srgbClr val="00B48D"/>
                </a:solidFill>
                <a:ln w="2767" cap="flat">
                  <a:noFill/>
                  <a:prstDash val="solid"/>
                  <a:miter/>
                </a:ln>
              </p:spPr>
              <p:txBody>
                <a:bodyPr rtlCol="0" anchor="ctr"/>
                <a:lstStyle/>
                <a:p>
                  <a:endParaRPr lang="en-US"/>
                </a:p>
              </p:txBody>
            </p:sp>
            <p:sp>
              <p:nvSpPr>
                <p:cNvPr id="3820" name="Freeform 3819">
                  <a:extLst>
                    <a:ext uri="{FF2B5EF4-FFF2-40B4-BE49-F238E27FC236}">
                      <a16:creationId xmlns:a16="http://schemas.microsoft.com/office/drawing/2014/main" id="{C34CFA06-67C0-4E93-2176-46D5232AD3CA}"/>
                    </a:ext>
                  </a:extLst>
                </p:cNvPr>
                <p:cNvSpPr/>
                <p:nvPr/>
              </p:nvSpPr>
              <p:spPr>
                <a:xfrm>
                  <a:off x="3696538" y="4186539"/>
                  <a:ext cx="46078" cy="35417"/>
                </a:xfrm>
                <a:custGeom>
                  <a:avLst/>
                  <a:gdLst>
                    <a:gd name="connsiteX0" fmla="*/ 3932 w 46078"/>
                    <a:gd name="connsiteY0" fmla="*/ 35334 h 35417"/>
                    <a:gd name="connsiteX1" fmla="*/ 0 w 46078"/>
                    <a:gd name="connsiteY1" fmla="*/ 35334 h 35417"/>
                    <a:gd name="connsiteX2" fmla="*/ 0 w 46078"/>
                    <a:gd name="connsiteY2" fmla="*/ 914 h 35417"/>
                    <a:gd name="connsiteX3" fmla="*/ 3932 w 46078"/>
                    <a:gd name="connsiteY3" fmla="*/ 914 h 35417"/>
                    <a:gd name="connsiteX4" fmla="*/ 3932 w 46078"/>
                    <a:gd name="connsiteY4" fmla="*/ 6092 h 35417"/>
                    <a:gd name="connsiteX5" fmla="*/ 4071 w 46078"/>
                    <a:gd name="connsiteY5" fmla="*/ 6092 h 35417"/>
                    <a:gd name="connsiteX6" fmla="*/ 8391 w 46078"/>
                    <a:gd name="connsiteY6" fmla="*/ 1551 h 35417"/>
                    <a:gd name="connsiteX7" fmla="*/ 14538 w 46078"/>
                    <a:gd name="connsiteY7" fmla="*/ 0 h 35417"/>
                    <a:gd name="connsiteX8" fmla="*/ 18526 w 46078"/>
                    <a:gd name="connsiteY8" fmla="*/ 526 h 35417"/>
                    <a:gd name="connsiteX9" fmla="*/ 21295 w 46078"/>
                    <a:gd name="connsiteY9" fmla="*/ 1966 h 35417"/>
                    <a:gd name="connsiteX10" fmla="*/ 23205 w 46078"/>
                    <a:gd name="connsiteY10" fmla="*/ 4071 h 35417"/>
                    <a:gd name="connsiteX11" fmla="*/ 24479 w 46078"/>
                    <a:gd name="connsiteY11" fmla="*/ 6674 h 35417"/>
                    <a:gd name="connsiteX12" fmla="*/ 29020 w 46078"/>
                    <a:gd name="connsiteY12" fmla="*/ 1661 h 35417"/>
                    <a:gd name="connsiteX13" fmla="*/ 35528 w 46078"/>
                    <a:gd name="connsiteY13" fmla="*/ 28 h 35417"/>
                    <a:gd name="connsiteX14" fmla="*/ 41066 w 46078"/>
                    <a:gd name="connsiteY14" fmla="*/ 1191 h 35417"/>
                    <a:gd name="connsiteX15" fmla="*/ 44251 w 46078"/>
                    <a:gd name="connsiteY15" fmla="*/ 4237 h 35417"/>
                    <a:gd name="connsiteX16" fmla="*/ 45718 w 46078"/>
                    <a:gd name="connsiteY16" fmla="*/ 8584 h 35417"/>
                    <a:gd name="connsiteX17" fmla="*/ 46078 w 46078"/>
                    <a:gd name="connsiteY17" fmla="*/ 13624 h 35417"/>
                    <a:gd name="connsiteX18" fmla="*/ 46078 w 46078"/>
                    <a:gd name="connsiteY18" fmla="*/ 35362 h 35417"/>
                    <a:gd name="connsiteX19" fmla="*/ 42146 w 46078"/>
                    <a:gd name="connsiteY19" fmla="*/ 35362 h 35417"/>
                    <a:gd name="connsiteX20" fmla="*/ 42146 w 46078"/>
                    <a:gd name="connsiteY20" fmla="*/ 11575 h 35417"/>
                    <a:gd name="connsiteX21" fmla="*/ 40595 w 46078"/>
                    <a:gd name="connsiteY21" fmla="*/ 5732 h 35417"/>
                    <a:gd name="connsiteX22" fmla="*/ 34863 w 46078"/>
                    <a:gd name="connsiteY22" fmla="*/ 3600 h 35417"/>
                    <a:gd name="connsiteX23" fmla="*/ 30710 w 46078"/>
                    <a:gd name="connsiteY23" fmla="*/ 4569 h 35417"/>
                    <a:gd name="connsiteX24" fmla="*/ 27193 w 46078"/>
                    <a:gd name="connsiteY24" fmla="*/ 7532 h 35417"/>
                    <a:gd name="connsiteX25" fmla="*/ 26113 w 46078"/>
                    <a:gd name="connsiteY25" fmla="*/ 9553 h 35417"/>
                    <a:gd name="connsiteX26" fmla="*/ 25421 w 46078"/>
                    <a:gd name="connsiteY26" fmla="*/ 11990 h 35417"/>
                    <a:gd name="connsiteX27" fmla="*/ 25061 w 46078"/>
                    <a:gd name="connsiteY27" fmla="*/ 14510 h 35417"/>
                    <a:gd name="connsiteX28" fmla="*/ 24950 w 46078"/>
                    <a:gd name="connsiteY28" fmla="*/ 16836 h 35417"/>
                    <a:gd name="connsiteX29" fmla="*/ 24950 w 46078"/>
                    <a:gd name="connsiteY29" fmla="*/ 35390 h 35417"/>
                    <a:gd name="connsiteX30" fmla="*/ 21018 w 46078"/>
                    <a:gd name="connsiteY30" fmla="*/ 35390 h 35417"/>
                    <a:gd name="connsiteX31" fmla="*/ 21018 w 46078"/>
                    <a:gd name="connsiteY31" fmla="*/ 11603 h 35417"/>
                    <a:gd name="connsiteX32" fmla="*/ 19467 w 46078"/>
                    <a:gd name="connsiteY32" fmla="*/ 5760 h 35417"/>
                    <a:gd name="connsiteX33" fmla="*/ 13735 w 46078"/>
                    <a:gd name="connsiteY33" fmla="*/ 3628 h 35417"/>
                    <a:gd name="connsiteX34" fmla="*/ 9581 w 46078"/>
                    <a:gd name="connsiteY34" fmla="*/ 4597 h 35417"/>
                    <a:gd name="connsiteX35" fmla="*/ 6064 w 46078"/>
                    <a:gd name="connsiteY35" fmla="*/ 7560 h 35417"/>
                    <a:gd name="connsiteX36" fmla="*/ 4984 w 46078"/>
                    <a:gd name="connsiteY36" fmla="*/ 9581 h 35417"/>
                    <a:gd name="connsiteX37" fmla="*/ 4292 w 46078"/>
                    <a:gd name="connsiteY37" fmla="*/ 12018 h 35417"/>
                    <a:gd name="connsiteX38" fmla="*/ 3932 w 46078"/>
                    <a:gd name="connsiteY38" fmla="*/ 14538 h 35417"/>
                    <a:gd name="connsiteX39" fmla="*/ 3821 w 46078"/>
                    <a:gd name="connsiteY39" fmla="*/ 16864 h 35417"/>
                    <a:gd name="connsiteX40" fmla="*/ 3821 w 4607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078" h="35417">
                      <a:moveTo>
                        <a:pt x="3932" y="35334"/>
                      </a:moveTo>
                      <a:lnTo>
                        <a:pt x="0" y="35334"/>
                      </a:lnTo>
                      <a:lnTo>
                        <a:pt x="0" y="914"/>
                      </a:lnTo>
                      <a:lnTo>
                        <a:pt x="3932" y="914"/>
                      </a:lnTo>
                      <a:lnTo>
                        <a:pt x="3932" y="6092"/>
                      </a:lnTo>
                      <a:lnTo>
                        <a:pt x="4071" y="6092"/>
                      </a:lnTo>
                      <a:cubicBezTo>
                        <a:pt x="5068" y="4098"/>
                        <a:pt x="6507" y="2575"/>
                        <a:pt x="8391" y="1551"/>
                      </a:cubicBezTo>
                      <a:cubicBezTo>
                        <a:pt x="10274" y="499"/>
                        <a:pt x="12323" y="0"/>
                        <a:pt x="14538" y="0"/>
                      </a:cubicBezTo>
                      <a:cubicBezTo>
                        <a:pt x="16116" y="0"/>
                        <a:pt x="17446" y="166"/>
                        <a:pt x="18526" y="526"/>
                      </a:cubicBezTo>
                      <a:cubicBezTo>
                        <a:pt x="19606" y="886"/>
                        <a:pt x="20547" y="1357"/>
                        <a:pt x="21295" y="1966"/>
                      </a:cubicBezTo>
                      <a:cubicBezTo>
                        <a:pt x="22070" y="2575"/>
                        <a:pt x="22679" y="3268"/>
                        <a:pt x="23205" y="4071"/>
                      </a:cubicBezTo>
                      <a:cubicBezTo>
                        <a:pt x="23704" y="4874"/>
                        <a:pt x="24119" y="5732"/>
                        <a:pt x="24479" y="6674"/>
                      </a:cubicBezTo>
                      <a:cubicBezTo>
                        <a:pt x="25614" y="4403"/>
                        <a:pt x="27137" y="2741"/>
                        <a:pt x="29020" y="1661"/>
                      </a:cubicBezTo>
                      <a:cubicBezTo>
                        <a:pt x="30931" y="581"/>
                        <a:pt x="33091" y="28"/>
                        <a:pt x="35528" y="28"/>
                      </a:cubicBezTo>
                      <a:cubicBezTo>
                        <a:pt x="37854" y="28"/>
                        <a:pt x="39682" y="415"/>
                        <a:pt x="41066" y="1191"/>
                      </a:cubicBezTo>
                      <a:cubicBezTo>
                        <a:pt x="42451" y="1966"/>
                        <a:pt x="43503" y="2991"/>
                        <a:pt x="44251" y="4237"/>
                      </a:cubicBezTo>
                      <a:cubicBezTo>
                        <a:pt x="44998" y="5483"/>
                        <a:pt x="45497" y="6951"/>
                        <a:pt x="45718" y="8584"/>
                      </a:cubicBezTo>
                      <a:cubicBezTo>
                        <a:pt x="45968" y="10218"/>
                        <a:pt x="46078" y="11907"/>
                        <a:pt x="46078" y="13624"/>
                      </a:cubicBezTo>
                      <a:lnTo>
                        <a:pt x="46078" y="35362"/>
                      </a:lnTo>
                      <a:lnTo>
                        <a:pt x="42146" y="35362"/>
                      </a:lnTo>
                      <a:lnTo>
                        <a:pt x="42146" y="11575"/>
                      </a:lnTo>
                      <a:cubicBezTo>
                        <a:pt x="42146" y="9083"/>
                        <a:pt x="41620" y="7144"/>
                        <a:pt x="40595" y="5732"/>
                      </a:cubicBezTo>
                      <a:cubicBezTo>
                        <a:pt x="39571" y="4320"/>
                        <a:pt x="37660" y="3600"/>
                        <a:pt x="34863" y="3600"/>
                      </a:cubicBezTo>
                      <a:cubicBezTo>
                        <a:pt x="33423" y="3600"/>
                        <a:pt x="32039" y="3932"/>
                        <a:pt x="30710" y="4569"/>
                      </a:cubicBezTo>
                      <a:cubicBezTo>
                        <a:pt x="29380" y="5206"/>
                        <a:pt x="28217" y="6203"/>
                        <a:pt x="27193" y="7532"/>
                      </a:cubicBezTo>
                      <a:cubicBezTo>
                        <a:pt x="26750" y="8114"/>
                        <a:pt x="26390" y="8778"/>
                        <a:pt x="26113" y="9553"/>
                      </a:cubicBezTo>
                      <a:cubicBezTo>
                        <a:pt x="25836" y="10329"/>
                        <a:pt x="25587" y="11132"/>
                        <a:pt x="25421" y="11990"/>
                      </a:cubicBezTo>
                      <a:cubicBezTo>
                        <a:pt x="25254" y="12821"/>
                        <a:pt x="25116" y="13680"/>
                        <a:pt x="25061" y="14510"/>
                      </a:cubicBezTo>
                      <a:cubicBezTo>
                        <a:pt x="25005" y="15341"/>
                        <a:pt x="24950" y="16116"/>
                        <a:pt x="24950" y="16836"/>
                      </a:cubicBezTo>
                      <a:lnTo>
                        <a:pt x="24950" y="35390"/>
                      </a:lnTo>
                      <a:lnTo>
                        <a:pt x="21018" y="35390"/>
                      </a:lnTo>
                      <a:lnTo>
                        <a:pt x="21018" y="11603"/>
                      </a:lnTo>
                      <a:cubicBezTo>
                        <a:pt x="21018" y="9111"/>
                        <a:pt x="20492" y="7172"/>
                        <a:pt x="19467" y="5760"/>
                      </a:cubicBezTo>
                      <a:cubicBezTo>
                        <a:pt x="18442" y="4347"/>
                        <a:pt x="16532" y="3628"/>
                        <a:pt x="13735" y="3628"/>
                      </a:cubicBezTo>
                      <a:cubicBezTo>
                        <a:pt x="12295" y="3628"/>
                        <a:pt x="10910" y="3960"/>
                        <a:pt x="9581" y="4597"/>
                      </a:cubicBezTo>
                      <a:cubicBezTo>
                        <a:pt x="8252" y="5234"/>
                        <a:pt x="7089" y="6231"/>
                        <a:pt x="6064" y="7560"/>
                      </a:cubicBezTo>
                      <a:cubicBezTo>
                        <a:pt x="5621" y="8141"/>
                        <a:pt x="5261" y="8806"/>
                        <a:pt x="4984" y="9581"/>
                      </a:cubicBezTo>
                      <a:cubicBezTo>
                        <a:pt x="4708" y="10357"/>
                        <a:pt x="4458" y="11160"/>
                        <a:pt x="4292" y="12018"/>
                      </a:cubicBezTo>
                      <a:cubicBezTo>
                        <a:pt x="4126" y="12849"/>
                        <a:pt x="3988" y="13707"/>
                        <a:pt x="3932" y="14538"/>
                      </a:cubicBezTo>
                      <a:cubicBezTo>
                        <a:pt x="3877" y="15369"/>
                        <a:pt x="3821" y="16144"/>
                        <a:pt x="3821" y="16864"/>
                      </a:cubicBezTo>
                      <a:lnTo>
                        <a:pt x="3821" y="35417"/>
                      </a:lnTo>
                      <a:close/>
                    </a:path>
                  </a:pathLst>
                </a:custGeom>
                <a:solidFill>
                  <a:srgbClr val="00B48D"/>
                </a:solidFill>
                <a:ln w="2767" cap="flat">
                  <a:noFill/>
                  <a:prstDash val="solid"/>
                  <a:miter/>
                </a:ln>
              </p:spPr>
              <p:txBody>
                <a:bodyPr rtlCol="0" anchor="ctr"/>
                <a:lstStyle/>
                <a:p>
                  <a:endParaRPr lang="en-US"/>
                </a:p>
              </p:txBody>
            </p:sp>
            <p:sp>
              <p:nvSpPr>
                <p:cNvPr id="3821" name="Freeform 3820">
                  <a:extLst>
                    <a:ext uri="{FF2B5EF4-FFF2-40B4-BE49-F238E27FC236}">
                      <a16:creationId xmlns:a16="http://schemas.microsoft.com/office/drawing/2014/main" id="{9B1CC8EF-AE76-310B-14DB-1C5001CB10F7}"/>
                    </a:ext>
                  </a:extLst>
                </p:cNvPr>
                <p:cNvSpPr/>
                <p:nvPr/>
              </p:nvSpPr>
              <p:spPr>
                <a:xfrm>
                  <a:off x="3749871" y="4186484"/>
                  <a:ext cx="26722" cy="36247"/>
                </a:xfrm>
                <a:custGeom>
                  <a:avLst/>
                  <a:gdLst>
                    <a:gd name="connsiteX0" fmla="*/ 4043 w 26722"/>
                    <a:gd name="connsiteY0" fmla="*/ 24618 h 36247"/>
                    <a:gd name="connsiteX1" fmla="*/ 7338 w 26722"/>
                    <a:gd name="connsiteY1" fmla="*/ 30904 h 36247"/>
                    <a:gd name="connsiteX2" fmla="*/ 14178 w 26722"/>
                    <a:gd name="connsiteY2" fmla="*/ 32731 h 36247"/>
                    <a:gd name="connsiteX3" fmla="*/ 17916 w 26722"/>
                    <a:gd name="connsiteY3" fmla="*/ 32205 h 36247"/>
                    <a:gd name="connsiteX4" fmla="*/ 20491 w 26722"/>
                    <a:gd name="connsiteY4" fmla="*/ 30765 h 36247"/>
                    <a:gd name="connsiteX5" fmla="*/ 22042 w 26722"/>
                    <a:gd name="connsiteY5" fmla="*/ 28744 h 36247"/>
                    <a:gd name="connsiteX6" fmla="*/ 22568 w 26722"/>
                    <a:gd name="connsiteY6" fmla="*/ 26362 h 36247"/>
                    <a:gd name="connsiteX7" fmla="*/ 20962 w 26722"/>
                    <a:gd name="connsiteY7" fmla="*/ 22596 h 36247"/>
                    <a:gd name="connsiteX8" fmla="*/ 16947 w 26722"/>
                    <a:gd name="connsiteY8" fmla="*/ 20658 h 36247"/>
                    <a:gd name="connsiteX9" fmla="*/ 11713 w 26722"/>
                    <a:gd name="connsiteY9" fmla="*/ 19467 h 36247"/>
                    <a:gd name="connsiteX10" fmla="*/ 6480 w 26722"/>
                    <a:gd name="connsiteY10" fmla="*/ 17972 h 36247"/>
                    <a:gd name="connsiteX11" fmla="*/ 2465 w 26722"/>
                    <a:gd name="connsiteY11" fmla="*/ 15120 h 36247"/>
                    <a:gd name="connsiteX12" fmla="*/ 858 w 26722"/>
                    <a:gd name="connsiteY12" fmla="*/ 9858 h 36247"/>
                    <a:gd name="connsiteX13" fmla="*/ 3960 w 26722"/>
                    <a:gd name="connsiteY13" fmla="*/ 2769 h 36247"/>
                    <a:gd name="connsiteX14" fmla="*/ 12766 w 26722"/>
                    <a:gd name="connsiteY14" fmla="*/ 0 h 36247"/>
                    <a:gd name="connsiteX15" fmla="*/ 21710 w 26722"/>
                    <a:gd name="connsiteY15" fmla="*/ 2492 h 36247"/>
                    <a:gd name="connsiteX16" fmla="*/ 25864 w 26722"/>
                    <a:gd name="connsiteY16" fmla="*/ 10827 h 36247"/>
                    <a:gd name="connsiteX17" fmla="*/ 21876 w 26722"/>
                    <a:gd name="connsiteY17" fmla="*/ 10827 h 36247"/>
                    <a:gd name="connsiteX18" fmla="*/ 18886 w 26722"/>
                    <a:gd name="connsiteY18" fmla="*/ 5206 h 36247"/>
                    <a:gd name="connsiteX19" fmla="*/ 12683 w 26722"/>
                    <a:gd name="connsiteY19" fmla="*/ 3572 h 36247"/>
                    <a:gd name="connsiteX20" fmla="*/ 6978 w 26722"/>
                    <a:gd name="connsiteY20" fmla="*/ 5206 h 36247"/>
                    <a:gd name="connsiteX21" fmla="*/ 5012 w 26722"/>
                    <a:gd name="connsiteY21" fmla="*/ 9498 h 36247"/>
                    <a:gd name="connsiteX22" fmla="*/ 6618 w 26722"/>
                    <a:gd name="connsiteY22" fmla="*/ 13043 h 36247"/>
                    <a:gd name="connsiteX23" fmla="*/ 10633 w 26722"/>
                    <a:gd name="connsiteY23" fmla="*/ 15037 h 36247"/>
                    <a:gd name="connsiteX24" fmla="*/ 15867 w 26722"/>
                    <a:gd name="connsiteY24" fmla="*/ 16393 h 36247"/>
                    <a:gd name="connsiteX25" fmla="*/ 21101 w 26722"/>
                    <a:gd name="connsiteY25" fmla="*/ 18083 h 36247"/>
                    <a:gd name="connsiteX26" fmla="*/ 25116 w 26722"/>
                    <a:gd name="connsiteY26" fmla="*/ 21045 h 36247"/>
                    <a:gd name="connsiteX27" fmla="*/ 26722 w 26722"/>
                    <a:gd name="connsiteY27" fmla="*/ 26224 h 36247"/>
                    <a:gd name="connsiteX28" fmla="*/ 25670 w 26722"/>
                    <a:gd name="connsiteY28" fmla="*/ 30571 h 36247"/>
                    <a:gd name="connsiteX29" fmla="*/ 22790 w 26722"/>
                    <a:gd name="connsiteY29" fmla="*/ 33728 h 36247"/>
                    <a:gd name="connsiteX30" fmla="*/ 18442 w 26722"/>
                    <a:gd name="connsiteY30" fmla="*/ 35611 h 36247"/>
                    <a:gd name="connsiteX31" fmla="*/ 12904 w 26722"/>
                    <a:gd name="connsiteY31" fmla="*/ 36248 h 36247"/>
                    <a:gd name="connsiteX32" fmla="*/ 7560 w 26722"/>
                    <a:gd name="connsiteY32" fmla="*/ 35362 h 36247"/>
                    <a:gd name="connsiteX33" fmla="*/ 3600 w 26722"/>
                    <a:gd name="connsiteY33" fmla="*/ 32870 h 36247"/>
                    <a:gd name="connsiteX34" fmla="*/ 1052 w 26722"/>
                    <a:gd name="connsiteY34" fmla="*/ 29159 h 36247"/>
                    <a:gd name="connsiteX35" fmla="*/ 0 w 26722"/>
                    <a:gd name="connsiteY35" fmla="*/ 24562 h 36247"/>
                    <a:gd name="connsiteX36" fmla="*/ 3988 w 26722"/>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722" h="36247">
                      <a:moveTo>
                        <a:pt x="4043" y="24618"/>
                      </a:moveTo>
                      <a:cubicBezTo>
                        <a:pt x="4652" y="27581"/>
                        <a:pt x="5760" y="29685"/>
                        <a:pt x="7338" y="30904"/>
                      </a:cubicBezTo>
                      <a:cubicBezTo>
                        <a:pt x="8944" y="32122"/>
                        <a:pt x="11215" y="32731"/>
                        <a:pt x="14178" y="32731"/>
                      </a:cubicBezTo>
                      <a:cubicBezTo>
                        <a:pt x="15618" y="32731"/>
                        <a:pt x="16864" y="32565"/>
                        <a:pt x="17916" y="32205"/>
                      </a:cubicBezTo>
                      <a:cubicBezTo>
                        <a:pt x="18969" y="31845"/>
                        <a:pt x="19827" y="31375"/>
                        <a:pt x="20491" y="30765"/>
                      </a:cubicBezTo>
                      <a:cubicBezTo>
                        <a:pt x="21156" y="30156"/>
                        <a:pt x="21682" y="29491"/>
                        <a:pt x="22042" y="28744"/>
                      </a:cubicBezTo>
                      <a:cubicBezTo>
                        <a:pt x="22402" y="27996"/>
                        <a:pt x="22568" y="27193"/>
                        <a:pt x="22568" y="26362"/>
                      </a:cubicBezTo>
                      <a:cubicBezTo>
                        <a:pt x="22568" y="24673"/>
                        <a:pt x="22042" y="23427"/>
                        <a:pt x="20962" y="22596"/>
                      </a:cubicBezTo>
                      <a:cubicBezTo>
                        <a:pt x="19882" y="21765"/>
                        <a:pt x="18553" y="21129"/>
                        <a:pt x="16947" y="20658"/>
                      </a:cubicBezTo>
                      <a:cubicBezTo>
                        <a:pt x="15341" y="20187"/>
                        <a:pt x="13596" y="19799"/>
                        <a:pt x="11713" y="19467"/>
                      </a:cubicBezTo>
                      <a:cubicBezTo>
                        <a:pt x="9830" y="19135"/>
                        <a:pt x="8086" y="18636"/>
                        <a:pt x="6480" y="17972"/>
                      </a:cubicBezTo>
                      <a:cubicBezTo>
                        <a:pt x="4874" y="17307"/>
                        <a:pt x="3517" y="16366"/>
                        <a:pt x="2465" y="15120"/>
                      </a:cubicBezTo>
                      <a:cubicBezTo>
                        <a:pt x="1385" y="13873"/>
                        <a:pt x="858" y="12129"/>
                        <a:pt x="858" y="9858"/>
                      </a:cubicBezTo>
                      <a:cubicBezTo>
                        <a:pt x="858" y="6978"/>
                        <a:pt x="1883" y="4625"/>
                        <a:pt x="3960" y="2769"/>
                      </a:cubicBezTo>
                      <a:cubicBezTo>
                        <a:pt x="6037" y="941"/>
                        <a:pt x="8972" y="0"/>
                        <a:pt x="12766" y="0"/>
                      </a:cubicBezTo>
                      <a:cubicBezTo>
                        <a:pt x="16559" y="0"/>
                        <a:pt x="19412" y="831"/>
                        <a:pt x="21710" y="2492"/>
                      </a:cubicBezTo>
                      <a:cubicBezTo>
                        <a:pt x="24008" y="4154"/>
                        <a:pt x="25393" y="6923"/>
                        <a:pt x="25864" y="10827"/>
                      </a:cubicBezTo>
                      <a:lnTo>
                        <a:pt x="21876" y="10827"/>
                      </a:lnTo>
                      <a:cubicBezTo>
                        <a:pt x="21516" y="8169"/>
                        <a:pt x="20547" y="6286"/>
                        <a:pt x="18886" y="5206"/>
                      </a:cubicBezTo>
                      <a:cubicBezTo>
                        <a:pt x="17224" y="4126"/>
                        <a:pt x="15175" y="3572"/>
                        <a:pt x="12683" y="3572"/>
                      </a:cubicBezTo>
                      <a:cubicBezTo>
                        <a:pt x="10190" y="3572"/>
                        <a:pt x="8307" y="4126"/>
                        <a:pt x="6978" y="5206"/>
                      </a:cubicBezTo>
                      <a:cubicBezTo>
                        <a:pt x="5649" y="6286"/>
                        <a:pt x="5012" y="7726"/>
                        <a:pt x="5012" y="9498"/>
                      </a:cubicBezTo>
                      <a:cubicBezTo>
                        <a:pt x="5012" y="11049"/>
                        <a:pt x="5538" y="12240"/>
                        <a:pt x="6618" y="13043"/>
                      </a:cubicBezTo>
                      <a:cubicBezTo>
                        <a:pt x="7698" y="13846"/>
                        <a:pt x="9027" y="14538"/>
                        <a:pt x="10633" y="15037"/>
                      </a:cubicBezTo>
                      <a:cubicBezTo>
                        <a:pt x="12240" y="15535"/>
                        <a:pt x="13984" y="16006"/>
                        <a:pt x="15867" y="16393"/>
                      </a:cubicBezTo>
                      <a:cubicBezTo>
                        <a:pt x="17750" y="16781"/>
                        <a:pt x="19495" y="17363"/>
                        <a:pt x="21101" y="18083"/>
                      </a:cubicBezTo>
                      <a:cubicBezTo>
                        <a:pt x="22707" y="18803"/>
                        <a:pt x="24064" y="19799"/>
                        <a:pt x="25116" y="21045"/>
                      </a:cubicBezTo>
                      <a:cubicBezTo>
                        <a:pt x="26196" y="22292"/>
                        <a:pt x="26722" y="24009"/>
                        <a:pt x="26722" y="26224"/>
                      </a:cubicBezTo>
                      <a:cubicBezTo>
                        <a:pt x="26722" y="27858"/>
                        <a:pt x="26362" y="29325"/>
                        <a:pt x="25670" y="30571"/>
                      </a:cubicBezTo>
                      <a:cubicBezTo>
                        <a:pt x="24978" y="31845"/>
                        <a:pt x="24008" y="32897"/>
                        <a:pt x="22790" y="33728"/>
                      </a:cubicBezTo>
                      <a:cubicBezTo>
                        <a:pt x="21571" y="34559"/>
                        <a:pt x="20104" y="35196"/>
                        <a:pt x="18442" y="35611"/>
                      </a:cubicBezTo>
                      <a:cubicBezTo>
                        <a:pt x="16753" y="36026"/>
                        <a:pt x="14926" y="36248"/>
                        <a:pt x="12904" y="36248"/>
                      </a:cubicBezTo>
                      <a:cubicBezTo>
                        <a:pt x="10883" y="36248"/>
                        <a:pt x="9110" y="35943"/>
                        <a:pt x="7560" y="35362"/>
                      </a:cubicBezTo>
                      <a:cubicBezTo>
                        <a:pt x="6009" y="34753"/>
                        <a:pt x="4680" y="33922"/>
                        <a:pt x="3600" y="32870"/>
                      </a:cubicBezTo>
                      <a:cubicBezTo>
                        <a:pt x="2520" y="31817"/>
                        <a:pt x="1661" y="30571"/>
                        <a:pt x="1052" y="29159"/>
                      </a:cubicBezTo>
                      <a:cubicBezTo>
                        <a:pt x="443" y="27747"/>
                        <a:pt x="83" y="26224"/>
                        <a:pt x="0" y="24562"/>
                      </a:cubicBezTo>
                      <a:lnTo>
                        <a:pt x="3988" y="24562"/>
                      </a:lnTo>
                      <a:close/>
                    </a:path>
                  </a:pathLst>
                </a:custGeom>
                <a:solidFill>
                  <a:srgbClr val="00B48D"/>
                </a:solidFill>
                <a:ln w="2767" cap="flat">
                  <a:noFill/>
                  <a:prstDash val="solid"/>
                  <a:miter/>
                </a:ln>
              </p:spPr>
              <p:txBody>
                <a:bodyPr rtlCol="0" anchor="ctr"/>
                <a:lstStyle/>
                <a:p>
                  <a:endParaRPr lang="en-US"/>
                </a:p>
              </p:txBody>
            </p:sp>
          </p:grpSp>
          <p:sp>
            <p:nvSpPr>
              <p:cNvPr id="3822" name="Freeform 3821">
                <a:extLst>
                  <a:ext uri="{FF2B5EF4-FFF2-40B4-BE49-F238E27FC236}">
                    <a16:creationId xmlns:a16="http://schemas.microsoft.com/office/drawing/2014/main" id="{566A85EB-07EF-9DFC-CA67-435EEBFD1554}"/>
                  </a:ext>
                </a:extLst>
              </p:cNvPr>
              <p:cNvSpPr/>
              <p:nvPr/>
            </p:nvSpPr>
            <p:spPr>
              <a:xfrm>
                <a:off x="8296148" y="6427397"/>
                <a:ext cx="309076" cy="10260"/>
              </a:xfrm>
              <a:custGeom>
                <a:avLst/>
                <a:gdLst>
                  <a:gd name="connsiteX0" fmla="*/ 0 w 83406"/>
                  <a:gd name="connsiteY0" fmla="*/ 0 h 2769"/>
                  <a:gd name="connsiteX1" fmla="*/ 83406 w 83406"/>
                  <a:gd name="connsiteY1" fmla="*/ 0 h 2769"/>
                </a:gdLst>
                <a:ahLst/>
                <a:cxnLst>
                  <a:cxn ang="0">
                    <a:pos x="connsiteX0" y="connsiteY0"/>
                  </a:cxn>
                  <a:cxn ang="0">
                    <a:pos x="connsiteX1" y="connsiteY1"/>
                  </a:cxn>
                </a:cxnLst>
                <a:rect l="l" t="t" r="r" b="b"/>
                <a:pathLst>
                  <a:path w="83406" h="2769">
                    <a:moveTo>
                      <a:pt x="0" y="0"/>
                    </a:moveTo>
                    <a:lnTo>
                      <a:pt x="83406" y="0"/>
                    </a:lnTo>
                  </a:path>
                </a:pathLst>
              </a:custGeom>
              <a:ln w="5534" cap="flat">
                <a:solidFill>
                  <a:srgbClr val="00B48D"/>
                </a:solidFill>
                <a:prstDash val="solid"/>
                <a:miter/>
              </a:ln>
            </p:spPr>
            <p:txBody>
              <a:bodyPr rtlCol="0" anchor="ctr"/>
              <a:lstStyle/>
              <a:p>
                <a:endParaRPr lang="en-US" sz="2000">
                  <a:latin typeface="Helvetica Light" panose="020B0403020202020204" pitchFamily="34" charset="0"/>
                </a:endParaRPr>
              </a:p>
            </p:txBody>
          </p:sp>
        </p:grpSp>
      </p:grpSp>
      <p:grpSp>
        <p:nvGrpSpPr>
          <p:cNvPr id="3632" name="Group 3631">
            <a:extLst>
              <a:ext uri="{FF2B5EF4-FFF2-40B4-BE49-F238E27FC236}">
                <a16:creationId xmlns:a16="http://schemas.microsoft.com/office/drawing/2014/main" id="{3AFF0664-D19F-5E0A-6889-1F353D3A0A8F}"/>
              </a:ext>
            </a:extLst>
          </p:cNvPr>
          <p:cNvGrpSpPr/>
          <p:nvPr/>
        </p:nvGrpSpPr>
        <p:grpSpPr>
          <a:xfrm>
            <a:off x="3735848" y="1575764"/>
            <a:ext cx="4236854" cy="4555624"/>
            <a:chOff x="2731014" y="1565716"/>
            <a:chExt cx="4236854" cy="4555624"/>
          </a:xfrm>
        </p:grpSpPr>
        <p:sp>
          <p:nvSpPr>
            <p:cNvPr id="3548" name="Freeform 3547">
              <a:extLst>
                <a:ext uri="{FF2B5EF4-FFF2-40B4-BE49-F238E27FC236}">
                  <a16:creationId xmlns:a16="http://schemas.microsoft.com/office/drawing/2014/main" id="{8AC22ACB-2F13-C72A-9ADD-9E47C558DC2F}"/>
                </a:ext>
              </a:extLst>
            </p:cNvPr>
            <p:cNvSpPr/>
            <p:nvPr/>
          </p:nvSpPr>
          <p:spPr>
            <a:xfrm>
              <a:off x="6162217" y="1797491"/>
              <a:ext cx="793522" cy="9406"/>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nvGrpSpPr>
            <p:cNvPr id="47" name="Group 46">
              <a:extLst>
                <a:ext uri="{FF2B5EF4-FFF2-40B4-BE49-F238E27FC236}">
                  <a16:creationId xmlns:a16="http://schemas.microsoft.com/office/drawing/2014/main" id="{251F26E9-37FF-5A2C-819D-59C95F9A6884}"/>
                </a:ext>
              </a:extLst>
            </p:cNvPr>
            <p:cNvGrpSpPr/>
            <p:nvPr/>
          </p:nvGrpSpPr>
          <p:grpSpPr>
            <a:xfrm>
              <a:off x="2731014" y="1565716"/>
              <a:ext cx="4236854" cy="4555624"/>
              <a:chOff x="2731014" y="1565716"/>
              <a:chExt cx="4236854" cy="4555624"/>
            </a:xfrm>
          </p:grpSpPr>
          <p:grpSp>
            <p:nvGrpSpPr>
              <p:cNvPr id="46" name="Group 45">
                <a:extLst>
                  <a:ext uri="{FF2B5EF4-FFF2-40B4-BE49-F238E27FC236}">
                    <a16:creationId xmlns:a16="http://schemas.microsoft.com/office/drawing/2014/main" id="{D03B6709-F856-4D25-1BF0-D12DB4A659C4}"/>
                  </a:ext>
                </a:extLst>
              </p:cNvPr>
              <p:cNvGrpSpPr/>
              <p:nvPr/>
            </p:nvGrpSpPr>
            <p:grpSpPr>
              <a:xfrm>
                <a:off x="2731014" y="4559723"/>
                <a:ext cx="3011825" cy="1561617"/>
                <a:chOff x="2731014" y="4559723"/>
                <a:chExt cx="3011825" cy="1561617"/>
              </a:xfrm>
            </p:grpSpPr>
            <p:grpSp>
              <p:nvGrpSpPr>
                <p:cNvPr id="3690" name="Graphic 14">
                  <a:extLst>
                    <a:ext uri="{FF2B5EF4-FFF2-40B4-BE49-F238E27FC236}">
                      <a16:creationId xmlns:a16="http://schemas.microsoft.com/office/drawing/2014/main" id="{CF7AF9E8-762E-CFC4-65C9-1B723F52A10C}"/>
                    </a:ext>
                  </a:extLst>
                </p:cNvPr>
                <p:cNvGrpSpPr/>
                <p:nvPr/>
              </p:nvGrpSpPr>
              <p:grpSpPr>
                <a:xfrm>
                  <a:off x="5141023" y="5997741"/>
                  <a:ext cx="531373" cy="123599"/>
                  <a:chOff x="2689764" y="4088733"/>
                  <a:chExt cx="156430" cy="36386"/>
                </a:xfrm>
                <a:solidFill>
                  <a:srgbClr val="010101"/>
                </a:solidFill>
              </p:grpSpPr>
              <p:sp>
                <p:nvSpPr>
                  <p:cNvPr id="3691" name="Freeform 3690">
                    <a:extLst>
                      <a:ext uri="{FF2B5EF4-FFF2-40B4-BE49-F238E27FC236}">
                        <a16:creationId xmlns:a16="http://schemas.microsoft.com/office/drawing/2014/main" id="{F6874977-77E2-AEFC-24D3-F761CB8A80B9}"/>
                      </a:ext>
                    </a:extLst>
                  </p:cNvPr>
                  <p:cNvSpPr/>
                  <p:nvPr/>
                </p:nvSpPr>
                <p:spPr>
                  <a:xfrm>
                    <a:off x="2689764" y="4088733"/>
                    <a:ext cx="27137" cy="36247"/>
                  </a:xfrm>
                  <a:custGeom>
                    <a:avLst/>
                    <a:gdLst>
                      <a:gd name="connsiteX0" fmla="*/ 4071 w 27137"/>
                      <a:gd name="connsiteY0" fmla="*/ 24617 h 36247"/>
                      <a:gd name="connsiteX1" fmla="*/ 7421 w 27137"/>
                      <a:gd name="connsiteY1" fmla="*/ 30903 h 36247"/>
                      <a:gd name="connsiteX2" fmla="*/ 14372 w 27137"/>
                      <a:gd name="connsiteY2" fmla="*/ 32731 h 36247"/>
                      <a:gd name="connsiteX3" fmla="*/ 18166 w 27137"/>
                      <a:gd name="connsiteY3" fmla="*/ 32205 h 36247"/>
                      <a:gd name="connsiteX4" fmla="*/ 20796 w 27137"/>
                      <a:gd name="connsiteY4" fmla="*/ 30765 h 36247"/>
                      <a:gd name="connsiteX5" fmla="*/ 22347 w 27137"/>
                      <a:gd name="connsiteY5" fmla="*/ 28744 h 36247"/>
                      <a:gd name="connsiteX6" fmla="*/ 22873 w 27137"/>
                      <a:gd name="connsiteY6" fmla="*/ 26362 h 36247"/>
                      <a:gd name="connsiteX7" fmla="*/ 21239 w 27137"/>
                      <a:gd name="connsiteY7" fmla="*/ 22596 h 36247"/>
                      <a:gd name="connsiteX8" fmla="*/ 17141 w 27137"/>
                      <a:gd name="connsiteY8" fmla="*/ 20658 h 36247"/>
                      <a:gd name="connsiteX9" fmla="*/ 11824 w 27137"/>
                      <a:gd name="connsiteY9" fmla="*/ 19467 h 36247"/>
                      <a:gd name="connsiteX10" fmla="*/ 6507 w 27137"/>
                      <a:gd name="connsiteY10" fmla="*/ 17972 h 36247"/>
                      <a:gd name="connsiteX11" fmla="*/ 2409 w 27137"/>
                      <a:gd name="connsiteY11" fmla="*/ 15119 h 36247"/>
                      <a:gd name="connsiteX12" fmla="*/ 775 w 27137"/>
                      <a:gd name="connsiteY12" fmla="*/ 9858 h 36247"/>
                      <a:gd name="connsiteX13" fmla="*/ 3932 w 27137"/>
                      <a:gd name="connsiteY13" fmla="*/ 2769 h 36247"/>
                      <a:gd name="connsiteX14" fmla="*/ 12877 w 27137"/>
                      <a:gd name="connsiteY14" fmla="*/ 0 h 36247"/>
                      <a:gd name="connsiteX15" fmla="*/ 21959 w 27137"/>
                      <a:gd name="connsiteY15" fmla="*/ 2492 h 36247"/>
                      <a:gd name="connsiteX16" fmla="*/ 26168 w 27137"/>
                      <a:gd name="connsiteY16" fmla="*/ 10827 h 36247"/>
                      <a:gd name="connsiteX17" fmla="*/ 22125 w 27137"/>
                      <a:gd name="connsiteY17" fmla="*/ 10827 h 36247"/>
                      <a:gd name="connsiteX18" fmla="*/ 19107 w 27137"/>
                      <a:gd name="connsiteY18" fmla="*/ 5206 h 36247"/>
                      <a:gd name="connsiteX19" fmla="*/ 12821 w 27137"/>
                      <a:gd name="connsiteY19" fmla="*/ 3572 h 36247"/>
                      <a:gd name="connsiteX20" fmla="*/ 7034 w 27137"/>
                      <a:gd name="connsiteY20" fmla="*/ 5206 h 36247"/>
                      <a:gd name="connsiteX21" fmla="*/ 5040 w 27137"/>
                      <a:gd name="connsiteY21" fmla="*/ 9498 h 36247"/>
                      <a:gd name="connsiteX22" fmla="*/ 6674 w 27137"/>
                      <a:gd name="connsiteY22" fmla="*/ 13043 h 36247"/>
                      <a:gd name="connsiteX23" fmla="*/ 10772 w 27137"/>
                      <a:gd name="connsiteY23" fmla="*/ 15036 h 36247"/>
                      <a:gd name="connsiteX24" fmla="*/ 16089 w 27137"/>
                      <a:gd name="connsiteY24" fmla="*/ 16393 h 36247"/>
                      <a:gd name="connsiteX25" fmla="*/ 21405 w 27137"/>
                      <a:gd name="connsiteY25" fmla="*/ 18082 h 36247"/>
                      <a:gd name="connsiteX26" fmla="*/ 25504 w 27137"/>
                      <a:gd name="connsiteY26" fmla="*/ 21045 h 36247"/>
                      <a:gd name="connsiteX27" fmla="*/ 27138 w 27137"/>
                      <a:gd name="connsiteY27" fmla="*/ 26224 h 36247"/>
                      <a:gd name="connsiteX28" fmla="*/ 26085 w 27137"/>
                      <a:gd name="connsiteY28" fmla="*/ 30571 h 36247"/>
                      <a:gd name="connsiteX29" fmla="*/ 23150 w 27137"/>
                      <a:gd name="connsiteY29" fmla="*/ 33728 h 36247"/>
                      <a:gd name="connsiteX30" fmla="*/ 18719 w 27137"/>
                      <a:gd name="connsiteY30" fmla="*/ 35611 h 36247"/>
                      <a:gd name="connsiteX31" fmla="*/ 13098 w 27137"/>
                      <a:gd name="connsiteY31" fmla="*/ 36248 h 36247"/>
                      <a:gd name="connsiteX32" fmla="*/ 7671 w 27137"/>
                      <a:gd name="connsiteY32" fmla="*/ 35362 h 36247"/>
                      <a:gd name="connsiteX33" fmla="*/ 3655 w 27137"/>
                      <a:gd name="connsiteY33" fmla="*/ 32870 h 36247"/>
                      <a:gd name="connsiteX34" fmla="*/ 1052 w 27137"/>
                      <a:gd name="connsiteY34" fmla="*/ 29159 h 36247"/>
                      <a:gd name="connsiteX35" fmla="*/ 0 w 27137"/>
                      <a:gd name="connsiteY35" fmla="*/ 24562 h 36247"/>
                      <a:gd name="connsiteX36" fmla="*/ 4043 w 27137"/>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137" h="36247">
                        <a:moveTo>
                          <a:pt x="4071" y="24617"/>
                        </a:moveTo>
                        <a:cubicBezTo>
                          <a:pt x="4680" y="27580"/>
                          <a:pt x="5815" y="29685"/>
                          <a:pt x="7421" y="30903"/>
                        </a:cubicBezTo>
                        <a:cubicBezTo>
                          <a:pt x="9027" y="32122"/>
                          <a:pt x="11353" y="32731"/>
                          <a:pt x="14372" y="32731"/>
                        </a:cubicBezTo>
                        <a:cubicBezTo>
                          <a:pt x="15839" y="32731"/>
                          <a:pt x="17086" y="32565"/>
                          <a:pt x="18166" y="32205"/>
                        </a:cubicBezTo>
                        <a:cubicBezTo>
                          <a:pt x="19218" y="31845"/>
                          <a:pt x="20104" y="31374"/>
                          <a:pt x="20796" y="30765"/>
                        </a:cubicBezTo>
                        <a:cubicBezTo>
                          <a:pt x="21489" y="30156"/>
                          <a:pt x="22015" y="29491"/>
                          <a:pt x="22347" y="28744"/>
                        </a:cubicBezTo>
                        <a:cubicBezTo>
                          <a:pt x="22707" y="27996"/>
                          <a:pt x="22873" y="27193"/>
                          <a:pt x="22873" y="26362"/>
                        </a:cubicBezTo>
                        <a:cubicBezTo>
                          <a:pt x="22873" y="24673"/>
                          <a:pt x="22319" y="23427"/>
                          <a:pt x="21239" y="22596"/>
                        </a:cubicBezTo>
                        <a:cubicBezTo>
                          <a:pt x="20159" y="21765"/>
                          <a:pt x="18802" y="21129"/>
                          <a:pt x="17141" y="20658"/>
                        </a:cubicBezTo>
                        <a:cubicBezTo>
                          <a:pt x="15479" y="20187"/>
                          <a:pt x="13735" y="19799"/>
                          <a:pt x="11824" y="19467"/>
                        </a:cubicBezTo>
                        <a:cubicBezTo>
                          <a:pt x="9914" y="19134"/>
                          <a:pt x="8141" y="18636"/>
                          <a:pt x="6507" y="17972"/>
                        </a:cubicBezTo>
                        <a:cubicBezTo>
                          <a:pt x="4874" y="17307"/>
                          <a:pt x="3517" y="16365"/>
                          <a:pt x="2409" y="15119"/>
                        </a:cubicBezTo>
                        <a:cubicBezTo>
                          <a:pt x="1329" y="13873"/>
                          <a:pt x="775" y="12129"/>
                          <a:pt x="775" y="9858"/>
                        </a:cubicBezTo>
                        <a:cubicBezTo>
                          <a:pt x="775" y="6978"/>
                          <a:pt x="1828" y="4624"/>
                          <a:pt x="3932" y="2769"/>
                        </a:cubicBezTo>
                        <a:cubicBezTo>
                          <a:pt x="6037" y="941"/>
                          <a:pt x="9027" y="0"/>
                          <a:pt x="12877" y="0"/>
                        </a:cubicBezTo>
                        <a:cubicBezTo>
                          <a:pt x="16726" y="0"/>
                          <a:pt x="19633" y="831"/>
                          <a:pt x="21959" y="2492"/>
                        </a:cubicBezTo>
                        <a:cubicBezTo>
                          <a:pt x="24285" y="4154"/>
                          <a:pt x="25698" y="6923"/>
                          <a:pt x="26168" y="10827"/>
                        </a:cubicBezTo>
                        <a:lnTo>
                          <a:pt x="22125" y="10827"/>
                        </a:lnTo>
                        <a:cubicBezTo>
                          <a:pt x="21765" y="8169"/>
                          <a:pt x="20769" y="6286"/>
                          <a:pt x="19107" y="5206"/>
                        </a:cubicBezTo>
                        <a:cubicBezTo>
                          <a:pt x="17446" y="4126"/>
                          <a:pt x="15341" y="3572"/>
                          <a:pt x="12821" y="3572"/>
                        </a:cubicBezTo>
                        <a:cubicBezTo>
                          <a:pt x="10301" y="3572"/>
                          <a:pt x="8363" y="4126"/>
                          <a:pt x="7034" y="5206"/>
                        </a:cubicBezTo>
                        <a:cubicBezTo>
                          <a:pt x="5704" y="6286"/>
                          <a:pt x="5040" y="7726"/>
                          <a:pt x="5040" y="9498"/>
                        </a:cubicBezTo>
                        <a:cubicBezTo>
                          <a:pt x="5040" y="11049"/>
                          <a:pt x="5594" y="12239"/>
                          <a:pt x="6674" y="13043"/>
                        </a:cubicBezTo>
                        <a:cubicBezTo>
                          <a:pt x="7754" y="13873"/>
                          <a:pt x="9110" y="14538"/>
                          <a:pt x="10772" y="15036"/>
                        </a:cubicBezTo>
                        <a:cubicBezTo>
                          <a:pt x="12406" y="15535"/>
                          <a:pt x="14178" y="16005"/>
                          <a:pt x="16089" y="16393"/>
                        </a:cubicBezTo>
                        <a:cubicBezTo>
                          <a:pt x="17999" y="16781"/>
                          <a:pt x="19772" y="17362"/>
                          <a:pt x="21405" y="18082"/>
                        </a:cubicBezTo>
                        <a:cubicBezTo>
                          <a:pt x="23039" y="18802"/>
                          <a:pt x="24396" y="19799"/>
                          <a:pt x="25504" y="21045"/>
                        </a:cubicBezTo>
                        <a:cubicBezTo>
                          <a:pt x="26584" y="22291"/>
                          <a:pt x="27138" y="24008"/>
                          <a:pt x="27138" y="26224"/>
                        </a:cubicBezTo>
                        <a:cubicBezTo>
                          <a:pt x="27138" y="27857"/>
                          <a:pt x="26778" y="29325"/>
                          <a:pt x="26085" y="30571"/>
                        </a:cubicBezTo>
                        <a:cubicBezTo>
                          <a:pt x="25365" y="31845"/>
                          <a:pt x="24396" y="32897"/>
                          <a:pt x="23150" y="33728"/>
                        </a:cubicBezTo>
                        <a:cubicBezTo>
                          <a:pt x="21904" y="34559"/>
                          <a:pt x="20436" y="35196"/>
                          <a:pt x="18719" y="35611"/>
                        </a:cubicBezTo>
                        <a:cubicBezTo>
                          <a:pt x="17003" y="36026"/>
                          <a:pt x="15147" y="36248"/>
                          <a:pt x="13098" y="36248"/>
                        </a:cubicBezTo>
                        <a:cubicBezTo>
                          <a:pt x="11049" y="36248"/>
                          <a:pt x="9249" y="35943"/>
                          <a:pt x="7671" y="35362"/>
                        </a:cubicBezTo>
                        <a:cubicBezTo>
                          <a:pt x="6092" y="34780"/>
                          <a:pt x="4763" y="33922"/>
                          <a:pt x="3655" y="32870"/>
                        </a:cubicBezTo>
                        <a:cubicBezTo>
                          <a:pt x="2548" y="31817"/>
                          <a:pt x="1689" y="30571"/>
                          <a:pt x="1052" y="29159"/>
                        </a:cubicBezTo>
                        <a:cubicBezTo>
                          <a:pt x="443" y="27746"/>
                          <a:pt x="83" y="26224"/>
                          <a:pt x="0" y="24562"/>
                        </a:cubicBezTo>
                        <a:lnTo>
                          <a:pt x="4043" y="2456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92" name="Freeform 3691">
                    <a:extLst>
                      <a:ext uri="{FF2B5EF4-FFF2-40B4-BE49-F238E27FC236}">
                        <a16:creationId xmlns:a16="http://schemas.microsoft.com/office/drawing/2014/main" id="{04F42506-48EC-BB00-58E3-F11CD2AFF562}"/>
                      </a:ext>
                    </a:extLst>
                  </p:cNvPr>
                  <p:cNvSpPr/>
                  <p:nvPr/>
                </p:nvSpPr>
                <p:spPr>
                  <a:xfrm>
                    <a:off x="2722910" y="4088816"/>
                    <a:ext cx="32454" cy="36303"/>
                  </a:xfrm>
                  <a:custGeom>
                    <a:avLst/>
                    <a:gdLst>
                      <a:gd name="connsiteX0" fmla="*/ 17639 w 32454"/>
                      <a:gd name="connsiteY0" fmla="*/ 15230 h 36303"/>
                      <a:gd name="connsiteX1" fmla="*/ 20325 w 32454"/>
                      <a:gd name="connsiteY1" fmla="*/ 14843 h 36303"/>
                      <a:gd name="connsiteX2" fmla="*/ 22873 w 32454"/>
                      <a:gd name="connsiteY2" fmla="*/ 14123 h 36303"/>
                      <a:gd name="connsiteX3" fmla="*/ 24092 w 32454"/>
                      <a:gd name="connsiteY3" fmla="*/ 12572 h 36303"/>
                      <a:gd name="connsiteX4" fmla="*/ 24313 w 32454"/>
                      <a:gd name="connsiteY4" fmla="*/ 10551 h 36303"/>
                      <a:gd name="connsiteX5" fmla="*/ 22347 w 32454"/>
                      <a:gd name="connsiteY5" fmla="*/ 5538 h 36303"/>
                      <a:gd name="connsiteX6" fmla="*/ 15729 w 32454"/>
                      <a:gd name="connsiteY6" fmla="*/ 3572 h 36303"/>
                      <a:gd name="connsiteX7" fmla="*/ 11935 w 32454"/>
                      <a:gd name="connsiteY7" fmla="*/ 3932 h 36303"/>
                      <a:gd name="connsiteX8" fmla="*/ 8917 w 32454"/>
                      <a:gd name="connsiteY8" fmla="*/ 5206 h 36303"/>
                      <a:gd name="connsiteX9" fmla="*/ 6784 w 32454"/>
                      <a:gd name="connsiteY9" fmla="*/ 7587 h 36303"/>
                      <a:gd name="connsiteX10" fmla="*/ 5677 w 32454"/>
                      <a:gd name="connsiteY10" fmla="*/ 11354 h 36303"/>
                      <a:gd name="connsiteX11" fmla="*/ 1634 w 32454"/>
                      <a:gd name="connsiteY11" fmla="*/ 11354 h 36303"/>
                      <a:gd name="connsiteX12" fmla="*/ 3018 w 32454"/>
                      <a:gd name="connsiteY12" fmla="*/ 6148 h 36303"/>
                      <a:gd name="connsiteX13" fmla="*/ 6120 w 32454"/>
                      <a:gd name="connsiteY13" fmla="*/ 2631 h 36303"/>
                      <a:gd name="connsiteX14" fmla="*/ 10495 w 32454"/>
                      <a:gd name="connsiteY14" fmla="*/ 637 h 36303"/>
                      <a:gd name="connsiteX15" fmla="*/ 15784 w 32454"/>
                      <a:gd name="connsiteY15" fmla="*/ 0 h 36303"/>
                      <a:gd name="connsiteX16" fmla="*/ 20658 w 32454"/>
                      <a:gd name="connsiteY16" fmla="*/ 554 h 36303"/>
                      <a:gd name="connsiteX17" fmla="*/ 24645 w 32454"/>
                      <a:gd name="connsiteY17" fmla="*/ 2354 h 36303"/>
                      <a:gd name="connsiteX18" fmla="*/ 27304 w 32454"/>
                      <a:gd name="connsiteY18" fmla="*/ 5649 h 36303"/>
                      <a:gd name="connsiteX19" fmla="*/ 28273 w 32454"/>
                      <a:gd name="connsiteY19" fmla="*/ 10689 h 36303"/>
                      <a:gd name="connsiteX20" fmla="*/ 28273 w 32454"/>
                      <a:gd name="connsiteY20" fmla="*/ 29436 h 36303"/>
                      <a:gd name="connsiteX21" fmla="*/ 29104 w 32454"/>
                      <a:gd name="connsiteY21" fmla="*/ 32399 h 36303"/>
                      <a:gd name="connsiteX22" fmla="*/ 32454 w 32454"/>
                      <a:gd name="connsiteY22" fmla="*/ 32095 h 36303"/>
                      <a:gd name="connsiteX23" fmla="*/ 32454 w 32454"/>
                      <a:gd name="connsiteY23" fmla="*/ 35224 h 36303"/>
                      <a:gd name="connsiteX24" fmla="*/ 31097 w 32454"/>
                      <a:gd name="connsiteY24" fmla="*/ 35611 h 36303"/>
                      <a:gd name="connsiteX25" fmla="*/ 29325 w 32454"/>
                      <a:gd name="connsiteY25" fmla="*/ 35888 h 36303"/>
                      <a:gd name="connsiteX26" fmla="*/ 27525 w 32454"/>
                      <a:gd name="connsiteY26" fmla="*/ 35694 h 36303"/>
                      <a:gd name="connsiteX27" fmla="*/ 25919 w 32454"/>
                      <a:gd name="connsiteY27" fmla="*/ 35057 h 36303"/>
                      <a:gd name="connsiteX28" fmla="*/ 24950 w 32454"/>
                      <a:gd name="connsiteY28" fmla="*/ 33867 h 36303"/>
                      <a:gd name="connsiteX29" fmla="*/ 24452 w 32454"/>
                      <a:gd name="connsiteY29" fmla="*/ 32344 h 36303"/>
                      <a:gd name="connsiteX30" fmla="*/ 24313 w 32454"/>
                      <a:gd name="connsiteY30" fmla="*/ 30571 h 36303"/>
                      <a:gd name="connsiteX31" fmla="*/ 18526 w 32454"/>
                      <a:gd name="connsiteY31" fmla="*/ 34836 h 36303"/>
                      <a:gd name="connsiteX32" fmla="*/ 11492 w 32454"/>
                      <a:gd name="connsiteY32" fmla="*/ 36303 h 36303"/>
                      <a:gd name="connsiteX33" fmla="*/ 7144 w 32454"/>
                      <a:gd name="connsiteY33" fmla="*/ 35694 h 36303"/>
                      <a:gd name="connsiteX34" fmla="*/ 3461 w 32454"/>
                      <a:gd name="connsiteY34" fmla="*/ 33839 h 36303"/>
                      <a:gd name="connsiteX35" fmla="*/ 941 w 32454"/>
                      <a:gd name="connsiteY35" fmla="*/ 30738 h 36303"/>
                      <a:gd name="connsiteX36" fmla="*/ 0 w 32454"/>
                      <a:gd name="connsiteY36" fmla="*/ 26390 h 36303"/>
                      <a:gd name="connsiteX37" fmla="*/ 12018 w 32454"/>
                      <a:gd name="connsiteY37" fmla="*/ 16033 h 36303"/>
                      <a:gd name="connsiteX38" fmla="*/ 17529 w 32454"/>
                      <a:gd name="connsiteY38" fmla="*/ 15313 h 36303"/>
                      <a:gd name="connsiteX39" fmla="*/ 24368 w 32454"/>
                      <a:gd name="connsiteY39" fmla="*/ 17224 h 36303"/>
                      <a:gd name="connsiteX40" fmla="*/ 19246 w 32454"/>
                      <a:gd name="connsiteY40" fmla="*/ 18609 h 36303"/>
                      <a:gd name="connsiteX41" fmla="*/ 14067 w 32454"/>
                      <a:gd name="connsiteY41" fmla="*/ 19135 h 36303"/>
                      <a:gd name="connsiteX42" fmla="*/ 6923 w 32454"/>
                      <a:gd name="connsiteY42" fmla="*/ 21184 h 36303"/>
                      <a:gd name="connsiteX43" fmla="*/ 4375 w 32454"/>
                      <a:gd name="connsiteY43" fmla="*/ 26445 h 36303"/>
                      <a:gd name="connsiteX44" fmla="*/ 5012 w 32454"/>
                      <a:gd name="connsiteY44" fmla="*/ 29214 h 36303"/>
                      <a:gd name="connsiteX45" fmla="*/ 6674 w 32454"/>
                      <a:gd name="connsiteY45" fmla="*/ 31153 h 36303"/>
                      <a:gd name="connsiteX46" fmla="*/ 9055 w 32454"/>
                      <a:gd name="connsiteY46" fmla="*/ 32288 h 36303"/>
                      <a:gd name="connsiteX47" fmla="*/ 11824 w 32454"/>
                      <a:gd name="connsiteY47" fmla="*/ 32648 h 36303"/>
                      <a:gd name="connsiteX48" fmla="*/ 16476 w 32454"/>
                      <a:gd name="connsiteY48" fmla="*/ 32039 h 36303"/>
                      <a:gd name="connsiteX49" fmla="*/ 20492 w 32454"/>
                      <a:gd name="connsiteY49" fmla="*/ 30211 h 36303"/>
                      <a:gd name="connsiteX50" fmla="*/ 23316 w 32454"/>
                      <a:gd name="connsiteY50" fmla="*/ 27082 h 36303"/>
                      <a:gd name="connsiteX51" fmla="*/ 24368 w 32454"/>
                      <a:gd name="connsiteY51" fmla="*/ 22596 h 36303"/>
                      <a:gd name="connsiteX52" fmla="*/ 24368 w 32454"/>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2454" h="36303">
                        <a:moveTo>
                          <a:pt x="17639" y="15230"/>
                        </a:moveTo>
                        <a:cubicBezTo>
                          <a:pt x="18387" y="15147"/>
                          <a:pt x="19301" y="15009"/>
                          <a:pt x="20325" y="14843"/>
                        </a:cubicBezTo>
                        <a:cubicBezTo>
                          <a:pt x="21378" y="14677"/>
                          <a:pt x="22209" y="14427"/>
                          <a:pt x="22873" y="14123"/>
                        </a:cubicBezTo>
                        <a:cubicBezTo>
                          <a:pt x="23538" y="13818"/>
                          <a:pt x="23953" y="13292"/>
                          <a:pt x="24092" y="12572"/>
                        </a:cubicBezTo>
                        <a:cubicBezTo>
                          <a:pt x="24258" y="11852"/>
                          <a:pt x="24313" y="11160"/>
                          <a:pt x="24313" y="10551"/>
                        </a:cubicBezTo>
                        <a:cubicBezTo>
                          <a:pt x="24313" y="8501"/>
                          <a:pt x="23648" y="6840"/>
                          <a:pt x="22347" y="5538"/>
                        </a:cubicBezTo>
                        <a:cubicBezTo>
                          <a:pt x="21045" y="4237"/>
                          <a:pt x="18830" y="3572"/>
                          <a:pt x="15729" y="3572"/>
                        </a:cubicBezTo>
                        <a:cubicBezTo>
                          <a:pt x="14344" y="3572"/>
                          <a:pt x="13098" y="3683"/>
                          <a:pt x="11935" y="3932"/>
                        </a:cubicBezTo>
                        <a:cubicBezTo>
                          <a:pt x="10772" y="4181"/>
                          <a:pt x="9775" y="4597"/>
                          <a:pt x="8917" y="5206"/>
                        </a:cubicBezTo>
                        <a:cubicBezTo>
                          <a:pt x="8058" y="5815"/>
                          <a:pt x="7338" y="6591"/>
                          <a:pt x="6784" y="7587"/>
                        </a:cubicBezTo>
                        <a:cubicBezTo>
                          <a:pt x="6231" y="8585"/>
                          <a:pt x="5871" y="9831"/>
                          <a:pt x="5677" y="11354"/>
                        </a:cubicBezTo>
                        <a:lnTo>
                          <a:pt x="1634" y="11354"/>
                        </a:lnTo>
                        <a:cubicBezTo>
                          <a:pt x="1772" y="9304"/>
                          <a:pt x="2243" y="7587"/>
                          <a:pt x="3018" y="6148"/>
                        </a:cubicBezTo>
                        <a:cubicBezTo>
                          <a:pt x="3794" y="4708"/>
                          <a:pt x="4846" y="3545"/>
                          <a:pt x="6120" y="2631"/>
                        </a:cubicBezTo>
                        <a:cubicBezTo>
                          <a:pt x="7394" y="1717"/>
                          <a:pt x="8834" y="1052"/>
                          <a:pt x="10495" y="637"/>
                        </a:cubicBezTo>
                        <a:cubicBezTo>
                          <a:pt x="12157" y="222"/>
                          <a:pt x="13929" y="0"/>
                          <a:pt x="15784" y="0"/>
                        </a:cubicBezTo>
                        <a:cubicBezTo>
                          <a:pt x="17501" y="0"/>
                          <a:pt x="19135" y="194"/>
                          <a:pt x="20658" y="554"/>
                        </a:cubicBezTo>
                        <a:cubicBezTo>
                          <a:pt x="22181" y="942"/>
                          <a:pt x="23510" y="1523"/>
                          <a:pt x="24645" y="2354"/>
                        </a:cubicBezTo>
                        <a:cubicBezTo>
                          <a:pt x="25781" y="3185"/>
                          <a:pt x="26667" y="4265"/>
                          <a:pt x="27304" y="5649"/>
                        </a:cubicBezTo>
                        <a:cubicBezTo>
                          <a:pt x="27941" y="7034"/>
                          <a:pt x="28273" y="8695"/>
                          <a:pt x="28273" y="10689"/>
                        </a:cubicBezTo>
                        <a:lnTo>
                          <a:pt x="28273" y="29436"/>
                        </a:lnTo>
                        <a:cubicBezTo>
                          <a:pt x="28273" y="30987"/>
                          <a:pt x="28550" y="31984"/>
                          <a:pt x="29104" y="32399"/>
                        </a:cubicBezTo>
                        <a:cubicBezTo>
                          <a:pt x="29657" y="32815"/>
                          <a:pt x="30765" y="32731"/>
                          <a:pt x="32454" y="32095"/>
                        </a:cubicBezTo>
                        <a:lnTo>
                          <a:pt x="32454" y="35224"/>
                        </a:lnTo>
                        <a:cubicBezTo>
                          <a:pt x="32150" y="35306"/>
                          <a:pt x="31679" y="35445"/>
                          <a:pt x="31097" y="35611"/>
                        </a:cubicBezTo>
                        <a:cubicBezTo>
                          <a:pt x="30488" y="35777"/>
                          <a:pt x="29907" y="35888"/>
                          <a:pt x="29325" y="35888"/>
                        </a:cubicBezTo>
                        <a:cubicBezTo>
                          <a:pt x="28716" y="35888"/>
                          <a:pt x="28107" y="35833"/>
                          <a:pt x="27525" y="35694"/>
                        </a:cubicBezTo>
                        <a:cubicBezTo>
                          <a:pt x="26861" y="35611"/>
                          <a:pt x="26334" y="35390"/>
                          <a:pt x="25919" y="35057"/>
                        </a:cubicBezTo>
                        <a:cubicBezTo>
                          <a:pt x="25531" y="34725"/>
                          <a:pt x="25199" y="34337"/>
                          <a:pt x="24950" y="33867"/>
                        </a:cubicBezTo>
                        <a:cubicBezTo>
                          <a:pt x="24701" y="33396"/>
                          <a:pt x="24535" y="32897"/>
                          <a:pt x="24452" y="32344"/>
                        </a:cubicBezTo>
                        <a:cubicBezTo>
                          <a:pt x="24368" y="31790"/>
                          <a:pt x="24313" y="31208"/>
                          <a:pt x="24313" y="30571"/>
                        </a:cubicBezTo>
                        <a:cubicBezTo>
                          <a:pt x="22624" y="32427"/>
                          <a:pt x="20713" y="33839"/>
                          <a:pt x="18526" y="34836"/>
                        </a:cubicBezTo>
                        <a:cubicBezTo>
                          <a:pt x="16366" y="35805"/>
                          <a:pt x="14012" y="36303"/>
                          <a:pt x="11492" y="36303"/>
                        </a:cubicBezTo>
                        <a:cubicBezTo>
                          <a:pt x="9997" y="36303"/>
                          <a:pt x="8529" y="36110"/>
                          <a:pt x="7144" y="35694"/>
                        </a:cubicBezTo>
                        <a:cubicBezTo>
                          <a:pt x="5760" y="35306"/>
                          <a:pt x="4514" y="34670"/>
                          <a:pt x="3461" y="33839"/>
                        </a:cubicBezTo>
                        <a:cubicBezTo>
                          <a:pt x="2409" y="33008"/>
                          <a:pt x="1551" y="31956"/>
                          <a:pt x="941" y="30738"/>
                        </a:cubicBezTo>
                        <a:cubicBezTo>
                          <a:pt x="332" y="29519"/>
                          <a:pt x="0" y="28079"/>
                          <a:pt x="0" y="26390"/>
                        </a:cubicBezTo>
                        <a:cubicBezTo>
                          <a:pt x="0" y="20547"/>
                          <a:pt x="4015" y="17086"/>
                          <a:pt x="12018" y="16033"/>
                        </a:cubicBezTo>
                        <a:lnTo>
                          <a:pt x="17529" y="15313"/>
                        </a:lnTo>
                        <a:close/>
                        <a:moveTo>
                          <a:pt x="24368" y="17224"/>
                        </a:moveTo>
                        <a:cubicBezTo>
                          <a:pt x="22679" y="17944"/>
                          <a:pt x="20990" y="18387"/>
                          <a:pt x="19246" y="18609"/>
                        </a:cubicBezTo>
                        <a:cubicBezTo>
                          <a:pt x="17529" y="18830"/>
                          <a:pt x="15784" y="18996"/>
                          <a:pt x="14067" y="19135"/>
                        </a:cubicBezTo>
                        <a:cubicBezTo>
                          <a:pt x="11021" y="19356"/>
                          <a:pt x="8640" y="20049"/>
                          <a:pt x="6923" y="21184"/>
                        </a:cubicBezTo>
                        <a:cubicBezTo>
                          <a:pt x="5206" y="22347"/>
                          <a:pt x="4375" y="24092"/>
                          <a:pt x="4375" y="26445"/>
                        </a:cubicBezTo>
                        <a:cubicBezTo>
                          <a:pt x="4375" y="27498"/>
                          <a:pt x="4597" y="28439"/>
                          <a:pt x="5012" y="29214"/>
                        </a:cubicBezTo>
                        <a:cubicBezTo>
                          <a:pt x="5428" y="29990"/>
                          <a:pt x="5981" y="30627"/>
                          <a:pt x="6674" y="31153"/>
                        </a:cubicBezTo>
                        <a:cubicBezTo>
                          <a:pt x="7366" y="31651"/>
                          <a:pt x="8169" y="32039"/>
                          <a:pt x="9055" y="32288"/>
                        </a:cubicBezTo>
                        <a:cubicBezTo>
                          <a:pt x="9969" y="32537"/>
                          <a:pt x="10883" y="32648"/>
                          <a:pt x="11824" y="32648"/>
                        </a:cubicBezTo>
                        <a:cubicBezTo>
                          <a:pt x="13430" y="32648"/>
                          <a:pt x="14981" y="32455"/>
                          <a:pt x="16476" y="32039"/>
                        </a:cubicBezTo>
                        <a:cubicBezTo>
                          <a:pt x="17972" y="31651"/>
                          <a:pt x="19329" y="31042"/>
                          <a:pt x="20492" y="30211"/>
                        </a:cubicBezTo>
                        <a:cubicBezTo>
                          <a:pt x="21655" y="29380"/>
                          <a:pt x="22596" y="28356"/>
                          <a:pt x="23316" y="27082"/>
                        </a:cubicBezTo>
                        <a:cubicBezTo>
                          <a:pt x="24036" y="25809"/>
                          <a:pt x="24368" y="24313"/>
                          <a:pt x="24368" y="22596"/>
                        </a:cubicBezTo>
                        <a:lnTo>
                          <a:pt x="24368" y="1722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93" name="Freeform 3692">
                    <a:extLst>
                      <a:ext uri="{FF2B5EF4-FFF2-40B4-BE49-F238E27FC236}">
                        <a16:creationId xmlns:a16="http://schemas.microsoft.com/office/drawing/2014/main" id="{20584C47-D379-DDE3-E5CC-2EA1F2715775}"/>
                      </a:ext>
                    </a:extLst>
                  </p:cNvPr>
                  <p:cNvSpPr/>
                  <p:nvPr/>
                </p:nvSpPr>
                <p:spPr>
                  <a:xfrm>
                    <a:off x="2761152" y="4088789"/>
                    <a:ext cx="46798" cy="35417"/>
                  </a:xfrm>
                  <a:custGeom>
                    <a:avLst/>
                    <a:gdLst>
                      <a:gd name="connsiteX0" fmla="*/ 3988 w 46798"/>
                      <a:gd name="connsiteY0" fmla="*/ 35334 h 35417"/>
                      <a:gd name="connsiteX1" fmla="*/ 0 w 46798"/>
                      <a:gd name="connsiteY1" fmla="*/ 35334 h 35417"/>
                      <a:gd name="connsiteX2" fmla="*/ 0 w 46798"/>
                      <a:gd name="connsiteY2" fmla="*/ 914 h 35417"/>
                      <a:gd name="connsiteX3" fmla="*/ 3988 w 46798"/>
                      <a:gd name="connsiteY3" fmla="*/ 914 h 35417"/>
                      <a:gd name="connsiteX4" fmla="*/ 3988 w 46798"/>
                      <a:gd name="connsiteY4" fmla="*/ 6092 h 35417"/>
                      <a:gd name="connsiteX5" fmla="*/ 4126 w 46798"/>
                      <a:gd name="connsiteY5" fmla="*/ 6092 h 35417"/>
                      <a:gd name="connsiteX6" fmla="*/ 8501 w 46798"/>
                      <a:gd name="connsiteY6" fmla="*/ 1551 h 35417"/>
                      <a:gd name="connsiteX7" fmla="*/ 14760 w 46798"/>
                      <a:gd name="connsiteY7" fmla="*/ 0 h 35417"/>
                      <a:gd name="connsiteX8" fmla="*/ 18802 w 46798"/>
                      <a:gd name="connsiteY8" fmla="*/ 526 h 35417"/>
                      <a:gd name="connsiteX9" fmla="*/ 21627 w 46798"/>
                      <a:gd name="connsiteY9" fmla="*/ 1966 h 35417"/>
                      <a:gd name="connsiteX10" fmla="*/ 23565 w 46798"/>
                      <a:gd name="connsiteY10" fmla="*/ 4071 h 35417"/>
                      <a:gd name="connsiteX11" fmla="*/ 24867 w 46798"/>
                      <a:gd name="connsiteY11" fmla="*/ 6674 h 35417"/>
                      <a:gd name="connsiteX12" fmla="*/ 29491 w 46798"/>
                      <a:gd name="connsiteY12" fmla="*/ 1662 h 35417"/>
                      <a:gd name="connsiteX13" fmla="*/ 36110 w 46798"/>
                      <a:gd name="connsiteY13" fmla="*/ 28 h 35417"/>
                      <a:gd name="connsiteX14" fmla="*/ 41731 w 46798"/>
                      <a:gd name="connsiteY14" fmla="*/ 1191 h 35417"/>
                      <a:gd name="connsiteX15" fmla="*/ 44943 w 46798"/>
                      <a:gd name="connsiteY15" fmla="*/ 4237 h 35417"/>
                      <a:gd name="connsiteX16" fmla="*/ 46438 w 46798"/>
                      <a:gd name="connsiteY16" fmla="*/ 8585 h 35417"/>
                      <a:gd name="connsiteX17" fmla="*/ 46798 w 46798"/>
                      <a:gd name="connsiteY17" fmla="*/ 13624 h 35417"/>
                      <a:gd name="connsiteX18" fmla="*/ 46798 w 46798"/>
                      <a:gd name="connsiteY18" fmla="*/ 35362 h 35417"/>
                      <a:gd name="connsiteX19" fmla="*/ 42811 w 46798"/>
                      <a:gd name="connsiteY19" fmla="*/ 35362 h 35417"/>
                      <a:gd name="connsiteX20" fmla="*/ 42811 w 46798"/>
                      <a:gd name="connsiteY20" fmla="*/ 11575 h 35417"/>
                      <a:gd name="connsiteX21" fmla="*/ 41260 w 46798"/>
                      <a:gd name="connsiteY21" fmla="*/ 5732 h 35417"/>
                      <a:gd name="connsiteX22" fmla="*/ 35445 w 46798"/>
                      <a:gd name="connsiteY22" fmla="*/ 3600 h 35417"/>
                      <a:gd name="connsiteX23" fmla="*/ 31236 w 46798"/>
                      <a:gd name="connsiteY23" fmla="*/ 4569 h 35417"/>
                      <a:gd name="connsiteX24" fmla="*/ 27691 w 46798"/>
                      <a:gd name="connsiteY24" fmla="*/ 7532 h 35417"/>
                      <a:gd name="connsiteX25" fmla="*/ 26584 w 46798"/>
                      <a:gd name="connsiteY25" fmla="*/ 9554 h 35417"/>
                      <a:gd name="connsiteX26" fmla="*/ 25891 w 46798"/>
                      <a:gd name="connsiteY26" fmla="*/ 11991 h 35417"/>
                      <a:gd name="connsiteX27" fmla="*/ 25531 w 46798"/>
                      <a:gd name="connsiteY27" fmla="*/ 14511 h 35417"/>
                      <a:gd name="connsiteX28" fmla="*/ 25421 w 46798"/>
                      <a:gd name="connsiteY28" fmla="*/ 16837 h 35417"/>
                      <a:gd name="connsiteX29" fmla="*/ 25421 w 46798"/>
                      <a:gd name="connsiteY29" fmla="*/ 35390 h 35417"/>
                      <a:gd name="connsiteX30" fmla="*/ 21433 w 46798"/>
                      <a:gd name="connsiteY30" fmla="*/ 35390 h 35417"/>
                      <a:gd name="connsiteX31" fmla="*/ 21433 w 46798"/>
                      <a:gd name="connsiteY31" fmla="*/ 11603 h 35417"/>
                      <a:gd name="connsiteX32" fmla="*/ 19882 w 46798"/>
                      <a:gd name="connsiteY32" fmla="*/ 5760 h 35417"/>
                      <a:gd name="connsiteX33" fmla="*/ 14067 w 46798"/>
                      <a:gd name="connsiteY33" fmla="*/ 3628 h 35417"/>
                      <a:gd name="connsiteX34" fmla="*/ 9858 w 46798"/>
                      <a:gd name="connsiteY34" fmla="*/ 4597 h 35417"/>
                      <a:gd name="connsiteX35" fmla="*/ 6314 w 46798"/>
                      <a:gd name="connsiteY35" fmla="*/ 7560 h 35417"/>
                      <a:gd name="connsiteX36" fmla="*/ 5206 w 46798"/>
                      <a:gd name="connsiteY36" fmla="*/ 9581 h 35417"/>
                      <a:gd name="connsiteX37" fmla="*/ 4514 w 46798"/>
                      <a:gd name="connsiteY37" fmla="*/ 12018 h 35417"/>
                      <a:gd name="connsiteX38" fmla="*/ 4154 w 46798"/>
                      <a:gd name="connsiteY38" fmla="*/ 14538 h 35417"/>
                      <a:gd name="connsiteX39" fmla="*/ 4043 w 46798"/>
                      <a:gd name="connsiteY39" fmla="*/ 16864 h 35417"/>
                      <a:gd name="connsiteX40" fmla="*/ 4043 w 4679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798" h="35417">
                        <a:moveTo>
                          <a:pt x="3988" y="35334"/>
                        </a:moveTo>
                        <a:lnTo>
                          <a:pt x="0" y="35334"/>
                        </a:lnTo>
                        <a:lnTo>
                          <a:pt x="0" y="914"/>
                        </a:lnTo>
                        <a:lnTo>
                          <a:pt x="3988" y="914"/>
                        </a:lnTo>
                        <a:lnTo>
                          <a:pt x="3988" y="6092"/>
                        </a:lnTo>
                        <a:lnTo>
                          <a:pt x="4126" y="6092"/>
                        </a:lnTo>
                        <a:cubicBezTo>
                          <a:pt x="5151" y="4099"/>
                          <a:pt x="6618" y="2575"/>
                          <a:pt x="8501" y="1551"/>
                        </a:cubicBezTo>
                        <a:cubicBezTo>
                          <a:pt x="10384" y="526"/>
                          <a:pt x="12489" y="0"/>
                          <a:pt x="14760" y="0"/>
                        </a:cubicBezTo>
                        <a:cubicBezTo>
                          <a:pt x="16366" y="0"/>
                          <a:pt x="17695" y="166"/>
                          <a:pt x="18802" y="526"/>
                        </a:cubicBezTo>
                        <a:cubicBezTo>
                          <a:pt x="19910" y="886"/>
                          <a:pt x="20852" y="1357"/>
                          <a:pt x="21627" y="1966"/>
                        </a:cubicBezTo>
                        <a:cubicBezTo>
                          <a:pt x="22402" y="2575"/>
                          <a:pt x="23039" y="3268"/>
                          <a:pt x="23565" y="4071"/>
                        </a:cubicBezTo>
                        <a:cubicBezTo>
                          <a:pt x="24064" y="4874"/>
                          <a:pt x="24507" y="5732"/>
                          <a:pt x="24867" y="6674"/>
                        </a:cubicBezTo>
                        <a:cubicBezTo>
                          <a:pt x="26030" y="4403"/>
                          <a:pt x="27553" y="2742"/>
                          <a:pt x="29491" y="1662"/>
                        </a:cubicBezTo>
                        <a:cubicBezTo>
                          <a:pt x="31430" y="582"/>
                          <a:pt x="33617" y="28"/>
                          <a:pt x="36110" y="28"/>
                        </a:cubicBezTo>
                        <a:cubicBezTo>
                          <a:pt x="38463" y="28"/>
                          <a:pt x="40319" y="415"/>
                          <a:pt x="41731" y="1191"/>
                        </a:cubicBezTo>
                        <a:cubicBezTo>
                          <a:pt x="43115" y="1966"/>
                          <a:pt x="44195" y="2991"/>
                          <a:pt x="44943" y="4237"/>
                        </a:cubicBezTo>
                        <a:cubicBezTo>
                          <a:pt x="45691" y="5483"/>
                          <a:pt x="46189" y="6951"/>
                          <a:pt x="46438" y="8585"/>
                        </a:cubicBezTo>
                        <a:cubicBezTo>
                          <a:pt x="46688" y="10218"/>
                          <a:pt x="46798" y="11907"/>
                          <a:pt x="46798" y="13624"/>
                        </a:cubicBezTo>
                        <a:lnTo>
                          <a:pt x="46798" y="35362"/>
                        </a:lnTo>
                        <a:lnTo>
                          <a:pt x="42811" y="35362"/>
                        </a:lnTo>
                        <a:lnTo>
                          <a:pt x="42811" y="11575"/>
                        </a:lnTo>
                        <a:cubicBezTo>
                          <a:pt x="42811" y="9083"/>
                          <a:pt x="42285" y="7145"/>
                          <a:pt x="41260" y="5732"/>
                        </a:cubicBezTo>
                        <a:cubicBezTo>
                          <a:pt x="40208" y="4320"/>
                          <a:pt x="38269" y="3600"/>
                          <a:pt x="35445" y="3600"/>
                        </a:cubicBezTo>
                        <a:cubicBezTo>
                          <a:pt x="33977" y="3600"/>
                          <a:pt x="32565" y="3932"/>
                          <a:pt x="31236" y="4569"/>
                        </a:cubicBezTo>
                        <a:cubicBezTo>
                          <a:pt x="29879" y="5206"/>
                          <a:pt x="28688" y="6203"/>
                          <a:pt x="27691" y="7532"/>
                        </a:cubicBezTo>
                        <a:cubicBezTo>
                          <a:pt x="27248" y="8114"/>
                          <a:pt x="26888" y="8778"/>
                          <a:pt x="26584" y="9554"/>
                        </a:cubicBezTo>
                        <a:cubicBezTo>
                          <a:pt x="26307" y="10329"/>
                          <a:pt x="26058" y="11132"/>
                          <a:pt x="25891" y="11991"/>
                        </a:cubicBezTo>
                        <a:cubicBezTo>
                          <a:pt x="25725" y="12821"/>
                          <a:pt x="25587" y="13680"/>
                          <a:pt x="25531" y="14511"/>
                        </a:cubicBezTo>
                        <a:cubicBezTo>
                          <a:pt x="25476" y="15341"/>
                          <a:pt x="25421" y="16117"/>
                          <a:pt x="25421" y="16837"/>
                        </a:cubicBezTo>
                        <a:lnTo>
                          <a:pt x="25421" y="35390"/>
                        </a:lnTo>
                        <a:lnTo>
                          <a:pt x="21433" y="35390"/>
                        </a:lnTo>
                        <a:lnTo>
                          <a:pt x="21433" y="11603"/>
                        </a:lnTo>
                        <a:cubicBezTo>
                          <a:pt x="21433" y="9111"/>
                          <a:pt x="20907" y="7172"/>
                          <a:pt x="19882" y="5760"/>
                        </a:cubicBezTo>
                        <a:cubicBezTo>
                          <a:pt x="18830" y="4348"/>
                          <a:pt x="16892" y="3628"/>
                          <a:pt x="14067" y="3628"/>
                        </a:cubicBezTo>
                        <a:cubicBezTo>
                          <a:pt x="12600" y="3628"/>
                          <a:pt x="11187" y="3960"/>
                          <a:pt x="9858" y="4597"/>
                        </a:cubicBezTo>
                        <a:cubicBezTo>
                          <a:pt x="8501" y="5234"/>
                          <a:pt x="7311" y="6231"/>
                          <a:pt x="6314" y="7560"/>
                        </a:cubicBezTo>
                        <a:cubicBezTo>
                          <a:pt x="5871" y="8141"/>
                          <a:pt x="5511" y="8806"/>
                          <a:pt x="5206" y="9581"/>
                        </a:cubicBezTo>
                        <a:cubicBezTo>
                          <a:pt x="4929" y="10357"/>
                          <a:pt x="4680" y="11160"/>
                          <a:pt x="4514" y="12018"/>
                        </a:cubicBezTo>
                        <a:cubicBezTo>
                          <a:pt x="4348" y="12849"/>
                          <a:pt x="4209" y="13707"/>
                          <a:pt x="4154" y="14538"/>
                        </a:cubicBezTo>
                        <a:cubicBezTo>
                          <a:pt x="4098" y="15369"/>
                          <a:pt x="4043" y="16144"/>
                          <a:pt x="4043" y="16864"/>
                        </a:cubicBezTo>
                        <a:lnTo>
                          <a:pt x="4043" y="3541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694" name="Freeform 3693">
                    <a:extLst>
                      <a:ext uri="{FF2B5EF4-FFF2-40B4-BE49-F238E27FC236}">
                        <a16:creationId xmlns:a16="http://schemas.microsoft.com/office/drawing/2014/main" id="{0AE0B311-4495-5E73-3587-1AECBCFA3EA8}"/>
                      </a:ext>
                    </a:extLst>
                  </p:cNvPr>
                  <p:cNvSpPr/>
                  <p:nvPr/>
                </p:nvSpPr>
                <p:spPr>
                  <a:xfrm>
                    <a:off x="2815205" y="4088789"/>
                    <a:ext cx="30988" cy="36303"/>
                  </a:xfrm>
                  <a:custGeom>
                    <a:avLst/>
                    <a:gdLst>
                      <a:gd name="connsiteX0" fmla="*/ 4320 w 30988"/>
                      <a:gd name="connsiteY0" fmla="*/ 19052 h 36303"/>
                      <a:gd name="connsiteX1" fmla="*/ 5040 w 30988"/>
                      <a:gd name="connsiteY1" fmla="*/ 24341 h 36303"/>
                      <a:gd name="connsiteX2" fmla="*/ 7200 w 30988"/>
                      <a:gd name="connsiteY2" fmla="*/ 28661 h 36303"/>
                      <a:gd name="connsiteX3" fmla="*/ 10827 w 30988"/>
                      <a:gd name="connsiteY3" fmla="*/ 31596 h 36303"/>
                      <a:gd name="connsiteX4" fmla="*/ 15867 w 30988"/>
                      <a:gd name="connsiteY4" fmla="*/ 32704 h 36303"/>
                      <a:gd name="connsiteX5" fmla="*/ 22568 w 30988"/>
                      <a:gd name="connsiteY5" fmla="*/ 30655 h 36303"/>
                      <a:gd name="connsiteX6" fmla="*/ 26279 w 30988"/>
                      <a:gd name="connsiteY6" fmla="*/ 24812 h 36303"/>
                      <a:gd name="connsiteX7" fmla="*/ 30737 w 30988"/>
                      <a:gd name="connsiteY7" fmla="*/ 24812 h 36303"/>
                      <a:gd name="connsiteX8" fmla="*/ 28799 w 30988"/>
                      <a:gd name="connsiteY8" fmla="*/ 29353 h 36303"/>
                      <a:gd name="connsiteX9" fmla="*/ 25808 w 30988"/>
                      <a:gd name="connsiteY9" fmla="*/ 33008 h 36303"/>
                      <a:gd name="connsiteX10" fmla="*/ 21544 w 30988"/>
                      <a:gd name="connsiteY10" fmla="*/ 35445 h 36303"/>
                      <a:gd name="connsiteX11" fmla="*/ 15839 w 30988"/>
                      <a:gd name="connsiteY11" fmla="*/ 36304 h 36303"/>
                      <a:gd name="connsiteX12" fmla="*/ 8723 w 30988"/>
                      <a:gd name="connsiteY12" fmla="*/ 34919 h 36303"/>
                      <a:gd name="connsiteX13" fmla="*/ 3794 w 30988"/>
                      <a:gd name="connsiteY13" fmla="*/ 31098 h 36303"/>
                      <a:gd name="connsiteX14" fmla="*/ 941 w 30988"/>
                      <a:gd name="connsiteY14" fmla="*/ 25393 h 36303"/>
                      <a:gd name="connsiteX15" fmla="*/ 0 w 30988"/>
                      <a:gd name="connsiteY15" fmla="*/ 18304 h 36303"/>
                      <a:gd name="connsiteX16" fmla="*/ 1108 w 30988"/>
                      <a:gd name="connsiteY16" fmla="*/ 11187 h 36303"/>
                      <a:gd name="connsiteX17" fmla="*/ 4237 w 30988"/>
                      <a:gd name="connsiteY17" fmla="*/ 5372 h 36303"/>
                      <a:gd name="connsiteX18" fmla="*/ 9193 w 30988"/>
                      <a:gd name="connsiteY18" fmla="*/ 1440 h 36303"/>
                      <a:gd name="connsiteX19" fmla="*/ 15839 w 30988"/>
                      <a:gd name="connsiteY19" fmla="*/ 0 h 36303"/>
                      <a:gd name="connsiteX20" fmla="*/ 26999 w 30988"/>
                      <a:gd name="connsiteY20" fmla="*/ 4874 h 36303"/>
                      <a:gd name="connsiteX21" fmla="*/ 30987 w 30988"/>
                      <a:gd name="connsiteY21" fmla="*/ 19052 h 36303"/>
                      <a:gd name="connsiteX22" fmla="*/ 4264 w 30988"/>
                      <a:gd name="connsiteY22" fmla="*/ 19052 h 36303"/>
                      <a:gd name="connsiteX23" fmla="*/ 26777 w 30988"/>
                      <a:gd name="connsiteY23" fmla="*/ 15729 h 36303"/>
                      <a:gd name="connsiteX24" fmla="*/ 26085 w 30988"/>
                      <a:gd name="connsiteY24" fmla="*/ 10966 h 36303"/>
                      <a:gd name="connsiteX25" fmla="*/ 24036 w 30988"/>
                      <a:gd name="connsiteY25" fmla="*/ 7117 h 36303"/>
                      <a:gd name="connsiteX26" fmla="*/ 20602 w 30988"/>
                      <a:gd name="connsiteY26" fmla="*/ 4514 h 36303"/>
                      <a:gd name="connsiteX27" fmla="*/ 15895 w 30988"/>
                      <a:gd name="connsiteY27" fmla="*/ 3545 h 36303"/>
                      <a:gd name="connsiteX28" fmla="*/ 11215 w 30988"/>
                      <a:gd name="connsiteY28" fmla="*/ 4541 h 36303"/>
                      <a:gd name="connsiteX29" fmla="*/ 7754 w 30988"/>
                      <a:gd name="connsiteY29" fmla="*/ 7200 h 36303"/>
                      <a:gd name="connsiteX30" fmla="*/ 5455 w 30988"/>
                      <a:gd name="connsiteY30" fmla="*/ 11049 h 36303"/>
                      <a:gd name="connsiteX31" fmla="*/ 4320 w 30988"/>
                      <a:gd name="connsiteY31" fmla="*/ 15701 h 36303"/>
                      <a:gd name="connsiteX32" fmla="*/ 26777 w 30988"/>
                      <a:gd name="connsiteY32" fmla="*/ 15701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988" h="36303">
                        <a:moveTo>
                          <a:pt x="4320" y="19052"/>
                        </a:moveTo>
                        <a:cubicBezTo>
                          <a:pt x="4320" y="20907"/>
                          <a:pt x="4569" y="22679"/>
                          <a:pt x="5040" y="24341"/>
                        </a:cubicBezTo>
                        <a:cubicBezTo>
                          <a:pt x="5538" y="26002"/>
                          <a:pt x="6258" y="27442"/>
                          <a:pt x="7200" y="28661"/>
                        </a:cubicBezTo>
                        <a:cubicBezTo>
                          <a:pt x="8141" y="29879"/>
                          <a:pt x="9360" y="30848"/>
                          <a:pt x="10827" y="31596"/>
                        </a:cubicBezTo>
                        <a:cubicBezTo>
                          <a:pt x="12295" y="32316"/>
                          <a:pt x="13984" y="32704"/>
                          <a:pt x="15867" y="32704"/>
                        </a:cubicBezTo>
                        <a:cubicBezTo>
                          <a:pt x="18470" y="32704"/>
                          <a:pt x="20713" y="32011"/>
                          <a:pt x="22568" y="30655"/>
                        </a:cubicBezTo>
                        <a:cubicBezTo>
                          <a:pt x="24424" y="29270"/>
                          <a:pt x="25670" y="27331"/>
                          <a:pt x="26279" y="24812"/>
                        </a:cubicBezTo>
                        <a:lnTo>
                          <a:pt x="30737" y="24812"/>
                        </a:lnTo>
                        <a:cubicBezTo>
                          <a:pt x="30239" y="26445"/>
                          <a:pt x="29602" y="27969"/>
                          <a:pt x="28799" y="29353"/>
                        </a:cubicBezTo>
                        <a:cubicBezTo>
                          <a:pt x="27996" y="30738"/>
                          <a:pt x="26999" y="31956"/>
                          <a:pt x="25808" y="33008"/>
                        </a:cubicBezTo>
                        <a:cubicBezTo>
                          <a:pt x="24618" y="34060"/>
                          <a:pt x="23205" y="34864"/>
                          <a:pt x="21544" y="35445"/>
                        </a:cubicBezTo>
                        <a:cubicBezTo>
                          <a:pt x="19910" y="36026"/>
                          <a:pt x="17999" y="36304"/>
                          <a:pt x="15839" y="36304"/>
                        </a:cubicBezTo>
                        <a:cubicBezTo>
                          <a:pt x="13098" y="36304"/>
                          <a:pt x="10717" y="35833"/>
                          <a:pt x="8723" y="34919"/>
                        </a:cubicBezTo>
                        <a:cubicBezTo>
                          <a:pt x="6729" y="33977"/>
                          <a:pt x="5095" y="32704"/>
                          <a:pt x="3794" y="31098"/>
                        </a:cubicBezTo>
                        <a:cubicBezTo>
                          <a:pt x="2520" y="29491"/>
                          <a:pt x="1551" y="27581"/>
                          <a:pt x="941" y="25393"/>
                        </a:cubicBezTo>
                        <a:cubicBezTo>
                          <a:pt x="332" y="23205"/>
                          <a:pt x="0" y="20852"/>
                          <a:pt x="0" y="18304"/>
                        </a:cubicBezTo>
                        <a:cubicBezTo>
                          <a:pt x="0" y="15757"/>
                          <a:pt x="360" y="13403"/>
                          <a:pt x="1108" y="11187"/>
                        </a:cubicBezTo>
                        <a:cubicBezTo>
                          <a:pt x="1828" y="8972"/>
                          <a:pt x="2880" y="7034"/>
                          <a:pt x="4237" y="5372"/>
                        </a:cubicBezTo>
                        <a:cubicBezTo>
                          <a:pt x="5594" y="3711"/>
                          <a:pt x="7227" y="2409"/>
                          <a:pt x="9193" y="1440"/>
                        </a:cubicBezTo>
                        <a:cubicBezTo>
                          <a:pt x="11132" y="499"/>
                          <a:pt x="13347" y="0"/>
                          <a:pt x="15839" y="0"/>
                        </a:cubicBezTo>
                        <a:cubicBezTo>
                          <a:pt x="20575" y="0"/>
                          <a:pt x="24313" y="1634"/>
                          <a:pt x="26999" y="4874"/>
                        </a:cubicBezTo>
                        <a:cubicBezTo>
                          <a:pt x="29713" y="8141"/>
                          <a:pt x="31042" y="12849"/>
                          <a:pt x="30987" y="19052"/>
                        </a:cubicBezTo>
                        <a:lnTo>
                          <a:pt x="4264" y="19052"/>
                        </a:lnTo>
                        <a:close/>
                        <a:moveTo>
                          <a:pt x="26777" y="15729"/>
                        </a:moveTo>
                        <a:cubicBezTo>
                          <a:pt x="26777" y="14040"/>
                          <a:pt x="26556" y="12461"/>
                          <a:pt x="26085" y="10966"/>
                        </a:cubicBezTo>
                        <a:cubicBezTo>
                          <a:pt x="25614" y="9471"/>
                          <a:pt x="24922" y="8197"/>
                          <a:pt x="24036" y="7117"/>
                        </a:cubicBezTo>
                        <a:cubicBezTo>
                          <a:pt x="23122" y="6037"/>
                          <a:pt x="21987" y="5178"/>
                          <a:pt x="20602" y="4514"/>
                        </a:cubicBezTo>
                        <a:cubicBezTo>
                          <a:pt x="19218" y="3877"/>
                          <a:pt x="17667" y="3545"/>
                          <a:pt x="15895" y="3545"/>
                        </a:cubicBezTo>
                        <a:cubicBezTo>
                          <a:pt x="14123" y="3545"/>
                          <a:pt x="12572" y="3877"/>
                          <a:pt x="11215" y="4541"/>
                        </a:cubicBezTo>
                        <a:cubicBezTo>
                          <a:pt x="9858" y="5206"/>
                          <a:pt x="8723" y="6092"/>
                          <a:pt x="7754" y="7200"/>
                        </a:cubicBezTo>
                        <a:cubicBezTo>
                          <a:pt x="6812" y="8307"/>
                          <a:pt x="6037" y="9581"/>
                          <a:pt x="5455" y="11049"/>
                        </a:cubicBezTo>
                        <a:cubicBezTo>
                          <a:pt x="4874" y="12517"/>
                          <a:pt x="4514" y="14067"/>
                          <a:pt x="4320" y="15701"/>
                        </a:cubicBezTo>
                        <a:lnTo>
                          <a:pt x="26777" y="1570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44" name="Group 43">
                  <a:extLst>
                    <a:ext uri="{FF2B5EF4-FFF2-40B4-BE49-F238E27FC236}">
                      <a16:creationId xmlns:a16="http://schemas.microsoft.com/office/drawing/2014/main" id="{5A33118E-3431-05C1-9413-759C6AE8F1EB}"/>
                    </a:ext>
                  </a:extLst>
                </p:cNvPr>
                <p:cNvGrpSpPr/>
                <p:nvPr/>
              </p:nvGrpSpPr>
              <p:grpSpPr>
                <a:xfrm>
                  <a:off x="2731014" y="4559723"/>
                  <a:ext cx="3011825" cy="222458"/>
                  <a:chOff x="2731014" y="4559723"/>
                  <a:chExt cx="3011825" cy="222458"/>
                </a:xfrm>
              </p:grpSpPr>
              <p:grpSp>
                <p:nvGrpSpPr>
                  <p:cNvPr id="3700" name="Graphic 14">
                    <a:extLst>
                      <a:ext uri="{FF2B5EF4-FFF2-40B4-BE49-F238E27FC236}">
                        <a16:creationId xmlns:a16="http://schemas.microsoft.com/office/drawing/2014/main" id="{A6B29FF4-2475-EA5F-6C8A-9A8E332D0FF0}"/>
                      </a:ext>
                    </a:extLst>
                  </p:cNvPr>
                  <p:cNvGrpSpPr/>
                  <p:nvPr/>
                </p:nvGrpSpPr>
                <p:grpSpPr>
                  <a:xfrm>
                    <a:off x="2731014" y="4559723"/>
                    <a:ext cx="793522" cy="222458"/>
                    <a:chOff x="1980284" y="3712934"/>
                    <a:chExt cx="233604" cy="65489"/>
                  </a:xfrm>
                  <a:solidFill>
                    <a:srgbClr val="8371B3"/>
                  </a:solidFill>
                </p:grpSpPr>
                <p:grpSp>
                  <p:nvGrpSpPr>
                    <p:cNvPr id="3701" name="Graphic 14">
                      <a:extLst>
                        <a:ext uri="{FF2B5EF4-FFF2-40B4-BE49-F238E27FC236}">
                          <a16:creationId xmlns:a16="http://schemas.microsoft.com/office/drawing/2014/main" id="{B204FB60-DCF5-98BA-2098-DABF99DE25AE}"/>
                        </a:ext>
                      </a:extLst>
                    </p:cNvPr>
                    <p:cNvGrpSpPr/>
                    <p:nvPr/>
                  </p:nvGrpSpPr>
                  <p:grpSpPr>
                    <a:xfrm>
                      <a:off x="2070004" y="3712934"/>
                      <a:ext cx="77563" cy="47878"/>
                      <a:chOff x="2070004" y="3712934"/>
                      <a:chExt cx="77563" cy="47878"/>
                    </a:xfrm>
                    <a:solidFill>
                      <a:srgbClr val="8371B3"/>
                    </a:solidFill>
                  </p:grpSpPr>
                  <p:sp>
                    <p:nvSpPr>
                      <p:cNvPr id="3703" name="Freeform 3702">
                        <a:extLst>
                          <a:ext uri="{FF2B5EF4-FFF2-40B4-BE49-F238E27FC236}">
                            <a16:creationId xmlns:a16="http://schemas.microsoft.com/office/drawing/2014/main" id="{8DF25E28-C5FE-DDE3-1A11-0CED0146C9D1}"/>
                          </a:ext>
                        </a:extLst>
                      </p:cNvPr>
                      <p:cNvSpPr/>
                      <p:nvPr/>
                    </p:nvSpPr>
                    <p:spPr>
                      <a:xfrm>
                        <a:off x="2070004" y="3712934"/>
                        <a:ext cx="42257" cy="47850"/>
                      </a:xfrm>
                      <a:custGeom>
                        <a:avLst/>
                        <a:gdLst>
                          <a:gd name="connsiteX0" fmla="*/ 0 w 42257"/>
                          <a:gd name="connsiteY0" fmla="*/ 47851 h 47850"/>
                          <a:gd name="connsiteX1" fmla="*/ 18802 w 42257"/>
                          <a:gd name="connsiteY1" fmla="*/ 0 h 47850"/>
                          <a:gd name="connsiteX2" fmla="*/ 23925 w 42257"/>
                          <a:gd name="connsiteY2" fmla="*/ 0 h 47850"/>
                          <a:gd name="connsiteX3" fmla="*/ 42257 w 42257"/>
                          <a:gd name="connsiteY3" fmla="*/ 47851 h 47850"/>
                          <a:gd name="connsiteX4" fmla="*/ 37605 w 42257"/>
                          <a:gd name="connsiteY4" fmla="*/ 47851 h 47850"/>
                          <a:gd name="connsiteX5" fmla="*/ 32094 w 42257"/>
                          <a:gd name="connsiteY5" fmla="*/ 32842 h 47850"/>
                          <a:gd name="connsiteX6" fmla="*/ 10301 w 42257"/>
                          <a:gd name="connsiteY6" fmla="*/ 32842 h 47850"/>
                          <a:gd name="connsiteX7" fmla="*/ 4652 w 42257"/>
                          <a:gd name="connsiteY7" fmla="*/ 47851 h 47850"/>
                          <a:gd name="connsiteX8" fmla="*/ 0 w 42257"/>
                          <a:gd name="connsiteY8" fmla="*/ 47851 h 47850"/>
                          <a:gd name="connsiteX9" fmla="*/ 11852 w 42257"/>
                          <a:gd name="connsiteY9" fmla="*/ 28993 h 47850"/>
                          <a:gd name="connsiteX10" fmla="*/ 30599 w 42257"/>
                          <a:gd name="connsiteY10" fmla="*/ 28993 h 47850"/>
                          <a:gd name="connsiteX11" fmla="*/ 21239 w 42257"/>
                          <a:gd name="connsiteY11" fmla="*/ 3877 h 47850"/>
                          <a:gd name="connsiteX12" fmla="*/ 11880 w 42257"/>
                          <a:gd name="connsiteY12" fmla="*/ 28993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7"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52" y="28993"/>
                            </a:moveTo>
                            <a:lnTo>
                              <a:pt x="30599" y="28993"/>
                            </a:lnTo>
                            <a:lnTo>
                              <a:pt x="21239" y="3877"/>
                            </a:lnTo>
                            <a:lnTo>
                              <a:pt x="11880" y="28993"/>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704" name="Freeform 3703">
                        <a:extLst>
                          <a:ext uri="{FF2B5EF4-FFF2-40B4-BE49-F238E27FC236}">
                            <a16:creationId xmlns:a16="http://schemas.microsoft.com/office/drawing/2014/main" id="{718B698C-37EB-2366-1C82-2041987F75F8}"/>
                          </a:ext>
                        </a:extLst>
                      </p:cNvPr>
                      <p:cNvSpPr/>
                      <p:nvPr/>
                    </p:nvSpPr>
                    <p:spPr>
                      <a:xfrm>
                        <a:off x="2116525" y="3713931"/>
                        <a:ext cx="31042" cy="46881"/>
                      </a:xfrm>
                      <a:custGeom>
                        <a:avLst/>
                        <a:gdLst>
                          <a:gd name="connsiteX0" fmla="*/ 1412 w 31042"/>
                          <a:gd name="connsiteY0" fmla="*/ 15369 h 46881"/>
                          <a:gd name="connsiteX1" fmla="*/ 2465 w 31042"/>
                          <a:gd name="connsiteY1" fmla="*/ 9083 h 46881"/>
                          <a:gd name="connsiteX2" fmla="*/ 5511 w 31042"/>
                          <a:gd name="connsiteY2" fmla="*/ 4237 h 46881"/>
                          <a:gd name="connsiteX3" fmla="*/ 10329 w 31042"/>
                          <a:gd name="connsiteY3" fmla="*/ 1108 h 46881"/>
                          <a:gd name="connsiteX4" fmla="*/ 16615 w 31042"/>
                          <a:gd name="connsiteY4" fmla="*/ 0 h 46881"/>
                          <a:gd name="connsiteX5" fmla="*/ 22818 w 31042"/>
                          <a:gd name="connsiteY5" fmla="*/ 1025 h 46881"/>
                          <a:gd name="connsiteX6" fmla="*/ 27331 w 31042"/>
                          <a:gd name="connsiteY6" fmla="*/ 3794 h 46881"/>
                          <a:gd name="connsiteX7" fmla="*/ 30101 w 31042"/>
                          <a:gd name="connsiteY7" fmla="*/ 7920 h 46881"/>
                          <a:gd name="connsiteX8" fmla="*/ 31042 w 31042"/>
                          <a:gd name="connsiteY8" fmla="*/ 12960 h 46881"/>
                          <a:gd name="connsiteX9" fmla="*/ 30017 w 31042"/>
                          <a:gd name="connsiteY9" fmla="*/ 18470 h 46881"/>
                          <a:gd name="connsiteX10" fmla="*/ 27304 w 31042"/>
                          <a:gd name="connsiteY10" fmla="*/ 22734 h 46881"/>
                          <a:gd name="connsiteX11" fmla="*/ 23455 w 31042"/>
                          <a:gd name="connsiteY11" fmla="*/ 26057 h 46881"/>
                          <a:gd name="connsiteX12" fmla="*/ 19024 w 31042"/>
                          <a:gd name="connsiteY12" fmla="*/ 28827 h 46881"/>
                          <a:gd name="connsiteX13" fmla="*/ 14566 w 31042"/>
                          <a:gd name="connsiteY13" fmla="*/ 31319 h 46881"/>
                          <a:gd name="connsiteX14" fmla="*/ 10634 w 31042"/>
                          <a:gd name="connsiteY14" fmla="*/ 33839 h 46881"/>
                          <a:gd name="connsiteX15" fmla="*/ 8446 w 31042"/>
                          <a:gd name="connsiteY15" fmla="*/ 35666 h 46881"/>
                          <a:gd name="connsiteX16" fmla="*/ 6507 w 31042"/>
                          <a:gd name="connsiteY16" fmla="*/ 37771 h 46881"/>
                          <a:gd name="connsiteX17" fmla="*/ 5123 w 31042"/>
                          <a:gd name="connsiteY17" fmla="*/ 40263 h 46881"/>
                          <a:gd name="connsiteX18" fmla="*/ 4514 w 31042"/>
                          <a:gd name="connsiteY18" fmla="*/ 43282 h 46881"/>
                          <a:gd name="connsiteX19" fmla="*/ 30627 w 31042"/>
                          <a:gd name="connsiteY19" fmla="*/ 43282 h 46881"/>
                          <a:gd name="connsiteX20" fmla="*/ 30627 w 31042"/>
                          <a:gd name="connsiteY20" fmla="*/ 46881 h 46881"/>
                          <a:gd name="connsiteX21" fmla="*/ 0 w 31042"/>
                          <a:gd name="connsiteY21" fmla="*/ 46881 h 46881"/>
                          <a:gd name="connsiteX22" fmla="*/ 720 w 31042"/>
                          <a:gd name="connsiteY22" fmla="*/ 40762 h 46881"/>
                          <a:gd name="connsiteX23" fmla="*/ 3655 w 31042"/>
                          <a:gd name="connsiteY23" fmla="*/ 35445 h 46881"/>
                          <a:gd name="connsiteX24" fmla="*/ 8750 w 31042"/>
                          <a:gd name="connsiteY24" fmla="*/ 30654 h 46881"/>
                          <a:gd name="connsiteX25" fmla="*/ 13901 w 31042"/>
                          <a:gd name="connsiteY25" fmla="*/ 27110 h 46881"/>
                          <a:gd name="connsiteX26" fmla="*/ 18692 w 31042"/>
                          <a:gd name="connsiteY26" fmla="*/ 24258 h 46881"/>
                          <a:gd name="connsiteX27" fmla="*/ 22679 w 31042"/>
                          <a:gd name="connsiteY27" fmla="*/ 21433 h 46881"/>
                          <a:gd name="connsiteX28" fmla="*/ 25393 w 31042"/>
                          <a:gd name="connsiteY28" fmla="*/ 17972 h 46881"/>
                          <a:gd name="connsiteX29" fmla="*/ 26390 w 31042"/>
                          <a:gd name="connsiteY29" fmla="*/ 13264 h 46881"/>
                          <a:gd name="connsiteX30" fmla="*/ 25587 w 31042"/>
                          <a:gd name="connsiteY30" fmla="*/ 9221 h 46881"/>
                          <a:gd name="connsiteX31" fmla="*/ 23399 w 31042"/>
                          <a:gd name="connsiteY31" fmla="*/ 6175 h 46881"/>
                          <a:gd name="connsiteX32" fmla="*/ 20132 w 31042"/>
                          <a:gd name="connsiteY32" fmla="*/ 4292 h 46881"/>
                          <a:gd name="connsiteX33" fmla="*/ 16089 w 31042"/>
                          <a:gd name="connsiteY33" fmla="*/ 3655 h 46881"/>
                          <a:gd name="connsiteX34" fmla="*/ 11880 w 31042"/>
                          <a:gd name="connsiteY34" fmla="*/ 4624 h 46881"/>
                          <a:gd name="connsiteX35" fmla="*/ 8612 w 31042"/>
                          <a:gd name="connsiteY35" fmla="*/ 7172 h 46881"/>
                          <a:gd name="connsiteX36" fmla="*/ 6507 w 31042"/>
                          <a:gd name="connsiteY36" fmla="*/ 10883 h 46881"/>
                          <a:gd name="connsiteX37" fmla="*/ 5898 w 31042"/>
                          <a:gd name="connsiteY37" fmla="*/ 15396 h 46881"/>
                          <a:gd name="connsiteX38" fmla="*/ 1385 w 31042"/>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2" h="46881">
                            <a:moveTo>
                              <a:pt x="1412" y="15369"/>
                            </a:moveTo>
                            <a:cubicBezTo>
                              <a:pt x="1412" y="13070"/>
                              <a:pt x="1772" y="10966"/>
                              <a:pt x="2465" y="9083"/>
                            </a:cubicBezTo>
                            <a:cubicBezTo>
                              <a:pt x="3185" y="7200"/>
                              <a:pt x="4181" y="5594"/>
                              <a:pt x="5511" y="4237"/>
                            </a:cubicBezTo>
                            <a:cubicBezTo>
                              <a:pt x="6840" y="2880"/>
                              <a:pt x="8446" y="1855"/>
                              <a:pt x="10329" y="1108"/>
                            </a:cubicBezTo>
                            <a:cubicBezTo>
                              <a:pt x="12212" y="388"/>
                              <a:pt x="14316" y="0"/>
                              <a:pt x="16615" y="0"/>
                            </a:cubicBezTo>
                            <a:cubicBezTo>
                              <a:pt x="18913" y="0"/>
                              <a:pt x="21045" y="332"/>
                              <a:pt x="22818" y="1025"/>
                            </a:cubicBezTo>
                            <a:cubicBezTo>
                              <a:pt x="24590" y="1717"/>
                              <a:pt x="26113" y="2631"/>
                              <a:pt x="27331" y="3794"/>
                            </a:cubicBezTo>
                            <a:cubicBezTo>
                              <a:pt x="28550" y="4957"/>
                              <a:pt x="29464" y="6314"/>
                              <a:pt x="30101"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5" y="25088"/>
                              <a:pt x="23455" y="26057"/>
                            </a:cubicBezTo>
                            <a:cubicBezTo>
                              <a:pt x="22015" y="27027"/>
                              <a:pt x="20547" y="27940"/>
                              <a:pt x="19024" y="28827"/>
                            </a:cubicBezTo>
                            <a:cubicBezTo>
                              <a:pt x="17529" y="29685"/>
                              <a:pt x="16033" y="30516"/>
                              <a:pt x="14566" y="31319"/>
                            </a:cubicBezTo>
                            <a:cubicBezTo>
                              <a:pt x="13098" y="32122"/>
                              <a:pt x="11797" y="32953"/>
                              <a:pt x="10634" y="33839"/>
                            </a:cubicBezTo>
                            <a:cubicBezTo>
                              <a:pt x="9886" y="34420"/>
                              <a:pt x="9138" y="35029"/>
                              <a:pt x="8446" y="35666"/>
                            </a:cubicBezTo>
                            <a:cubicBezTo>
                              <a:pt x="7726" y="36303"/>
                              <a:pt x="7089" y="36996"/>
                              <a:pt x="6507" y="37771"/>
                            </a:cubicBezTo>
                            <a:cubicBezTo>
                              <a:pt x="5926" y="38546"/>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0"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8" y="19273"/>
                              <a:pt x="25393" y="17972"/>
                            </a:cubicBezTo>
                            <a:cubicBezTo>
                              <a:pt x="26058" y="16698"/>
                              <a:pt x="26390" y="15119"/>
                              <a:pt x="26390" y="13264"/>
                            </a:cubicBezTo>
                            <a:cubicBezTo>
                              <a:pt x="26390" y="11769"/>
                              <a:pt x="26113" y="10412"/>
                              <a:pt x="25587" y="9221"/>
                            </a:cubicBezTo>
                            <a:cubicBezTo>
                              <a:pt x="25061" y="8030"/>
                              <a:pt x="24313" y="7006"/>
                              <a:pt x="23399" y="6175"/>
                            </a:cubicBezTo>
                            <a:cubicBezTo>
                              <a:pt x="22485" y="5344"/>
                              <a:pt x="21378" y="4708"/>
                              <a:pt x="20132" y="4292"/>
                            </a:cubicBezTo>
                            <a:cubicBezTo>
                              <a:pt x="18886" y="3877"/>
                              <a:pt x="17529" y="3655"/>
                              <a:pt x="16089" y="3655"/>
                            </a:cubicBezTo>
                            <a:cubicBezTo>
                              <a:pt x="14538" y="3655"/>
                              <a:pt x="13126" y="3988"/>
                              <a:pt x="11880" y="4624"/>
                            </a:cubicBezTo>
                            <a:cubicBezTo>
                              <a:pt x="10606" y="5261"/>
                              <a:pt x="9526" y="6120"/>
                              <a:pt x="8612" y="7172"/>
                            </a:cubicBezTo>
                            <a:cubicBezTo>
                              <a:pt x="7698" y="8224"/>
                              <a:pt x="7006" y="9470"/>
                              <a:pt x="6507" y="10883"/>
                            </a:cubicBezTo>
                            <a:cubicBezTo>
                              <a:pt x="6009" y="12295"/>
                              <a:pt x="5815" y="13818"/>
                              <a:pt x="5898" y="15396"/>
                            </a:cubicBezTo>
                            <a:lnTo>
                              <a:pt x="1385" y="15396"/>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702" name="Freeform 3701">
                      <a:extLst>
                        <a:ext uri="{FF2B5EF4-FFF2-40B4-BE49-F238E27FC236}">
                          <a16:creationId xmlns:a16="http://schemas.microsoft.com/office/drawing/2014/main" id="{E7555A3F-4BCA-4F22-A09A-4F4EBE81C399}"/>
                        </a:ext>
                      </a:extLst>
                    </p:cNvPr>
                    <p:cNvSpPr/>
                    <p:nvPr/>
                  </p:nvSpPr>
                  <p:spPr>
                    <a:xfrm>
                      <a:off x="1980284" y="377842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nvGrpSpPr>
                  <p:cNvPr id="3964" name="Graphic 14">
                    <a:extLst>
                      <a:ext uri="{FF2B5EF4-FFF2-40B4-BE49-F238E27FC236}">
                        <a16:creationId xmlns:a16="http://schemas.microsoft.com/office/drawing/2014/main" id="{B2578153-C43A-81A9-588D-01AC89E14613}"/>
                      </a:ext>
                    </a:extLst>
                  </p:cNvPr>
                  <p:cNvGrpSpPr/>
                  <p:nvPr/>
                </p:nvGrpSpPr>
                <p:grpSpPr>
                  <a:xfrm>
                    <a:off x="4949413" y="4559723"/>
                    <a:ext cx="793426" cy="222458"/>
                    <a:chOff x="2633356" y="3712934"/>
                    <a:chExt cx="233576" cy="65489"/>
                  </a:xfrm>
                  <a:solidFill>
                    <a:srgbClr val="8371B3"/>
                  </a:solidFill>
                </p:grpSpPr>
                <p:grpSp>
                  <p:nvGrpSpPr>
                    <p:cNvPr id="3965" name="Graphic 14">
                      <a:extLst>
                        <a:ext uri="{FF2B5EF4-FFF2-40B4-BE49-F238E27FC236}">
                          <a16:creationId xmlns:a16="http://schemas.microsoft.com/office/drawing/2014/main" id="{F580590D-5089-769F-A70A-7EC9CD388F36}"/>
                        </a:ext>
                      </a:extLst>
                    </p:cNvPr>
                    <p:cNvGrpSpPr/>
                    <p:nvPr/>
                  </p:nvGrpSpPr>
                  <p:grpSpPr>
                    <a:xfrm>
                      <a:off x="2723076" y="3712934"/>
                      <a:ext cx="77535" cy="47878"/>
                      <a:chOff x="2723076" y="3712934"/>
                      <a:chExt cx="77535" cy="47878"/>
                    </a:xfrm>
                    <a:solidFill>
                      <a:srgbClr val="8371B3"/>
                    </a:solidFill>
                  </p:grpSpPr>
                  <p:sp>
                    <p:nvSpPr>
                      <p:cNvPr id="3967" name="Freeform 3966">
                        <a:extLst>
                          <a:ext uri="{FF2B5EF4-FFF2-40B4-BE49-F238E27FC236}">
                            <a16:creationId xmlns:a16="http://schemas.microsoft.com/office/drawing/2014/main" id="{954903ED-C33C-D1D9-ADC4-30D28FF465FA}"/>
                          </a:ext>
                        </a:extLst>
                      </p:cNvPr>
                      <p:cNvSpPr/>
                      <p:nvPr/>
                    </p:nvSpPr>
                    <p:spPr>
                      <a:xfrm>
                        <a:off x="2723076" y="3712934"/>
                        <a:ext cx="42257" cy="47850"/>
                      </a:xfrm>
                      <a:custGeom>
                        <a:avLst/>
                        <a:gdLst>
                          <a:gd name="connsiteX0" fmla="*/ 0 w 42257"/>
                          <a:gd name="connsiteY0" fmla="*/ 47851 h 47850"/>
                          <a:gd name="connsiteX1" fmla="*/ 18802 w 42257"/>
                          <a:gd name="connsiteY1" fmla="*/ 0 h 47850"/>
                          <a:gd name="connsiteX2" fmla="*/ 23925 w 42257"/>
                          <a:gd name="connsiteY2" fmla="*/ 0 h 47850"/>
                          <a:gd name="connsiteX3" fmla="*/ 42257 w 42257"/>
                          <a:gd name="connsiteY3" fmla="*/ 47851 h 47850"/>
                          <a:gd name="connsiteX4" fmla="*/ 37605 w 42257"/>
                          <a:gd name="connsiteY4" fmla="*/ 47851 h 47850"/>
                          <a:gd name="connsiteX5" fmla="*/ 32094 w 42257"/>
                          <a:gd name="connsiteY5" fmla="*/ 32842 h 47850"/>
                          <a:gd name="connsiteX6" fmla="*/ 10301 w 42257"/>
                          <a:gd name="connsiteY6" fmla="*/ 32842 h 47850"/>
                          <a:gd name="connsiteX7" fmla="*/ 4652 w 42257"/>
                          <a:gd name="connsiteY7" fmla="*/ 47851 h 47850"/>
                          <a:gd name="connsiteX8" fmla="*/ 0 w 42257"/>
                          <a:gd name="connsiteY8" fmla="*/ 47851 h 47850"/>
                          <a:gd name="connsiteX9" fmla="*/ 11824 w 42257"/>
                          <a:gd name="connsiteY9" fmla="*/ 28993 h 47850"/>
                          <a:gd name="connsiteX10" fmla="*/ 30571 w 42257"/>
                          <a:gd name="connsiteY10" fmla="*/ 28993 h 47850"/>
                          <a:gd name="connsiteX11" fmla="*/ 21212 w 42257"/>
                          <a:gd name="connsiteY11" fmla="*/ 3877 h 47850"/>
                          <a:gd name="connsiteX12" fmla="*/ 11852 w 42257"/>
                          <a:gd name="connsiteY12" fmla="*/ 28993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7"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24" y="28993"/>
                            </a:moveTo>
                            <a:lnTo>
                              <a:pt x="30571" y="28993"/>
                            </a:lnTo>
                            <a:lnTo>
                              <a:pt x="21212" y="3877"/>
                            </a:lnTo>
                            <a:lnTo>
                              <a:pt x="11852" y="28993"/>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968" name="Freeform 3967">
                        <a:extLst>
                          <a:ext uri="{FF2B5EF4-FFF2-40B4-BE49-F238E27FC236}">
                            <a16:creationId xmlns:a16="http://schemas.microsoft.com/office/drawing/2014/main" id="{EF2A08E1-1275-29F9-CE9F-22E28185577B}"/>
                          </a:ext>
                        </a:extLst>
                      </p:cNvPr>
                      <p:cNvSpPr/>
                      <p:nvPr/>
                    </p:nvSpPr>
                    <p:spPr>
                      <a:xfrm>
                        <a:off x="2769570" y="3713931"/>
                        <a:ext cx="31041" cy="46881"/>
                      </a:xfrm>
                      <a:custGeom>
                        <a:avLst/>
                        <a:gdLst>
                          <a:gd name="connsiteX0" fmla="*/ 1412 w 31041"/>
                          <a:gd name="connsiteY0" fmla="*/ 15369 h 46881"/>
                          <a:gd name="connsiteX1" fmla="*/ 2465 w 31041"/>
                          <a:gd name="connsiteY1" fmla="*/ 9083 h 46881"/>
                          <a:gd name="connsiteX2" fmla="*/ 5511 w 31041"/>
                          <a:gd name="connsiteY2" fmla="*/ 4237 h 46881"/>
                          <a:gd name="connsiteX3" fmla="*/ 10329 w 31041"/>
                          <a:gd name="connsiteY3" fmla="*/ 1108 h 46881"/>
                          <a:gd name="connsiteX4" fmla="*/ 16615 w 31041"/>
                          <a:gd name="connsiteY4" fmla="*/ 0 h 46881"/>
                          <a:gd name="connsiteX5" fmla="*/ 22818 w 31041"/>
                          <a:gd name="connsiteY5" fmla="*/ 1025 h 46881"/>
                          <a:gd name="connsiteX6" fmla="*/ 27331 w 31041"/>
                          <a:gd name="connsiteY6" fmla="*/ 3794 h 46881"/>
                          <a:gd name="connsiteX7" fmla="*/ 30100 w 31041"/>
                          <a:gd name="connsiteY7" fmla="*/ 7920 h 46881"/>
                          <a:gd name="connsiteX8" fmla="*/ 31042 w 31041"/>
                          <a:gd name="connsiteY8" fmla="*/ 12960 h 46881"/>
                          <a:gd name="connsiteX9" fmla="*/ 30017 w 31041"/>
                          <a:gd name="connsiteY9" fmla="*/ 18470 h 46881"/>
                          <a:gd name="connsiteX10" fmla="*/ 27304 w 31041"/>
                          <a:gd name="connsiteY10" fmla="*/ 22734 h 46881"/>
                          <a:gd name="connsiteX11" fmla="*/ 23455 w 31041"/>
                          <a:gd name="connsiteY11" fmla="*/ 26057 h 46881"/>
                          <a:gd name="connsiteX12" fmla="*/ 19024 w 31041"/>
                          <a:gd name="connsiteY12" fmla="*/ 28827 h 46881"/>
                          <a:gd name="connsiteX13" fmla="*/ 14566 w 31041"/>
                          <a:gd name="connsiteY13" fmla="*/ 31319 h 46881"/>
                          <a:gd name="connsiteX14" fmla="*/ 10633 w 31041"/>
                          <a:gd name="connsiteY14" fmla="*/ 33839 h 46881"/>
                          <a:gd name="connsiteX15" fmla="*/ 8446 w 31041"/>
                          <a:gd name="connsiteY15" fmla="*/ 35666 h 46881"/>
                          <a:gd name="connsiteX16" fmla="*/ 6507 w 31041"/>
                          <a:gd name="connsiteY16" fmla="*/ 37771 h 46881"/>
                          <a:gd name="connsiteX17" fmla="*/ 5123 w 31041"/>
                          <a:gd name="connsiteY17" fmla="*/ 40263 h 46881"/>
                          <a:gd name="connsiteX18" fmla="*/ 4514 w 31041"/>
                          <a:gd name="connsiteY18" fmla="*/ 43282 h 46881"/>
                          <a:gd name="connsiteX19" fmla="*/ 30627 w 31041"/>
                          <a:gd name="connsiteY19" fmla="*/ 43282 h 46881"/>
                          <a:gd name="connsiteX20" fmla="*/ 30627 w 31041"/>
                          <a:gd name="connsiteY20" fmla="*/ 46881 h 46881"/>
                          <a:gd name="connsiteX21" fmla="*/ 0 w 31041"/>
                          <a:gd name="connsiteY21" fmla="*/ 46881 h 46881"/>
                          <a:gd name="connsiteX22" fmla="*/ 720 w 31041"/>
                          <a:gd name="connsiteY22" fmla="*/ 40762 h 46881"/>
                          <a:gd name="connsiteX23" fmla="*/ 3655 w 31041"/>
                          <a:gd name="connsiteY23" fmla="*/ 35445 h 46881"/>
                          <a:gd name="connsiteX24" fmla="*/ 8750 w 31041"/>
                          <a:gd name="connsiteY24" fmla="*/ 30654 h 46881"/>
                          <a:gd name="connsiteX25" fmla="*/ 13901 w 31041"/>
                          <a:gd name="connsiteY25" fmla="*/ 27110 h 46881"/>
                          <a:gd name="connsiteX26" fmla="*/ 18692 w 31041"/>
                          <a:gd name="connsiteY26" fmla="*/ 24258 h 46881"/>
                          <a:gd name="connsiteX27" fmla="*/ 22679 w 31041"/>
                          <a:gd name="connsiteY27" fmla="*/ 21433 h 46881"/>
                          <a:gd name="connsiteX28" fmla="*/ 25393 w 31041"/>
                          <a:gd name="connsiteY28" fmla="*/ 17972 h 46881"/>
                          <a:gd name="connsiteX29" fmla="*/ 26390 w 31041"/>
                          <a:gd name="connsiteY29" fmla="*/ 13264 h 46881"/>
                          <a:gd name="connsiteX30" fmla="*/ 25587 w 31041"/>
                          <a:gd name="connsiteY30" fmla="*/ 9221 h 46881"/>
                          <a:gd name="connsiteX31" fmla="*/ 23399 w 31041"/>
                          <a:gd name="connsiteY31" fmla="*/ 6175 h 46881"/>
                          <a:gd name="connsiteX32" fmla="*/ 20132 w 31041"/>
                          <a:gd name="connsiteY32" fmla="*/ 4292 h 46881"/>
                          <a:gd name="connsiteX33" fmla="*/ 16089 w 31041"/>
                          <a:gd name="connsiteY33" fmla="*/ 3655 h 46881"/>
                          <a:gd name="connsiteX34" fmla="*/ 11880 w 31041"/>
                          <a:gd name="connsiteY34" fmla="*/ 4624 h 46881"/>
                          <a:gd name="connsiteX35" fmla="*/ 8612 w 31041"/>
                          <a:gd name="connsiteY35" fmla="*/ 7172 h 46881"/>
                          <a:gd name="connsiteX36" fmla="*/ 6507 w 31041"/>
                          <a:gd name="connsiteY36" fmla="*/ 10883 h 46881"/>
                          <a:gd name="connsiteX37" fmla="*/ 5898 w 31041"/>
                          <a:gd name="connsiteY37" fmla="*/ 15396 h 46881"/>
                          <a:gd name="connsiteX38" fmla="*/ 1385 w 31041"/>
                          <a:gd name="connsiteY38" fmla="*/ 15396 h 4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041" h="46881">
                            <a:moveTo>
                              <a:pt x="1412" y="15369"/>
                            </a:moveTo>
                            <a:cubicBezTo>
                              <a:pt x="1412" y="13070"/>
                              <a:pt x="1772" y="10966"/>
                              <a:pt x="2465" y="9083"/>
                            </a:cubicBezTo>
                            <a:cubicBezTo>
                              <a:pt x="3184" y="7200"/>
                              <a:pt x="4181" y="5594"/>
                              <a:pt x="5511" y="4237"/>
                            </a:cubicBezTo>
                            <a:cubicBezTo>
                              <a:pt x="6840" y="2880"/>
                              <a:pt x="8446" y="1855"/>
                              <a:pt x="10329" y="1108"/>
                            </a:cubicBezTo>
                            <a:cubicBezTo>
                              <a:pt x="12212" y="388"/>
                              <a:pt x="14316" y="0"/>
                              <a:pt x="16615" y="0"/>
                            </a:cubicBezTo>
                            <a:cubicBezTo>
                              <a:pt x="18913" y="0"/>
                              <a:pt x="21045" y="332"/>
                              <a:pt x="22818" y="1025"/>
                            </a:cubicBezTo>
                            <a:cubicBezTo>
                              <a:pt x="24590" y="1717"/>
                              <a:pt x="26113" y="2631"/>
                              <a:pt x="27331" y="3794"/>
                            </a:cubicBezTo>
                            <a:cubicBezTo>
                              <a:pt x="28550" y="4957"/>
                              <a:pt x="29464" y="6314"/>
                              <a:pt x="30100" y="7920"/>
                            </a:cubicBezTo>
                            <a:cubicBezTo>
                              <a:pt x="30737" y="9526"/>
                              <a:pt x="31042" y="11187"/>
                              <a:pt x="31042" y="12960"/>
                            </a:cubicBezTo>
                            <a:cubicBezTo>
                              <a:pt x="31042" y="15036"/>
                              <a:pt x="30710" y="16892"/>
                              <a:pt x="30017" y="18470"/>
                            </a:cubicBezTo>
                            <a:cubicBezTo>
                              <a:pt x="29325" y="20049"/>
                              <a:pt x="28411" y="21489"/>
                              <a:pt x="27304" y="22734"/>
                            </a:cubicBezTo>
                            <a:cubicBezTo>
                              <a:pt x="26168" y="23981"/>
                              <a:pt x="24894" y="25088"/>
                              <a:pt x="23455" y="26057"/>
                            </a:cubicBezTo>
                            <a:cubicBezTo>
                              <a:pt x="22015" y="27027"/>
                              <a:pt x="20547" y="27940"/>
                              <a:pt x="19024" y="28827"/>
                            </a:cubicBezTo>
                            <a:cubicBezTo>
                              <a:pt x="17529" y="29685"/>
                              <a:pt x="16033" y="30516"/>
                              <a:pt x="14566" y="31319"/>
                            </a:cubicBezTo>
                            <a:cubicBezTo>
                              <a:pt x="13098" y="32122"/>
                              <a:pt x="11797" y="32953"/>
                              <a:pt x="10633" y="33839"/>
                            </a:cubicBezTo>
                            <a:cubicBezTo>
                              <a:pt x="9886" y="34420"/>
                              <a:pt x="9138" y="35029"/>
                              <a:pt x="8446" y="35666"/>
                            </a:cubicBezTo>
                            <a:cubicBezTo>
                              <a:pt x="7726" y="36303"/>
                              <a:pt x="7089" y="36996"/>
                              <a:pt x="6507" y="37771"/>
                            </a:cubicBezTo>
                            <a:cubicBezTo>
                              <a:pt x="5926" y="38519"/>
                              <a:pt x="5455" y="39349"/>
                              <a:pt x="5123" y="40263"/>
                            </a:cubicBezTo>
                            <a:cubicBezTo>
                              <a:pt x="4763" y="41177"/>
                              <a:pt x="4569" y="42174"/>
                              <a:pt x="4514" y="43282"/>
                            </a:cubicBezTo>
                            <a:lnTo>
                              <a:pt x="30627" y="43282"/>
                            </a:lnTo>
                            <a:lnTo>
                              <a:pt x="30627" y="46881"/>
                            </a:lnTo>
                            <a:lnTo>
                              <a:pt x="0" y="46881"/>
                            </a:lnTo>
                            <a:cubicBezTo>
                              <a:pt x="55" y="44611"/>
                              <a:pt x="277" y="42589"/>
                              <a:pt x="720" y="40762"/>
                            </a:cubicBezTo>
                            <a:cubicBezTo>
                              <a:pt x="1163" y="38934"/>
                              <a:pt x="2132" y="37162"/>
                              <a:pt x="3655" y="35445"/>
                            </a:cubicBezTo>
                            <a:cubicBezTo>
                              <a:pt x="5289" y="33590"/>
                              <a:pt x="6978" y="31983"/>
                              <a:pt x="8750" y="30654"/>
                            </a:cubicBezTo>
                            <a:cubicBezTo>
                              <a:pt x="10495" y="29325"/>
                              <a:pt x="12212" y="28134"/>
                              <a:pt x="13901" y="27110"/>
                            </a:cubicBezTo>
                            <a:cubicBezTo>
                              <a:pt x="15590" y="26057"/>
                              <a:pt x="17169" y="25116"/>
                              <a:pt x="18692" y="24258"/>
                            </a:cubicBezTo>
                            <a:cubicBezTo>
                              <a:pt x="20187" y="23399"/>
                              <a:pt x="21516" y="22458"/>
                              <a:pt x="22679" y="21433"/>
                            </a:cubicBezTo>
                            <a:cubicBezTo>
                              <a:pt x="23842" y="20409"/>
                              <a:pt x="24728" y="19273"/>
                              <a:pt x="25393" y="17972"/>
                            </a:cubicBezTo>
                            <a:cubicBezTo>
                              <a:pt x="26058" y="16698"/>
                              <a:pt x="26390" y="15119"/>
                              <a:pt x="26390" y="13264"/>
                            </a:cubicBezTo>
                            <a:cubicBezTo>
                              <a:pt x="26390" y="11769"/>
                              <a:pt x="26113" y="10412"/>
                              <a:pt x="25587" y="9221"/>
                            </a:cubicBezTo>
                            <a:cubicBezTo>
                              <a:pt x="25061" y="8030"/>
                              <a:pt x="24313" y="7006"/>
                              <a:pt x="23399" y="6175"/>
                            </a:cubicBezTo>
                            <a:cubicBezTo>
                              <a:pt x="22458" y="5344"/>
                              <a:pt x="21378" y="4708"/>
                              <a:pt x="20132" y="4292"/>
                            </a:cubicBezTo>
                            <a:cubicBezTo>
                              <a:pt x="18886" y="3877"/>
                              <a:pt x="17529" y="3655"/>
                              <a:pt x="16089" y="3655"/>
                            </a:cubicBezTo>
                            <a:cubicBezTo>
                              <a:pt x="14538" y="3655"/>
                              <a:pt x="13126" y="3988"/>
                              <a:pt x="11880" y="4624"/>
                            </a:cubicBezTo>
                            <a:cubicBezTo>
                              <a:pt x="10606" y="5261"/>
                              <a:pt x="9526" y="6120"/>
                              <a:pt x="8612" y="7172"/>
                            </a:cubicBezTo>
                            <a:cubicBezTo>
                              <a:pt x="7698" y="8224"/>
                              <a:pt x="7006" y="9470"/>
                              <a:pt x="6507" y="10883"/>
                            </a:cubicBezTo>
                            <a:cubicBezTo>
                              <a:pt x="6009" y="12295"/>
                              <a:pt x="5815" y="13818"/>
                              <a:pt x="5898" y="15396"/>
                            </a:cubicBezTo>
                            <a:lnTo>
                              <a:pt x="1385" y="15396"/>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966" name="Freeform 3965">
                      <a:extLst>
                        <a:ext uri="{FF2B5EF4-FFF2-40B4-BE49-F238E27FC236}">
                          <a16:creationId xmlns:a16="http://schemas.microsoft.com/office/drawing/2014/main" id="{1AD4F149-E60E-C1D4-A697-05DCC9ECFDE2}"/>
                        </a:ext>
                      </a:extLst>
                    </p:cNvPr>
                    <p:cNvSpPr/>
                    <p:nvPr/>
                  </p:nvSpPr>
                  <p:spPr>
                    <a:xfrm>
                      <a:off x="2633356" y="3778424"/>
                      <a:ext cx="233576" cy="2769"/>
                    </a:xfrm>
                    <a:custGeom>
                      <a:avLst/>
                      <a:gdLst>
                        <a:gd name="connsiteX0" fmla="*/ 0 w 233576"/>
                        <a:gd name="connsiteY0" fmla="*/ 0 h 2769"/>
                        <a:gd name="connsiteX1" fmla="*/ 233576 w 233576"/>
                        <a:gd name="connsiteY1" fmla="*/ 0 h 2769"/>
                      </a:gdLst>
                      <a:ahLst/>
                      <a:cxnLst>
                        <a:cxn ang="0">
                          <a:pos x="connsiteX0" y="connsiteY0"/>
                        </a:cxn>
                        <a:cxn ang="0">
                          <a:pos x="connsiteX1" y="connsiteY1"/>
                        </a:cxn>
                      </a:cxnLst>
                      <a:rect l="l" t="t" r="r" b="b"/>
                      <a:pathLst>
                        <a:path w="233576" h="2769">
                          <a:moveTo>
                            <a:pt x="0" y="0"/>
                          </a:moveTo>
                          <a:lnTo>
                            <a:pt x="233576"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grpSp>
          <p:grpSp>
            <p:nvGrpSpPr>
              <p:cNvPr id="45" name="Group 44">
                <a:extLst>
                  <a:ext uri="{FF2B5EF4-FFF2-40B4-BE49-F238E27FC236}">
                    <a16:creationId xmlns:a16="http://schemas.microsoft.com/office/drawing/2014/main" id="{E06A3355-52AA-3E72-BE48-C7AFCE3F0CEC}"/>
                  </a:ext>
                </a:extLst>
              </p:cNvPr>
              <p:cNvGrpSpPr/>
              <p:nvPr/>
            </p:nvGrpSpPr>
            <p:grpSpPr>
              <a:xfrm>
                <a:off x="5020284" y="1565716"/>
                <a:ext cx="1947584" cy="1527130"/>
                <a:chOff x="5020284" y="1565716"/>
                <a:chExt cx="1947584" cy="1527130"/>
              </a:xfrm>
            </p:grpSpPr>
            <p:grpSp>
              <p:nvGrpSpPr>
                <p:cNvPr id="3552" name="Graphic 14">
                  <a:extLst>
                    <a:ext uri="{FF2B5EF4-FFF2-40B4-BE49-F238E27FC236}">
                      <a16:creationId xmlns:a16="http://schemas.microsoft.com/office/drawing/2014/main" id="{EB29CFCC-C922-DD9C-4DCC-B56508631570}"/>
                    </a:ext>
                  </a:extLst>
                </p:cNvPr>
                <p:cNvGrpSpPr/>
                <p:nvPr/>
              </p:nvGrpSpPr>
              <p:grpSpPr>
                <a:xfrm>
                  <a:off x="6332261" y="2926831"/>
                  <a:ext cx="635607" cy="166015"/>
                  <a:chOff x="3023860" y="2768248"/>
                  <a:chExt cx="187114" cy="48873"/>
                </a:xfrm>
                <a:solidFill>
                  <a:srgbClr val="010101"/>
                </a:solidFill>
              </p:grpSpPr>
              <p:sp>
                <p:nvSpPr>
                  <p:cNvPr id="3553" name="Freeform 3552">
                    <a:extLst>
                      <a:ext uri="{FF2B5EF4-FFF2-40B4-BE49-F238E27FC236}">
                        <a16:creationId xmlns:a16="http://schemas.microsoft.com/office/drawing/2014/main" id="{8193E3C8-E595-D14D-586F-5AAF1873CB78}"/>
                      </a:ext>
                    </a:extLst>
                  </p:cNvPr>
                  <p:cNvSpPr/>
                  <p:nvPr/>
                </p:nvSpPr>
                <p:spPr>
                  <a:xfrm>
                    <a:off x="3023860" y="2780733"/>
                    <a:ext cx="27137" cy="36247"/>
                  </a:xfrm>
                  <a:custGeom>
                    <a:avLst/>
                    <a:gdLst>
                      <a:gd name="connsiteX0" fmla="*/ 4071 w 27137"/>
                      <a:gd name="connsiteY0" fmla="*/ 24618 h 36247"/>
                      <a:gd name="connsiteX1" fmla="*/ 7421 w 27137"/>
                      <a:gd name="connsiteY1" fmla="*/ 30903 h 36247"/>
                      <a:gd name="connsiteX2" fmla="*/ 14372 w 27137"/>
                      <a:gd name="connsiteY2" fmla="*/ 32731 h 36247"/>
                      <a:gd name="connsiteX3" fmla="*/ 18166 w 27137"/>
                      <a:gd name="connsiteY3" fmla="*/ 32205 h 36247"/>
                      <a:gd name="connsiteX4" fmla="*/ 20796 w 27137"/>
                      <a:gd name="connsiteY4" fmla="*/ 30765 h 36247"/>
                      <a:gd name="connsiteX5" fmla="*/ 22347 w 27137"/>
                      <a:gd name="connsiteY5" fmla="*/ 28744 h 36247"/>
                      <a:gd name="connsiteX6" fmla="*/ 22873 w 27137"/>
                      <a:gd name="connsiteY6" fmla="*/ 26362 h 36247"/>
                      <a:gd name="connsiteX7" fmla="*/ 21239 w 27137"/>
                      <a:gd name="connsiteY7" fmla="*/ 22596 h 36247"/>
                      <a:gd name="connsiteX8" fmla="*/ 17141 w 27137"/>
                      <a:gd name="connsiteY8" fmla="*/ 20658 h 36247"/>
                      <a:gd name="connsiteX9" fmla="*/ 11824 w 27137"/>
                      <a:gd name="connsiteY9" fmla="*/ 19467 h 36247"/>
                      <a:gd name="connsiteX10" fmla="*/ 6507 w 27137"/>
                      <a:gd name="connsiteY10" fmla="*/ 17972 h 36247"/>
                      <a:gd name="connsiteX11" fmla="*/ 2409 w 27137"/>
                      <a:gd name="connsiteY11" fmla="*/ 15119 h 36247"/>
                      <a:gd name="connsiteX12" fmla="*/ 775 w 27137"/>
                      <a:gd name="connsiteY12" fmla="*/ 9858 h 36247"/>
                      <a:gd name="connsiteX13" fmla="*/ 3932 w 27137"/>
                      <a:gd name="connsiteY13" fmla="*/ 2769 h 36247"/>
                      <a:gd name="connsiteX14" fmla="*/ 12876 w 27137"/>
                      <a:gd name="connsiteY14" fmla="*/ 0 h 36247"/>
                      <a:gd name="connsiteX15" fmla="*/ 21959 w 27137"/>
                      <a:gd name="connsiteY15" fmla="*/ 2492 h 36247"/>
                      <a:gd name="connsiteX16" fmla="*/ 26168 w 27137"/>
                      <a:gd name="connsiteY16" fmla="*/ 10827 h 36247"/>
                      <a:gd name="connsiteX17" fmla="*/ 22125 w 27137"/>
                      <a:gd name="connsiteY17" fmla="*/ 10827 h 36247"/>
                      <a:gd name="connsiteX18" fmla="*/ 19107 w 27137"/>
                      <a:gd name="connsiteY18" fmla="*/ 5206 h 36247"/>
                      <a:gd name="connsiteX19" fmla="*/ 12821 w 27137"/>
                      <a:gd name="connsiteY19" fmla="*/ 3572 h 36247"/>
                      <a:gd name="connsiteX20" fmla="*/ 7034 w 27137"/>
                      <a:gd name="connsiteY20" fmla="*/ 5206 h 36247"/>
                      <a:gd name="connsiteX21" fmla="*/ 5040 w 27137"/>
                      <a:gd name="connsiteY21" fmla="*/ 9498 h 36247"/>
                      <a:gd name="connsiteX22" fmla="*/ 6674 w 27137"/>
                      <a:gd name="connsiteY22" fmla="*/ 13043 h 36247"/>
                      <a:gd name="connsiteX23" fmla="*/ 10772 w 27137"/>
                      <a:gd name="connsiteY23" fmla="*/ 15036 h 36247"/>
                      <a:gd name="connsiteX24" fmla="*/ 16089 w 27137"/>
                      <a:gd name="connsiteY24" fmla="*/ 16393 h 36247"/>
                      <a:gd name="connsiteX25" fmla="*/ 21405 w 27137"/>
                      <a:gd name="connsiteY25" fmla="*/ 18082 h 36247"/>
                      <a:gd name="connsiteX26" fmla="*/ 25504 w 27137"/>
                      <a:gd name="connsiteY26" fmla="*/ 21045 h 36247"/>
                      <a:gd name="connsiteX27" fmla="*/ 27137 w 27137"/>
                      <a:gd name="connsiteY27" fmla="*/ 26224 h 36247"/>
                      <a:gd name="connsiteX28" fmla="*/ 26085 w 27137"/>
                      <a:gd name="connsiteY28" fmla="*/ 30571 h 36247"/>
                      <a:gd name="connsiteX29" fmla="*/ 23150 w 27137"/>
                      <a:gd name="connsiteY29" fmla="*/ 33728 h 36247"/>
                      <a:gd name="connsiteX30" fmla="*/ 18719 w 27137"/>
                      <a:gd name="connsiteY30" fmla="*/ 35611 h 36247"/>
                      <a:gd name="connsiteX31" fmla="*/ 13098 w 27137"/>
                      <a:gd name="connsiteY31" fmla="*/ 36248 h 36247"/>
                      <a:gd name="connsiteX32" fmla="*/ 7670 w 27137"/>
                      <a:gd name="connsiteY32" fmla="*/ 35362 h 36247"/>
                      <a:gd name="connsiteX33" fmla="*/ 3655 w 27137"/>
                      <a:gd name="connsiteY33" fmla="*/ 32870 h 36247"/>
                      <a:gd name="connsiteX34" fmla="*/ 1052 w 27137"/>
                      <a:gd name="connsiteY34" fmla="*/ 29159 h 36247"/>
                      <a:gd name="connsiteX35" fmla="*/ 0 w 27137"/>
                      <a:gd name="connsiteY35" fmla="*/ 24562 h 36247"/>
                      <a:gd name="connsiteX36" fmla="*/ 4043 w 27137"/>
                      <a:gd name="connsiteY36" fmla="*/ 24562 h 3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137" h="36247">
                        <a:moveTo>
                          <a:pt x="4071" y="24618"/>
                        </a:moveTo>
                        <a:cubicBezTo>
                          <a:pt x="4680" y="27580"/>
                          <a:pt x="5815" y="29685"/>
                          <a:pt x="7421" y="30903"/>
                        </a:cubicBezTo>
                        <a:cubicBezTo>
                          <a:pt x="9027" y="32122"/>
                          <a:pt x="11353" y="32731"/>
                          <a:pt x="14372" y="32731"/>
                        </a:cubicBezTo>
                        <a:cubicBezTo>
                          <a:pt x="15839" y="32731"/>
                          <a:pt x="17086" y="32565"/>
                          <a:pt x="18166" y="32205"/>
                        </a:cubicBezTo>
                        <a:cubicBezTo>
                          <a:pt x="19218" y="31845"/>
                          <a:pt x="20104" y="31374"/>
                          <a:pt x="20796" y="30765"/>
                        </a:cubicBezTo>
                        <a:cubicBezTo>
                          <a:pt x="21489" y="30156"/>
                          <a:pt x="22015" y="29491"/>
                          <a:pt x="22347" y="28744"/>
                        </a:cubicBezTo>
                        <a:cubicBezTo>
                          <a:pt x="22707" y="27996"/>
                          <a:pt x="22873" y="27193"/>
                          <a:pt x="22873" y="26362"/>
                        </a:cubicBezTo>
                        <a:cubicBezTo>
                          <a:pt x="22873" y="24673"/>
                          <a:pt x="22319" y="23427"/>
                          <a:pt x="21239" y="22596"/>
                        </a:cubicBezTo>
                        <a:cubicBezTo>
                          <a:pt x="20159" y="21765"/>
                          <a:pt x="18802" y="21129"/>
                          <a:pt x="17141" y="20658"/>
                        </a:cubicBezTo>
                        <a:cubicBezTo>
                          <a:pt x="15479" y="20187"/>
                          <a:pt x="13735" y="19799"/>
                          <a:pt x="11824" y="19467"/>
                        </a:cubicBezTo>
                        <a:cubicBezTo>
                          <a:pt x="9913" y="19135"/>
                          <a:pt x="8141" y="18636"/>
                          <a:pt x="6507" y="17972"/>
                        </a:cubicBezTo>
                        <a:cubicBezTo>
                          <a:pt x="4874" y="17307"/>
                          <a:pt x="3517" y="16366"/>
                          <a:pt x="2409" y="15119"/>
                        </a:cubicBezTo>
                        <a:cubicBezTo>
                          <a:pt x="1301" y="13873"/>
                          <a:pt x="775" y="12129"/>
                          <a:pt x="775" y="9858"/>
                        </a:cubicBezTo>
                        <a:cubicBezTo>
                          <a:pt x="775" y="6978"/>
                          <a:pt x="1828" y="4624"/>
                          <a:pt x="3932" y="2769"/>
                        </a:cubicBezTo>
                        <a:cubicBezTo>
                          <a:pt x="6037" y="941"/>
                          <a:pt x="9027" y="0"/>
                          <a:pt x="12876" y="0"/>
                        </a:cubicBezTo>
                        <a:cubicBezTo>
                          <a:pt x="16726" y="0"/>
                          <a:pt x="19633" y="831"/>
                          <a:pt x="21959" y="2492"/>
                        </a:cubicBezTo>
                        <a:cubicBezTo>
                          <a:pt x="24285" y="4154"/>
                          <a:pt x="25697" y="6923"/>
                          <a:pt x="26168" y="10827"/>
                        </a:cubicBezTo>
                        <a:lnTo>
                          <a:pt x="22125" y="10827"/>
                        </a:lnTo>
                        <a:cubicBezTo>
                          <a:pt x="21765" y="8169"/>
                          <a:pt x="20769" y="6286"/>
                          <a:pt x="19107" y="5206"/>
                        </a:cubicBezTo>
                        <a:cubicBezTo>
                          <a:pt x="17446" y="4126"/>
                          <a:pt x="15341" y="3572"/>
                          <a:pt x="12821" y="3572"/>
                        </a:cubicBezTo>
                        <a:cubicBezTo>
                          <a:pt x="10301" y="3572"/>
                          <a:pt x="8363" y="4126"/>
                          <a:pt x="7034" y="5206"/>
                        </a:cubicBezTo>
                        <a:cubicBezTo>
                          <a:pt x="5704" y="6286"/>
                          <a:pt x="5040" y="7726"/>
                          <a:pt x="5040" y="9498"/>
                        </a:cubicBezTo>
                        <a:cubicBezTo>
                          <a:pt x="5040" y="11049"/>
                          <a:pt x="5594" y="12240"/>
                          <a:pt x="6674" y="13043"/>
                        </a:cubicBezTo>
                        <a:cubicBezTo>
                          <a:pt x="7754" y="13873"/>
                          <a:pt x="9110" y="14538"/>
                          <a:pt x="10772" y="15036"/>
                        </a:cubicBezTo>
                        <a:cubicBezTo>
                          <a:pt x="12406" y="15535"/>
                          <a:pt x="14178" y="16006"/>
                          <a:pt x="16089" y="16393"/>
                        </a:cubicBezTo>
                        <a:cubicBezTo>
                          <a:pt x="17999" y="16781"/>
                          <a:pt x="19772" y="17362"/>
                          <a:pt x="21405" y="18082"/>
                        </a:cubicBezTo>
                        <a:cubicBezTo>
                          <a:pt x="23039" y="18802"/>
                          <a:pt x="24396" y="19799"/>
                          <a:pt x="25504" y="21045"/>
                        </a:cubicBezTo>
                        <a:cubicBezTo>
                          <a:pt x="26584" y="22291"/>
                          <a:pt x="27137" y="24008"/>
                          <a:pt x="27137" y="26224"/>
                        </a:cubicBezTo>
                        <a:cubicBezTo>
                          <a:pt x="27137" y="27857"/>
                          <a:pt x="26777" y="29325"/>
                          <a:pt x="26085" y="30571"/>
                        </a:cubicBezTo>
                        <a:cubicBezTo>
                          <a:pt x="25365" y="31845"/>
                          <a:pt x="24396" y="32897"/>
                          <a:pt x="23150" y="33728"/>
                        </a:cubicBezTo>
                        <a:cubicBezTo>
                          <a:pt x="21904" y="34559"/>
                          <a:pt x="20436" y="35196"/>
                          <a:pt x="18719" y="35611"/>
                        </a:cubicBezTo>
                        <a:cubicBezTo>
                          <a:pt x="17003" y="36026"/>
                          <a:pt x="15147" y="36248"/>
                          <a:pt x="13098" y="36248"/>
                        </a:cubicBezTo>
                        <a:cubicBezTo>
                          <a:pt x="11049" y="36248"/>
                          <a:pt x="9249" y="35943"/>
                          <a:pt x="7670" y="35362"/>
                        </a:cubicBezTo>
                        <a:cubicBezTo>
                          <a:pt x="6092" y="34753"/>
                          <a:pt x="4763" y="33922"/>
                          <a:pt x="3655" y="32870"/>
                        </a:cubicBezTo>
                        <a:cubicBezTo>
                          <a:pt x="2548" y="31817"/>
                          <a:pt x="1689" y="30571"/>
                          <a:pt x="1052" y="29159"/>
                        </a:cubicBezTo>
                        <a:cubicBezTo>
                          <a:pt x="443" y="27747"/>
                          <a:pt x="83" y="26224"/>
                          <a:pt x="0" y="24562"/>
                        </a:cubicBezTo>
                        <a:lnTo>
                          <a:pt x="4043" y="24562"/>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54" name="Freeform 3553">
                    <a:extLst>
                      <a:ext uri="{FF2B5EF4-FFF2-40B4-BE49-F238E27FC236}">
                        <a16:creationId xmlns:a16="http://schemas.microsoft.com/office/drawing/2014/main" id="{68D8A84E-EB0D-9E40-9E25-A2784F18921A}"/>
                      </a:ext>
                    </a:extLst>
                  </p:cNvPr>
                  <p:cNvSpPr/>
                  <p:nvPr/>
                </p:nvSpPr>
                <p:spPr>
                  <a:xfrm>
                    <a:off x="3059249" y="2768244"/>
                    <a:ext cx="4375" cy="47878"/>
                  </a:xfrm>
                  <a:custGeom>
                    <a:avLst/>
                    <a:gdLst>
                      <a:gd name="connsiteX0" fmla="*/ 0 w 4375"/>
                      <a:gd name="connsiteY0" fmla="*/ 5926 h 47878"/>
                      <a:gd name="connsiteX1" fmla="*/ 0 w 4375"/>
                      <a:gd name="connsiteY1" fmla="*/ 0 h 47878"/>
                      <a:gd name="connsiteX2" fmla="*/ 4375 w 4375"/>
                      <a:gd name="connsiteY2" fmla="*/ 0 h 47878"/>
                      <a:gd name="connsiteX3" fmla="*/ 4375 w 4375"/>
                      <a:gd name="connsiteY3" fmla="*/ 5926 h 47878"/>
                      <a:gd name="connsiteX4" fmla="*/ 0 w 4375"/>
                      <a:gd name="connsiteY4" fmla="*/ 5926 h 47878"/>
                      <a:gd name="connsiteX5" fmla="*/ 194 w 4375"/>
                      <a:gd name="connsiteY5" fmla="*/ 47878 h 47878"/>
                      <a:gd name="connsiteX6" fmla="*/ 194 w 4375"/>
                      <a:gd name="connsiteY6" fmla="*/ 13458 h 47878"/>
                      <a:gd name="connsiteX7" fmla="*/ 4181 w 4375"/>
                      <a:gd name="connsiteY7" fmla="*/ 13458 h 47878"/>
                      <a:gd name="connsiteX8" fmla="*/ 4181 w 4375"/>
                      <a:gd name="connsiteY8" fmla="*/ 47878 h 47878"/>
                      <a:gd name="connsiteX9" fmla="*/ 194 w 4375"/>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78">
                        <a:moveTo>
                          <a:pt x="0" y="5926"/>
                        </a:moveTo>
                        <a:lnTo>
                          <a:pt x="0" y="0"/>
                        </a:lnTo>
                        <a:lnTo>
                          <a:pt x="4375" y="0"/>
                        </a:lnTo>
                        <a:lnTo>
                          <a:pt x="4375" y="5926"/>
                        </a:lnTo>
                        <a:lnTo>
                          <a:pt x="0" y="5926"/>
                        </a:lnTo>
                        <a:close/>
                        <a:moveTo>
                          <a:pt x="194" y="47878"/>
                        </a:moveTo>
                        <a:lnTo>
                          <a:pt x="194" y="13458"/>
                        </a:lnTo>
                        <a:lnTo>
                          <a:pt x="4181" y="13458"/>
                        </a:lnTo>
                        <a:lnTo>
                          <a:pt x="4181" y="47878"/>
                        </a:lnTo>
                        <a:lnTo>
                          <a:pt x="194" y="47878"/>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55" name="Freeform 3554">
                    <a:extLst>
                      <a:ext uri="{FF2B5EF4-FFF2-40B4-BE49-F238E27FC236}">
                        <a16:creationId xmlns:a16="http://schemas.microsoft.com/office/drawing/2014/main" id="{1D8791E0-2119-8954-FB0E-D4D38A59B482}"/>
                      </a:ext>
                    </a:extLst>
                  </p:cNvPr>
                  <p:cNvSpPr/>
                  <p:nvPr/>
                </p:nvSpPr>
                <p:spPr>
                  <a:xfrm>
                    <a:off x="3073067" y="2780788"/>
                    <a:ext cx="46798" cy="35417"/>
                  </a:xfrm>
                  <a:custGeom>
                    <a:avLst/>
                    <a:gdLst>
                      <a:gd name="connsiteX0" fmla="*/ 3988 w 46798"/>
                      <a:gd name="connsiteY0" fmla="*/ 35334 h 35417"/>
                      <a:gd name="connsiteX1" fmla="*/ 0 w 46798"/>
                      <a:gd name="connsiteY1" fmla="*/ 35334 h 35417"/>
                      <a:gd name="connsiteX2" fmla="*/ 0 w 46798"/>
                      <a:gd name="connsiteY2" fmla="*/ 914 h 35417"/>
                      <a:gd name="connsiteX3" fmla="*/ 3988 w 46798"/>
                      <a:gd name="connsiteY3" fmla="*/ 914 h 35417"/>
                      <a:gd name="connsiteX4" fmla="*/ 3988 w 46798"/>
                      <a:gd name="connsiteY4" fmla="*/ 6092 h 35417"/>
                      <a:gd name="connsiteX5" fmla="*/ 4126 w 46798"/>
                      <a:gd name="connsiteY5" fmla="*/ 6092 h 35417"/>
                      <a:gd name="connsiteX6" fmla="*/ 8501 w 46798"/>
                      <a:gd name="connsiteY6" fmla="*/ 1551 h 35417"/>
                      <a:gd name="connsiteX7" fmla="*/ 14760 w 46798"/>
                      <a:gd name="connsiteY7" fmla="*/ 0 h 35417"/>
                      <a:gd name="connsiteX8" fmla="*/ 18803 w 46798"/>
                      <a:gd name="connsiteY8" fmla="*/ 526 h 35417"/>
                      <a:gd name="connsiteX9" fmla="*/ 21627 w 46798"/>
                      <a:gd name="connsiteY9" fmla="*/ 1966 h 35417"/>
                      <a:gd name="connsiteX10" fmla="*/ 23565 w 46798"/>
                      <a:gd name="connsiteY10" fmla="*/ 4071 h 35417"/>
                      <a:gd name="connsiteX11" fmla="*/ 24867 w 46798"/>
                      <a:gd name="connsiteY11" fmla="*/ 6674 h 35417"/>
                      <a:gd name="connsiteX12" fmla="*/ 29491 w 46798"/>
                      <a:gd name="connsiteY12" fmla="*/ 1662 h 35417"/>
                      <a:gd name="connsiteX13" fmla="*/ 36110 w 46798"/>
                      <a:gd name="connsiteY13" fmla="*/ 28 h 35417"/>
                      <a:gd name="connsiteX14" fmla="*/ 41731 w 46798"/>
                      <a:gd name="connsiteY14" fmla="*/ 1191 h 35417"/>
                      <a:gd name="connsiteX15" fmla="*/ 44943 w 46798"/>
                      <a:gd name="connsiteY15" fmla="*/ 4237 h 35417"/>
                      <a:gd name="connsiteX16" fmla="*/ 46438 w 46798"/>
                      <a:gd name="connsiteY16" fmla="*/ 8584 h 35417"/>
                      <a:gd name="connsiteX17" fmla="*/ 46798 w 46798"/>
                      <a:gd name="connsiteY17" fmla="*/ 13624 h 35417"/>
                      <a:gd name="connsiteX18" fmla="*/ 46798 w 46798"/>
                      <a:gd name="connsiteY18" fmla="*/ 35362 h 35417"/>
                      <a:gd name="connsiteX19" fmla="*/ 42811 w 46798"/>
                      <a:gd name="connsiteY19" fmla="*/ 35362 h 35417"/>
                      <a:gd name="connsiteX20" fmla="*/ 42811 w 46798"/>
                      <a:gd name="connsiteY20" fmla="*/ 11575 h 35417"/>
                      <a:gd name="connsiteX21" fmla="*/ 41260 w 46798"/>
                      <a:gd name="connsiteY21" fmla="*/ 5732 h 35417"/>
                      <a:gd name="connsiteX22" fmla="*/ 35445 w 46798"/>
                      <a:gd name="connsiteY22" fmla="*/ 3600 h 35417"/>
                      <a:gd name="connsiteX23" fmla="*/ 31236 w 46798"/>
                      <a:gd name="connsiteY23" fmla="*/ 4569 h 35417"/>
                      <a:gd name="connsiteX24" fmla="*/ 27691 w 46798"/>
                      <a:gd name="connsiteY24" fmla="*/ 7532 h 35417"/>
                      <a:gd name="connsiteX25" fmla="*/ 26584 w 46798"/>
                      <a:gd name="connsiteY25" fmla="*/ 9554 h 35417"/>
                      <a:gd name="connsiteX26" fmla="*/ 25892 w 46798"/>
                      <a:gd name="connsiteY26" fmla="*/ 11990 h 35417"/>
                      <a:gd name="connsiteX27" fmla="*/ 25532 w 46798"/>
                      <a:gd name="connsiteY27" fmla="*/ 14510 h 35417"/>
                      <a:gd name="connsiteX28" fmla="*/ 25421 w 46798"/>
                      <a:gd name="connsiteY28" fmla="*/ 16836 h 35417"/>
                      <a:gd name="connsiteX29" fmla="*/ 25421 w 46798"/>
                      <a:gd name="connsiteY29" fmla="*/ 35390 h 35417"/>
                      <a:gd name="connsiteX30" fmla="*/ 21433 w 46798"/>
                      <a:gd name="connsiteY30" fmla="*/ 35390 h 35417"/>
                      <a:gd name="connsiteX31" fmla="*/ 21433 w 46798"/>
                      <a:gd name="connsiteY31" fmla="*/ 11603 h 35417"/>
                      <a:gd name="connsiteX32" fmla="*/ 19883 w 46798"/>
                      <a:gd name="connsiteY32" fmla="*/ 5760 h 35417"/>
                      <a:gd name="connsiteX33" fmla="*/ 14067 w 46798"/>
                      <a:gd name="connsiteY33" fmla="*/ 3628 h 35417"/>
                      <a:gd name="connsiteX34" fmla="*/ 9858 w 46798"/>
                      <a:gd name="connsiteY34" fmla="*/ 4597 h 35417"/>
                      <a:gd name="connsiteX35" fmla="*/ 6314 w 46798"/>
                      <a:gd name="connsiteY35" fmla="*/ 7560 h 35417"/>
                      <a:gd name="connsiteX36" fmla="*/ 5206 w 46798"/>
                      <a:gd name="connsiteY36" fmla="*/ 9581 h 35417"/>
                      <a:gd name="connsiteX37" fmla="*/ 4514 w 46798"/>
                      <a:gd name="connsiteY37" fmla="*/ 12018 h 35417"/>
                      <a:gd name="connsiteX38" fmla="*/ 4154 w 46798"/>
                      <a:gd name="connsiteY38" fmla="*/ 14538 h 35417"/>
                      <a:gd name="connsiteX39" fmla="*/ 4043 w 46798"/>
                      <a:gd name="connsiteY39" fmla="*/ 16864 h 35417"/>
                      <a:gd name="connsiteX40" fmla="*/ 4043 w 46798"/>
                      <a:gd name="connsiteY40" fmla="*/ 35417 h 3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798" h="35417">
                        <a:moveTo>
                          <a:pt x="3988" y="35334"/>
                        </a:moveTo>
                        <a:lnTo>
                          <a:pt x="0" y="35334"/>
                        </a:lnTo>
                        <a:lnTo>
                          <a:pt x="0" y="914"/>
                        </a:lnTo>
                        <a:lnTo>
                          <a:pt x="3988" y="914"/>
                        </a:lnTo>
                        <a:lnTo>
                          <a:pt x="3988" y="6092"/>
                        </a:lnTo>
                        <a:lnTo>
                          <a:pt x="4126" y="6092"/>
                        </a:lnTo>
                        <a:cubicBezTo>
                          <a:pt x="5151" y="4098"/>
                          <a:pt x="6618" y="2575"/>
                          <a:pt x="8501" y="1551"/>
                        </a:cubicBezTo>
                        <a:cubicBezTo>
                          <a:pt x="10412" y="499"/>
                          <a:pt x="12489" y="0"/>
                          <a:pt x="14760" y="0"/>
                        </a:cubicBezTo>
                        <a:cubicBezTo>
                          <a:pt x="16366" y="0"/>
                          <a:pt x="17695" y="166"/>
                          <a:pt x="18803" y="526"/>
                        </a:cubicBezTo>
                        <a:cubicBezTo>
                          <a:pt x="19910" y="886"/>
                          <a:pt x="20852" y="1357"/>
                          <a:pt x="21627" y="1966"/>
                        </a:cubicBezTo>
                        <a:cubicBezTo>
                          <a:pt x="22402" y="2575"/>
                          <a:pt x="23039" y="3268"/>
                          <a:pt x="23565" y="4071"/>
                        </a:cubicBezTo>
                        <a:cubicBezTo>
                          <a:pt x="24064" y="4874"/>
                          <a:pt x="24507" y="5732"/>
                          <a:pt x="24867" y="6674"/>
                        </a:cubicBezTo>
                        <a:cubicBezTo>
                          <a:pt x="26030" y="4403"/>
                          <a:pt x="27553" y="2742"/>
                          <a:pt x="29491" y="1662"/>
                        </a:cubicBezTo>
                        <a:cubicBezTo>
                          <a:pt x="31430" y="582"/>
                          <a:pt x="33617" y="28"/>
                          <a:pt x="36110" y="28"/>
                        </a:cubicBezTo>
                        <a:cubicBezTo>
                          <a:pt x="38463" y="28"/>
                          <a:pt x="40319" y="415"/>
                          <a:pt x="41731" y="1191"/>
                        </a:cubicBezTo>
                        <a:cubicBezTo>
                          <a:pt x="43115" y="1966"/>
                          <a:pt x="44195" y="2991"/>
                          <a:pt x="44943" y="4237"/>
                        </a:cubicBezTo>
                        <a:cubicBezTo>
                          <a:pt x="45691" y="5483"/>
                          <a:pt x="46189" y="6951"/>
                          <a:pt x="46438" y="8584"/>
                        </a:cubicBezTo>
                        <a:cubicBezTo>
                          <a:pt x="46688" y="10218"/>
                          <a:pt x="46798" y="11907"/>
                          <a:pt x="46798" y="13624"/>
                        </a:cubicBezTo>
                        <a:lnTo>
                          <a:pt x="46798" y="35362"/>
                        </a:lnTo>
                        <a:lnTo>
                          <a:pt x="42811" y="35362"/>
                        </a:lnTo>
                        <a:lnTo>
                          <a:pt x="42811" y="11575"/>
                        </a:lnTo>
                        <a:cubicBezTo>
                          <a:pt x="42811" y="9083"/>
                          <a:pt x="42285" y="7144"/>
                          <a:pt x="41260" y="5732"/>
                        </a:cubicBezTo>
                        <a:cubicBezTo>
                          <a:pt x="40208" y="4320"/>
                          <a:pt x="38269" y="3600"/>
                          <a:pt x="35445" y="3600"/>
                        </a:cubicBezTo>
                        <a:cubicBezTo>
                          <a:pt x="33977" y="3600"/>
                          <a:pt x="32565" y="3932"/>
                          <a:pt x="31236" y="4569"/>
                        </a:cubicBezTo>
                        <a:cubicBezTo>
                          <a:pt x="29879" y="5206"/>
                          <a:pt x="28688" y="6203"/>
                          <a:pt x="27691" y="7532"/>
                        </a:cubicBezTo>
                        <a:cubicBezTo>
                          <a:pt x="27248" y="8114"/>
                          <a:pt x="26888" y="8778"/>
                          <a:pt x="26584" y="9554"/>
                        </a:cubicBezTo>
                        <a:cubicBezTo>
                          <a:pt x="26307" y="10329"/>
                          <a:pt x="26058" y="11132"/>
                          <a:pt x="25892" y="11990"/>
                        </a:cubicBezTo>
                        <a:cubicBezTo>
                          <a:pt x="25725" y="12821"/>
                          <a:pt x="25587" y="13680"/>
                          <a:pt x="25532" y="14510"/>
                        </a:cubicBezTo>
                        <a:cubicBezTo>
                          <a:pt x="25476" y="15341"/>
                          <a:pt x="25421" y="16116"/>
                          <a:pt x="25421" y="16836"/>
                        </a:cubicBezTo>
                        <a:lnTo>
                          <a:pt x="25421" y="35390"/>
                        </a:lnTo>
                        <a:lnTo>
                          <a:pt x="21433" y="35390"/>
                        </a:lnTo>
                        <a:lnTo>
                          <a:pt x="21433" y="11603"/>
                        </a:lnTo>
                        <a:cubicBezTo>
                          <a:pt x="21433" y="9111"/>
                          <a:pt x="20907" y="7172"/>
                          <a:pt x="19883" y="5760"/>
                        </a:cubicBezTo>
                        <a:cubicBezTo>
                          <a:pt x="18830" y="4348"/>
                          <a:pt x="16892" y="3628"/>
                          <a:pt x="14067" y="3628"/>
                        </a:cubicBezTo>
                        <a:cubicBezTo>
                          <a:pt x="12600" y="3628"/>
                          <a:pt x="11187" y="3960"/>
                          <a:pt x="9858" y="4597"/>
                        </a:cubicBezTo>
                        <a:cubicBezTo>
                          <a:pt x="8501" y="5234"/>
                          <a:pt x="7311" y="6231"/>
                          <a:pt x="6314" y="7560"/>
                        </a:cubicBezTo>
                        <a:cubicBezTo>
                          <a:pt x="5871" y="8141"/>
                          <a:pt x="5511" y="8806"/>
                          <a:pt x="5206" y="9581"/>
                        </a:cubicBezTo>
                        <a:cubicBezTo>
                          <a:pt x="4929" y="10357"/>
                          <a:pt x="4680" y="11160"/>
                          <a:pt x="4514" y="12018"/>
                        </a:cubicBezTo>
                        <a:cubicBezTo>
                          <a:pt x="4348" y="12849"/>
                          <a:pt x="4209" y="13707"/>
                          <a:pt x="4154" y="14538"/>
                        </a:cubicBezTo>
                        <a:cubicBezTo>
                          <a:pt x="4098" y="15369"/>
                          <a:pt x="4043" y="16144"/>
                          <a:pt x="4043" y="16864"/>
                        </a:cubicBezTo>
                        <a:lnTo>
                          <a:pt x="4043" y="35417"/>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56" name="Freeform 3555">
                    <a:extLst>
                      <a:ext uri="{FF2B5EF4-FFF2-40B4-BE49-F238E27FC236}">
                        <a16:creationId xmlns:a16="http://schemas.microsoft.com/office/drawing/2014/main" id="{7C749A7A-884E-C51A-4793-A481A68031EA}"/>
                      </a:ext>
                    </a:extLst>
                  </p:cNvPr>
                  <p:cNvSpPr/>
                  <p:nvPr/>
                </p:nvSpPr>
                <p:spPr>
                  <a:xfrm>
                    <a:off x="3129364" y="2768244"/>
                    <a:ext cx="4375" cy="47878"/>
                  </a:xfrm>
                  <a:custGeom>
                    <a:avLst/>
                    <a:gdLst>
                      <a:gd name="connsiteX0" fmla="*/ 0 w 4375"/>
                      <a:gd name="connsiteY0" fmla="*/ 5926 h 47878"/>
                      <a:gd name="connsiteX1" fmla="*/ 0 w 4375"/>
                      <a:gd name="connsiteY1" fmla="*/ 0 h 47878"/>
                      <a:gd name="connsiteX2" fmla="*/ 4375 w 4375"/>
                      <a:gd name="connsiteY2" fmla="*/ 0 h 47878"/>
                      <a:gd name="connsiteX3" fmla="*/ 4375 w 4375"/>
                      <a:gd name="connsiteY3" fmla="*/ 5926 h 47878"/>
                      <a:gd name="connsiteX4" fmla="*/ 0 w 4375"/>
                      <a:gd name="connsiteY4" fmla="*/ 5926 h 47878"/>
                      <a:gd name="connsiteX5" fmla="*/ 194 w 4375"/>
                      <a:gd name="connsiteY5" fmla="*/ 47878 h 47878"/>
                      <a:gd name="connsiteX6" fmla="*/ 194 w 4375"/>
                      <a:gd name="connsiteY6" fmla="*/ 13458 h 47878"/>
                      <a:gd name="connsiteX7" fmla="*/ 4181 w 4375"/>
                      <a:gd name="connsiteY7" fmla="*/ 13458 h 47878"/>
                      <a:gd name="connsiteX8" fmla="*/ 4181 w 4375"/>
                      <a:gd name="connsiteY8" fmla="*/ 47878 h 47878"/>
                      <a:gd name="connsiteX9" fmla="*/ 194 w 4375"/>
                      <a:gd name="connsiteY9" fmla="*/ 47878 h 47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75" h="47878">
                        <a:moveTo>
                          <a:pt x="0" y="5926"/>
                        </a:moveTo>
                        <a:lnTo>
                          <a:pt x="0" y="0"/>
                        </a:lnTo>
                        <a:lnTo>
                          <a:pt x="4375" y="0"/>
                        </a:lnTo>
                        <a:lnTo>
                          <a:pt x="4375" y="5926"/>
                        </a:lnTo>
                        <a:lnTo>
                          <a:pt x="0" y="5926"/>
                        </a:lnTo>
                        <a:close/>
                        <a:moveTo>
                          <a:pt x="194" y="47878"/>
                        </a:moveTo>
                        <a:lnTo>
                          <a:pt x="194" y="13458"/>
                        </a:lnTo>
                        <a:lnTo>
                          <a:pt x="4181" y="13458"/>
                        </a:lnTo>
                        <a:lnTo>
                          <a:pt x="4181" y="47878"/>
                        </a:lnTo>
                        <a:lnTo>
                          <a:pt x="194" y="47878"/>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57" name="Freeform 3556">
                    <a:extLst>
                      <a:ext uri="{FF2B5EF4-FFF2-40B4-BE49-F238E27FC236}">
                        <a16:creationId xmlns:a16="http://schemas.microsoft.com/office/drawing/2014/main" id="{57BAC711-CB78-6861-7432-B2B3BD6A6B59}"/>
                      </a:ext>
                    </a:extLst>
                  </p:cNvPr>
                  <p:cNvSpPr/>
                  <p:nvPr/>
                </p:nvSpPr>
                <p:spPr>
                  <a:xfrm>
                    <a:off x="3144317" y="2768272"/>
                    <a:ext cx="3987" cy="47850"/>
                  </a:xfrm>
                  <a:custGeom>
                    <a:avLst/>
                    <a:gdLst>
                      <a:gd name="connsiteX0" fmla="*/ 0 w 3987"/>
                      <a:gd name="connsiteY0" fmla="*/ 47851 h 47850"/>
                      <a:gd name="connsiteX1" fmla="*/ 0 w 3987"/>
                      <a:gd name="connsiteY1" fmla="*/ 0 h 47850"/>
                      <a:gd name="connsiteX2" fmla="*/ 3988 w 3987"/>
                      <a:gd name="connsiteY2" fmla="*/ 0 h 47850"/>
                      <a:gd name="connsiteX3" fmla="*/ 3988 w 3987"/>
                      <a:gd name="connsiteY3" fmla="*/ 47851 h 47850"/>
                      <a:gd name="connsiteX4" fmla="*/ 0 w 3987"/>
                      <a:gd name="connsiteY4" fmla="*/ 47851 h 47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7" h="47850">
                        <a:moveTo>
                          <a:pt x="0" y="47851"/>
                        </a:moveTo>
                        <a:lnTo>
                          <a:pt x="0" y="0"/>
                        </a:lnTo>
                        <a:lnTo>
                          <a:pt x="3988" y="0"/>
                        </a:lnTo>
                        <a:lnTo>
                          <a:pt x="3988" y="47851"/>
                        </a:lnTo>
                        <a:lnTo>
                          <a:pt x="0" y="47851"/>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58" name="Freeform 3557">
                    <a:extLst>
                      <a:ext uri="{FF2B5EF4-FFF2-40B4-BE49-F238E27FC236}">
                        <a16:creationId xmlns:a16="http://schemas.microsoft.com/office/drawing/2014/main" id="{EAD08A6C-B31B-2318-014D-A926EBEC14A5}"/>
                      </a:ext>
                    </a:extLst>
                  </p:cNvPr>
                  <p:cNvSpPr/>
                  <p:nvPr/>
                </p:nvSpPr>
                <p:spPr>
                  <a:xfrm>
                    <a:off x="3156640" y="2780816"/>
                    <a:ext cx="32454" cy="36303"/>
                  </a:xfrm>
                  <a:custGeom>
                    <a:avLst/>
                    <a:gdLst>
                      <a:gd name="connsiteX0" fmla="*/ 17639 w 32454"/>
                      <a:gd name="connsiteY0" fmla="*/ 15230 h 36303"/>
                      <a:gd name="connsiteX1" fmla="*/ 20325 w 32454"/>
                      <a:gd name="connsiteY1" fmla="*/ 14843 h 36303"/>
                      <a:gd name="connsiteX2" fmla="*/ 22873 w 32454"/>
                      <a:gd name="connsiteY2" fmla="*/ 14123 h 36303"/>
                      <a:gd name="connsiteX3" fmla="*/ 24091 w 32454"/>
                      <a:gd name="connsiteY3" fmla="*/ 12572 h 36303"/>
                      <a:gd name="connsiteX4" fmla="*/ 24313 w 32454"/>
                      <a:gd name="connsiteY4" fmla="*/ 10550 h 36303"/>
                      <a:gd name="connsiteX5" fmla="*/ 22347 w 32454"/>
                      <a:gd name="connsiteY5" fmla="*/ 5538 h 36303"/>
                      <a:gd name="connsiteX6" fmla="*/ 15729 w 32454"/>
                      <a:gd name="connsiteY6" fmla="*/ 3572 h 36303"/>
                      <a:gd name="connsiteX7" fmla="*/ 11935 w 32454"/>
                      <a:gd name="connsiteY7" fmla="*/ 3932 h 36303"/>
                      <a:gd name="connsiteX8" fmla="*/ 8917 w 32454"/>
                      <a:gd name="connsiteY8" fmla="*/ 5206 h 36303"/>
                      <a:gd name="connsiteX9" fmla="*/ 6784 w 32454"/>
                      <a:gd name="connsiteY9" fmla="*/ 7587 h 36303"/>
                      <a:gd name="connsiteX10" fmla="*/ 5677 w 32454"/>
                      <a:gd name="connsiteY10" fmla="*/ 11354 h 36303"/>
                      <a:gd name="connsiteX11" fmla="*/ 1634 w 32454"/>
                      <a:gd name="connsiteY11" fmla="*/ 11354 h 36303"/>
                      <a:gd name="connsiteX12" fmla="*/ 3018 w 32454"/>
                      <a:gd name="connsiteY12" fmla="*/ 6148 h 36303"/>
                      <a:gd name="connsiteX13" fmla="*/ 6120 w 32454"/>
                      <a:gd name="connsiteY13" fmla="*/ 2631 h 36303"/>
                      <a:gd name="connsiteX14" fmla="*/ 10495 w 32454"/>
                      <a:gd name="connsiteY14" fmla="*/ 637 h 36303"/>
                      <a:gd name="connsiteX15" fmla="*/ 15784 w 32454"/>
                      <a:gd name="connsiteY15" fmla="*/ 0 h 36303"/>
                      <a:gd name="connsiteX16" fmla="*/ 20658 w 32454"/>
                      <a:gd name="connsiteY16" fmla="*/ 554 h 36303"/>
                      <a:gd name="connsiteX17" fmla="*/ 24645 w 32454"/>
                      <a:gd name="connsiteY17" fmla="*/ 2354 h 36303"/>
                      <a:gd name="connsiteX18" fmla="*/ 27304 w 32454"/>
                      <a:gd name="connsiteY18" fmla="*/ 5649 h 36303"/>
                      <a:gd name="connsiteX19" fmla="*/ 28273 w 32454"/>
                      <a:gd name="connsiteY19" fmla="*/ 10689 h 36303"/>
                      <a:gd name="connsiteX20" fmla="*/ 28273 w 32454"/>
                      <a:gd name="connsiteY20" fmla="*/ 29436 h 36303"/>
                      <a:gd name="connsiteX21" fmla="*/ 29103 w 32454"/>
                      <a:gd name="connsiteY21" fmla="*/ 32399 h 36303"/>
                      <a:gd name="connsiteX22" fmla="*/ 32454 w 32454"/>
                      <a:gd name="connsiteY22" fmla="*/ 32094 h 36303"/>
                      <a:gd name="connsiteX23" fmla="*/ 32454 w 32454"/>
                      <a:gd name="connsiteY23" fmla="*/ 35223 h 36303"/>
                      <a:gd name="connsiteX24" fmla="*/ 31097 w 32454"/>
                      <a:gd name="connsiteY24" fmla="*/ 35611 h 36303"/>
                      <a:gd name="connsiteX25" fmla="*/ 29325 w 32454"/>
                      <a:gd name="connsiteY25" fmla="*/ 35888 h 36303"/>
                      <a:gd name="connsiteX26" fmla="*/ 27525 w 32454"/>
                      <a:gd name="connsiteY26" fmla="*/ 35694 h 36303"/>
                      <a:gd name="connsiteX27" fmla="*/ 25919 w 32454"/>
                      <a:gd name="connsiteY27" fmla="*/ 35057 h 36303"/>
                      <a:gd name="connsiteX28" fmla="*/ 24950 w 32454"/>
                      <a:gd name="connsiteY28" fmla="*/ 33867 h 36303"/>
                      <a:gd name="connsiteX29" fmla="*/ 24451 w 32454"/>
                      <a:gd name="connsiteY29" fmla="*/ 32343 h 36303"/>
                      <a:gd name="connsiteX30" fmla="*/ 24313 w 32454"/>
                      <a:gd name="connsiteY30" fmla="*/ 30571 h 36303"/>
                      <a:gd name="connsiteX31" fmla="*/ 18526 w 32454"/>
                      <a:gd name="connsiteY31" fmla="*/ 34836 h 36303"/>
                      <a:gd name="connsiteX32" fmla="*/ 11492 w 32454"/>
                      <a:gd name="connsiteY32" fmla="*/ 36303 h 36303"/>
                      <a:gd name="connsiteX33" fmla="*/ 7144 w 32454"/>
                      <a:gd name="connsiteY33" fmla="*/ 35694 h 36303"/>
                      <a:gd name="connsiteX34" fmla="*/ 3461 w 32454"/>
                      <a:gd name="connsiteY34" fmla="*/ 33839 h 36303"/>
                      <a:gd name="connsiteX35" fmla="*/ 941 w 32454"/>
                      <a:gd name="connsiteY35" fmla="*/ 30737 h 36303"/>
                      <a:gd name="connsiteX36" fmla="*/ 0 w 32454"/>
                      <a:gd name="connsiteY36" fmla="*/ 26390 h 36303"/>
                      <a:gd name="connsiteX37" fmla="*/ 12018 w 32454"/>
                      <a:gd name="connsiteY37" fmla="*/ 16033 h 36303"/>
                      <a:gd name="connsiteX38" fmla="*/ 17528 w 32454"/>
                      <a:gd name="connsiteY38" fmla="*/ 15313 h 36303"/>
                      <a:gd name="connsiteX39" fmla="*/ 24368 w 32454"/>
                      <a:gd name="connsiteY39" fmla="*/ 17224 h 36303"/>
                      <a:gd name="connsiteX40" fmla="*/ 19245 w 32454"/>
                      <a:gd name="connsiteY40" fmla="*/ 18609 h 36303"/>
                      <a:gd name="connsiteX41" fmla="*/ 14067 w 32454"/>
                      <a:gd name="connsiteY41" fmla="*/ 19135 h 36303"/>
                      <a:gd name="connsiteX42" fmla="*/ 6923 w 32454"/>
                      <a:gd name="connsiteY42" fmla="*/ 21184 h 36303"/>
                      <a:gd name="connsiteX43" fmla="*/ 4375 w 32454"/>
                      <a:gd name="connsiteY43" fmla="*/ 26445 h 36303"/>
                      <a:gd name="connsiteX44" fmla="*/ 5012 w 32454"/>
                      <a:gd name="connsiteY44" fmla="*/ 29214 h 36303"/>
                      <a:gd name="connsiteX45" fmla="*/ 6674 w 32454"/>
                      <a:gd name="connsiteY45" fmla="*/ 31153 h 36303"/>
                      <a:gd name="connsiteX46" fmla="*/ 9055 w 32454"/>
                      <a:gd name="connsiteY46" fmla="*/ 32288 h 36303"/>
                      <a:gd name="connsiteX47" fmla="*/ 11824 w 32454"/>
                      <a:gd name="connsiteY47" fmla="*/ 32648 h 36303"/>
                      <a:gd name="connsiteX48" fmla="*/ 16476 w 32454"/>
                      <a:gd name="connsiteY48" fmla="*/ 32039 h 36303"/>
                      <a:gd name="connsiteX49" fmla="*/ 20491 w 32454"/>
                      <a:gd name="connsiteY49" fmla="*/ 30211 h 36303"/>
                      <a:gd name="connsiteX50" fmla="*/ 23316 w 32454"/>
                      <a:gd name="connsiteY50" fmla="*/ 27082 h 36303"/>
                      <a:gd name="connsiteX51" fmla="*/ 24368 w 32454"/>
                      <a:gd name="connsiteY51" fmla="*/ 22596 h 36303"/>
                      <a:gd name="connsiteX52" fmla="*/ 24368 w 32454"/>
                      <a:gd name="connsiteY52" fmla="*/ 17224 h 36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2454" h="36303">
                        <a:moveTo>
                          <a:pt x="17639" y="15230"/>
                        </a:moveTo>
                        <a:cubicBezTo>
                          <a:pt x="18387" y="15147"/>
                          <a:pt x="19301" y="15009"/>
                          <a:pt x="20325" y="14843"/>
                        </a:cubicBezTo>
                        <a:cubicBezTo>
                          <a:pt x="21378" y="14677"/>
                          <a:pt x="22208" y="14427"/>
                          <a:pt x="22873" y="14123"/>
                        </a:cubicBezTo>
                        <a:cubicBezTo>
                          <a:pt x="23538" y="13818"/>
                          <a:pt x="23953" y="13292"/>
                          <a:pt x="24091" y="12572"/>
                        </a:cubicBezTo>
                        <a:cubicBezTo>
                          <a:pt x="24257" y="11852"/>
                          <a:pt x="24313" y="11160"/>
                          <a:pt x="24313" y="10550"/>
                        </a:cubicBezTo>
                        <a:cubicBezTo>
                          <a:pt x="24313" y="8501"/>
                          <a:pt x="23648" y="6840"/>
                          <a:pt x="22347" y="5538"/>
                        </a:cubicBezTo>
                        <a:cubicBezTo>
                          <a:pt x="21045" y="4237"/>
                          <a:pt x="18830" y="3572"/>
                          <a:pt x="15729" y="3572"/>
                        </a:cubicBezTo>
                        <a:cubicBezTo>
                          <a:pt x="14344" y="3572"/>
                          <a:pt x="13098" y="3683"/>
                          <a:pt x="11935" y="3932"/>
                        </a:cubicBezTo>
                        <a:cubicBezTo>
                          <a:pt x="10772" y="4181"/>
                          <a:pt x="9775" y="4597"/>
                          <a:pt x="8917" y="5206"/>
                        </a:cubicBezTo>
                        <a:cubicBezTo>
                          <a:pt x="8058" y="5815"/>
                          <a:pt x="7338" y="6591"/>
                          <a:pt x="6784" y="7587"/>
                        </a:cubicBezTo>
                        <a:cubicBezTo>
                          <a:pt x="6231" y="8584"/>
                          <a:pt x="5871" y="9831"/>
                          <a:pt x="5677" y="11354"/>
                        </a:cubicBezTo>
                        <a:lnTo>
                          <a:pt x="1634" y="11354"/>
                        </a:lnTo>
                        <a:cubicBezTo>
                          <a:pt x="1772" y="9304"/>
                          <a:pt x="2243" y="7587"/>
                          <a:pt x="3018" y="6148"/>
                        </a:cubicBezTo>
                        <a:cubicBezTo>
                          <a:pt x="3794" y="4708"/>
                          <a:pt x="4846" y="3545"/>
                          <a:pt x="6120" y="2631"/>
                        </a:cubicBezTo>
                        <a:cubicBezTo>
                          <a:pt x="7394" y="1717"/>
                          <a:pt x="8834" y="1052"/>
                          <a:pt x="10495" y="637"/>
                        </a:cubicBezTo>
                        <a:cubicBezTo>
                          <a:pt x="12156" y="222"/>
                          <a:pt x="13929" y="0"/>
                          <a:pt x="15784" y="0"/>
                        </a:cubicBezTo>
                        <a:cubicBezTo>
                          <a:pt x="17501" y="0"/>
                          <a:pt x="19135" y="194"/>
                          <a:pt x="20658" y="554"/>
                        </a:cubicBezTo>
                        <a:cubicBezTo>
                          <a:pt x="22181" y="942"/>
                          <a:pt x="23510" y="1523"/>
                          <a:pt x="24645" y="2354"/>
                        </a:cubicBezTo>
                        <a:cubicBezTo>
                          <a:pt x="25781" y="3185"/>
                          <a:pt x="26667" y="4265"/>
                          <a:pt x="27304" y="5649"/>
                        </a:cubicBezTo>
                        <a:cubicBezTo>
                          <a:pt x="27940" y="7034"/>
                          <a:pt x="28273" y="8695"/>
                          <a:pt x="28273" y="10689"/>
                        </a:cubicBezTo>
                        <a:lnTo>
                          <a:pt x="28273" y="29436"/>
                        </a:lnTo>
                        <a:cubicBezTo>
                          <a:pt x="28273" y="30987"/>
                          <a:pt x="28550" y="31984"/>
                          <a:pt x="29103" y="32399"/>
                        </a:cubicBezTo>
                        <a:cubicBezTo>
                          <a:pt x="29657" y="32814"/>
                          <a:pt x="30765" y="32731"/>
                          <a:pt x="32454" y="32094"/>
                        </a:cubicBezTo>
                        <a:lnTo>
                          <a:pt x="32454" y="35223"/>
                        </a:lnTo>
                        <a:cubicBezTo>
                          <a:pt x="32150" y="35306"/>
                          <a:pt x="31679" y="35445"/>
                          <a:pt x="31097" y="35611"/>
                        </a:cubicBezTo>
                        <a:cubicBezTo>
                          <a:pt x="30488" y="35777"/>
                          <a:pt x="29907" y="35888"/>
                          <a:pt x="29325" y="35888"/>
                        </a:cubicBezTo>
                        <a:cubicBezTo>
                          <a:pt x="28716" y="35888"/>
                          <a:pt x="28107" y="35833"/>
                          <a:pt x="27525" y="35694"/>
                        </a:cubicBezTo>
                        <a:cubicBezTo>
                          <a:pt x="26860" y="35611"/>
                          <a:pt x="26334" y="35390"/>
                          <a:pt x="25919" y="35057"/>
                        </a:cubicBezTo>
                        <a:cubicBezTo>
                          <a:pt x="25504" y="34725"/>
                          <a:pt x="25199" y="34337"/>
                          <a:pt x="24950" y="33867"/>
                        </a:cubicBezTo>
                        <a:cubicBezTo>
                          <a:pt x="24701" y="33396"/>
                          <a:pt x="24534" y="32897"/>
                          <a:pt x="24451" y="32343"/>
                        </a:cubicBezTo>
                        <a:cubicBezTo>
                          <a:pt x="24368" y="31790"/>
                          <a:pt x="24313" y="31208"/>
                          <a:pt x="24313" y="30571"/>
                        </a:cubicBezTo>
                        <a:cubicBezTo>
                          <a:pt x="22624" y="32427"/>
                          <a:pt x="20713" y="33839"/>
                          <a:pt x="18526" y="34836"/>
                        </a:cubicBezTo>
                        <a:cubicBezTo>
                          <a:pt x="16366" y="35805"/>
                          <a:pt x="14012" y="36303"/>
                          <a:pt x="11492" y="36303"/>
                        </a:cubicBezTo>
                        <a:cubicBezTo>
                          <a:pt x="9997" y="36303"/>
                          <a:pt x="8529" y="36110"/>
                          <a:pt x="7144" y="35694"/>
                        </a:cubicBezTo>
                        <a:cubicBezTo>
                          <a:pt x="5760" y="35279"/>
                          <a:pt x="4514" y="34670"/>
                          <a:pt x="3461" y="33839"/>
                        </a:cubicBezTo>
                        <a:cubicBezTo>
                          <a:pt x="2409" y="33008"/>
                          <a:pt x="1551" y="31956"/>
                          <a:pt x="941" y="30737"/>
                        </a:cubicBezTo>
                        <a:cubicBezTo>
                          <a:pt x="332" y="29519"/>
                          <a:pt x="0" y="28079"/>
                          <a:pt x="0" y="26390"/>
                        </a:cubicBezTo>
                        <a:cubicBezTo>
                          <a:pt x="0" y="20547"/>
                          <a:pt x="4015" y="17086"/>
                          <a:pt x="12018" y="16033"/>
                        </a:cubicBezTo>
                        <a:lnTo>
                          <a:pt x="17528" y="15313"/>
                        </a:lnTo>
                        <a:close/>
                        <a:moveTo>
                          <a:pt x="24368" y="17224"/>
                        </a:moveTo>
                        <a:cubicBezTo>
                          <a:pt x="22679" y="17944"/>
                          <a:pt x="20990" y="18387"/>
                          <a:pt x="19245" y="18609"/>
                        </a:cubicBezTo>
                        <a:cubicBezTo>
                          <a:pt x="17501" y="18830"/>
                          <a:pt x="15784" y="18996"/>
                          <a:pt x="14067" y="19135"/>
                        </a:cubicBezTo>
                        <a:cubicBezTo>
                          <a:pt x="11021" y="19356"/>
                          <a:pt x="8640" y="20049"/>
                          <a:pt x="6923" y="21184"/>
                        </a:cubicBezTo>
                        <a:cubicBezTo>
                          <a:pt x="5206" y="22347"/>
                          <a:pt x="4375" y="24091"/>
                          <a:pt x="4375" y="26445"/>
                        </a:cubicBezTo>
                        <a:cubicBezTo>
                          <a:pt x="4375" y="27497"/>
                          <a:pt x="4597" y="28439"/>
                          <a:pt x="5012" y="29214"/>
                        </a:cubicBezTo>
                        <a:cubicBezTo>
                          <a:pt x="5427" y="29990"/>
                          <a:pt x="5981" y="30627"/>
                          <a:pt x="6674" y="31153"/>
                        </a:cubicBezTo>
                        <a:cubicBezTo>
                          <a:pt x="7366" y="31651"/>
                          <a:pt x="8169" y="32039"/>
                          <a:pt x="9055" y="32288"/>
                        </a:cubicBezTo>
                        <a:cubicBezTo>
                          <a:pt x="9969" y="32537"/>
                          <a:pt x="10883" y="32648"/>
                          <a:pt x="11824" y="32648"/>
                        </a:cubicBezTo>
                        <a:cubicBezTo>
                          <a:pt x="13430" y="32648"/>
                          <a:pt x="14981" y="32454"/>
                          <a:pt x="16476" y="32039"/>
                        </a:cubicBezTo>
                        <a:cubicBezTo>
                          <a:pt x="17972" y="31651"/>
                          <a:pt x="19329" y="31042"/>
                          <a:pt x="20491" y="30211"/>
                        </a:cubicBezTo>
                        <a:cubicBezTo>
                          <a:pt x="21654" y="29381"/>
                          <a:pt x="22596" y="28356"/>
                          <a:pt x="23316" y="27082"/>
                        </a:cubicBezTo>
                        <a:cubicBezTo>
                          <a:pt x="24036" y="25808"/>
                          <a:pt x="24368" y="24313"/>
                          <a:pt x="24368" y="22596"/>
                        </a:cubicBezTo>
                        <a:lnTo>
                          <a:pt x="24368" y="1722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59" name="Freeform 3558">
                    <a:extLst>
                      <a:ext uri="{FF2B5EF4-FFF2-40B4-BE49-F238E27FC236}">
                        <a16:creationId xmlns:a16="http://schemas.microsoft.com/office/drawing/2014/main" id="{EB4E2A40-A3EB-DB5F-C539-24621EDA4A9B}"/>
                      </a:ext>
                    </a:extLst>
                  </p:cNvPr>
                  <p:cNvSpPr/>
                  <p:nvPr/>
                </p:nvSpPr>
                <p:spPr>
                  <a:xfrm>
                    <a:off x="3195629" y="2780761"/>
                    <a:ext cx="15368" cy="35361"/>
                  </a:xfrm>
                  <a:custGeom>
                    <a:avLst/>
                    <a:gdLst>
                      <a:gd name="connsiteX0" fmla="*/ 3988 w 15368"/>
                      <a:gd name="connsiteY0" fmla="*/ 35362 h 35361"/>
                      <a:gd name="connsiteX1" fmla="*/ 0 w 15368"/>
                      <a:gd name="connsiteY1" fmla="*/ 35362 h 35361"/>
                      <a:gd name="connsiteX2" fmla="*/ 0 w 15368"/>
                      <a:gd name="connsiteY2" fmla="*/ 941 h 35361"/>
                      <a:gd name="connsiteX3" fmla="*/ 3988 w 15368"/>
                      <a:gd name="connsiteY3" fmla="*/ 941 h 35361"/>
                      <a:gd name="connsiteX4" fmla="*/ 3988 w 15368"/>
                      <a:gd name="connsiteY4" fmla="*/ 7394 h 35361"/>
                      <a:gd name="connsiteX5" fmla="*/ 4126 w 15368"/>
                      <a:gd name="connsiteY5" fmla="*/ 7394 h 35361"/>
                      <a:gd name="connsiteX6" fmla="*/ 8418 w 15368"/>
                      <a:gd name="connsiteY6" fmla="*/ 1634 h 35361"/>
                      <a:gd name="connsiteX7" fmla="*/ 15369 w 15368"/>
                      <a:gd name="connsiteY7" fmla="*/ 0 h 35361"/>
                      <a:gd name="connsiteX8" fmla="*/ 15369 w 15368"/>
                      <a:gd name="connsiteY8" fmla="*/ 4320 h 35361"/>
                      <a:gd name="connsiteX9" fmla="*/ 9775 w 15368"/>
                      <a:gd name="connsiteY9" fmla="*/ 5372 h 35361"/>
                      <a:gd name="connsiteX10" fmla="*/ 6286 w 15368"/>
                      <a:gd name="connsiteY10" fmla="*/ 8418 h 35361"/>
                      <a:gd name="connsiteX11" fmla="*/ 4486 w 15368"/>
                      <a:gd name="connsiteY11" fmla="*/ 12960 h 35361"/>
                      <a:gd name="connsiteX12" fmla="*/ 3988 w 15368"/>
                      <a:gd name="connsiteY12" fmla="*/ 18442 h 35361"/>
                      <a:gd name="connsiteX13" fmla="*/ 3988 w 15368"/>
                      <a:gd name="connsiteY13" fmla="*/ 35334 h 3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68" h="35361">
                        <a:moveTo>
                          <a:pt x="3988" y="35362"/>
                        </a:moveTo>
                        <a:lnTo>
                          <a:pt x="0" y="35362"/>
                        </a:lnTo>
                        <a:lnTo>
                          <a:pt x="0" y="941"/>
                        </a:lnTo>
                        <a:lnTo>
                          <a:pt x="3988" y="941"/>
                        </a:lnTo>
                        <a:lnTo>
                          <a:pt x="3988" y="7394"/>
                        </a:lnTo>
                        <a:lnTo>
                          <a:pt x="4126" y="7394"/>
                        </a:lnTo>
                        <a:cubicBezTo>
                          <a:pt x="5234" y="4652"/>
                          <a:pt x="6674" y="2741"/>
                          <a:pt x="8418" y="1634"/>
                        </a:cubicBezTo>
                        <a:cubicBezTo>
                          <a:pt x="10163" y="554"/>
                          <a:pt x="12489" y="0"/>
                          <a:pt x="15369" y="0"/>
                        </a:cubicBezTo>
                        <a:lnTo>
                          <a:pt x="15369" y="4320"/>
                        </a:lnTo>
                        <a:cubicBezTo>
                          <a:pt x="13098" y="4264"/>
                          <a:pt x="11243" y="4624"/>
                          <a:pt x="9775" y="5372"/>
                        </a:cubicBezTo>
                        <a:cubicBezTo>
                          <a:pt x="8307" y="6120"/>
                          <a:pt x="7144" y="7144"/>
                          <a:pt x="6286" y="8418"/>
                        </a:cubicBezTo>
                        <a:cubicBezTo>
                          <a:pt x="5428" y="9692"/>
                          <a:pt x="4818" y="11215"/>
                          <a:pt x="4486" y="12960"/>
                        </a:cubicBezTo>
                        <a:cubicBezTo>
                          <a:pt x="4154" y="14704"/>
                          <a:pt x="3988" y="16532"/>
                          <a:pt x="3988" y="18442"/>
                        </a:cubicBezTo>
                        <a:lnTo>
                          <a:pt x="3988" y="35334"/>
                        </a:lnTo>
                        <a:close/>
                      </a:path>
                    </a:pathLst>
                  </a:custGeom>
                  <a:solidFill>
                    <a:srgbClr val="010101"/>
                  </a:solidFill>
                  <a:ln w="2767" cap="flat">
                    <a:noFill/>
                    <a:prstDash val="solid"/>
                    <a:miter/>
                  </a:ln>
                </p:spPr>
                <p:txBody>
                  <a:bodyPr rtlCol="0" anchor="ctr"/>
                  <a:lstStyle/>
                  <a:p>
                    <a:endParaRPr lang="en-US" sz="2000">
                      <a:latin typeface="Helvetica Light" panose="020B0403020202020204" pitchFamily="34" charset="0"/>
                    </a:endParaRPr>
                  </a:p>
                </p:txBody>
              </p:sp>
            </p:grpSp>
            <p:grpSp>
              <p:nvGrpSpPr>
                <p:cNvPr id="3" name="Group 2">
                  <a:extLst>
                    <a:ext uri="{FF2B5EF4-FFF2-40B4-BE49-F238E27FC236}">
                      <a16:creationId xmlns:a16="http://schemas.microsoft.com/office/drawing/2014/main" id="{C71673AD-086E-210B-337A-D5502545E6CB}"/>
                    </a:ext>
                  </a:extLst>
                </p:cNvPr>
                <p:cNvGrpSpPr/>
                <p:nvPr/>
              </p:nvGrpSpPr>
              <p:grpSpPr>
                <a:xfrm>
                  <a:off x="5020284" y="1565716"/>
                  <a:ext cx="1656649" cy="231679"/>
                  <a:chOff x="5172492" y="1387919"/>
                  <a:chExt cx="1459260" cy="204075"/>
                </a:xfrm>
              </p:grpSpPr>
              <p:grpSp>
                <p:nvGrpSpPr>
                  <p:cNvPr id="3540" name="Graphic 14">
                    <a:extLst>
                      <a:ext uri="{FF2B5EF4-FFF2-40B4-BE49-F238E27FC236}">
                        <a16:creationId xmlns:a16="http://schemas.microsoft.com/office/drawing/2014/main" id="{86A415F6-CD39-B78F-B0B0-FE242A046D70}"/>
                      </a:ext>
                    </a:extLst>
                  </p:cNvPr>
                  <p:cNvGrpSpPr/>
                  <p:nvPr/>
                </p:nvGrpSpPr>
                <p:grpSpPr>
                  <a:xfrm>
                    <a:off x="5172492" y="1396123"/>
                    <a:ext cx="698974" cy="195871"/>
                    <a:chOff x="2637649" y="2370292"/>
                    <a:chExt cx="233604" cy="65462"/>
                  </a:xfrm>
                  <a:solidFill>
                    <a:srgbClr val="8371B3"/>
                  </a:solidFill>
                </p:grpSpPr>
                <p:grpSp>
                  <p:nvGrpSpPr>
                    <p:cNvPr id="3541" name="Graphic 14">
                      <a:extLst>
                        <a:ext uri="{FF2B5EF4-FFF2-40B4-BE49-F238E27FC236}">
                          <a16:creationId xmlns:a16="http://schemas.microsoft.com/office/drawing/2014/main" id="{290C3345-52DC-6FF1-C525-D97055768512}"/>
                        </a:ext>
                      </a:extLst>
                    </p:cNvPr>
                    <p:cNvGrpSpPr/>
                    <p:nvPr/>
                  </p:nvGrpSpPr>
                  <p:grpSpPr>
                    <a:xfrm>
                      <a:off x="2727369" y="2370292"/>
                      <a:ext cx="67649" cy="47850"/>
                      <a:chOff x="2727369" y="2370292"/>
                      <a:chExt cx="67649" cy="47850"/>
                    </a:xfrm>
                    <a:solidFill>
                      <a:srgbClr val="8371B3"/>
                    </a:solidFill>
                  </p:grpSpPr>
                  <p:sp>
                    <p:nvSpPr>
                      <p:cNvPr id="3543" name="Freeform 3542">
                        <a:extLst>
                          <a:ext uri="{FF2B5EF4-FFF2-40B4-BE49-F238E27FC236}">
                            <a16:creationId xmlns:a16="http://schemas.microsoft.com/office/drawing/2014/main" id="{527F4E07-D9A1-80B5-FAD0-34E54D6DE3B9}"/>
                          </a:ext>
                        </a:extLst>
                      </p:cNvPr>
                      <p:cNvSpPr/>
                      <p:nvPr/>
                    </p:nvSpPr>
                    <p:spPr>
                      <a:xfrm>
                        <a:off x="2727369" y="2370292"/>
                        <a:ext cx="42256" cy="47850"/>
                      </a:xfrm>
                      <a:custGeom>
                        <a:avLst/>
                        <a:gdLst>
                          <a:gd name="connsiteX0" fmla="*/ 0 w 42256"/>
                          <a:gd name="connsiteY0" fmla="*/ 47851 h 47850"/>
                          <a:gd name="connsiteX1" fmla="*/ 18802 w 42256"/>
                          <a:gd name="connsiteY1" fmla="*/ 0 h 47850"/>
                          <a:gd name="connsiteX2" fmla="*/ 23925 w 42256"/>
                          <a:gd name="connsiteY2" fmla="*/ 0 h 47850"/>
                          <a:gd name="connsiteX3" fmla="*/ 42257 w 42256"/>
                          <a:gd name="connsiteY3" fmla="*/ 47851 h 47850"/>
                          <a:gd name="connsiteX4" fmla="*/ 37605 w 42256"/>
                          <a:gd name="connsiteY4" fmla="*/ 47851 h 47850"/>
                          <a:gd name="connsiteX5" fmla="*/ 32094 w 42256"/>
                          <a:gd name="connsiteY5" fmla="*/ 32842 h 47850"/>
                          <a:gd name="connsiteX6" fmla="*/ 10301 w 42256"/>
                          <a:gd name="connsiteY6" fmla="*/ 32842 h 47850"/>
                          <a:gd name="connsiteX7" fmla="*/ 4652 w 42256"/>
                          <a:gd name="connsiteY7" fmla="*/ 47851 h 47850"/>
                          <a:gd name="connsiteX8" fmla="*/ 0 w 42256"/>
                          <a:gd name="connsiteY8" fmla="*/ 47851 h 47850"/>
                          <a:gd name="connsiteX9" fmla="*/ 11852 w 42256"/>
                          <a:gd name="connsiteY9" fmla="*/ 28965 h 47850"/>
                          <a:gd name="connsiteX10" fmla="*/ 30599 w 42256"/>
                          <a:gd name="connsiteY10" fmla="*/ 28965 h 47850"/>
                          <a:gd name="connsiteX11" fmla="*/ 21239 w 42256"/>
                          <a:gd name="connsiteY11" fmla="*/ 3849 h 47850"/>
                          <a:gd name="connsiteX12" fmla="*/ 11880 w 42256"/>
                          <a:gd name="connsiteY12" fmla="*/ 28965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6" h="47850">
                            <a:moveTo>
                              <a:pt x="0" y="47851"/>
                            </a:moveTo>
                            <a:lnTo>
                              <a:pt x="18802" y="0"/>
                            </a:lnTo>
                            <a:lnTo>
                              <a:pt x="23925" y="0"/>
                            </a:lnTo>
                            <a:lnTo>
                              <a:pt x="42257" y="47851"/>
                            </a:lnTo>
                            <a:lnTo>
                              <a:pt x="37605" y="47851"/>
                            </a:lnTo>
                            <a:lnTo>
                              <a:pt x="32094" y="32842"/>
                            </a:lnTo>
                            <a:lnTo>
                              <a:pt x="10301" y="32842"/>
                            </a:lnTo>
                            <a:lnTo>
                              <a:pt x="4652" y="47851"/>
                            </a:lnTo>
                            <a:lnTo>
                              <a:pt x="0" y="47851"/>
                            </a:lnTo>
                            <a:close/>
                            <a:moveTo>
                              <a:pt x="11852" y="28965"/>
                            </a:moveTo>
                            <a:lnTo>
                              <a:pt x="30599" y="28965"/>
                            </a:lnTo>
                            <a:lnTo>
                              <a:pt x="21239" y="3849"/>
                            </a:lnTo>
                            <a:lnTo>
                              <a:pt x="11880" y="28965"/>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44" name="Freeform 3543">
                        <a:extLst>
                          <a:ext uri="{FF2B5EF4-FFF2-40B4-BE49-F238E27FC236}">
                            <a16:creationId xmlns:a16="http://schemas.microsoft.com/office/drawing/2014/main" id="{7A0D7DBB-1489-3329-02A3-F4FC1BFB7DC3}"/>
                          </a:ext>
                        </a:extLst>
                      </p:cNvPr>
                      <p:cNvSpPr/>
                      <p:nvPr/>
                    </p:nvSpPr>
                    <p:spPr>
                      <a:xfrm>
                        <a:off x="2778681" y="2371261"/>
                        <a:ext cx="16337" cy="46853"/>
                      </a:xfrm>
                      <a:custGeom>
                        <a:avLst/>
                        <a:gdLst>
                          <a:gd name="connsiteX0" fmla="*/ 12101 w 16337"/>
                          <a:gd name="connsiteY0" fmla="*/ 12046 h 46853"/>
                          <a:gd name="connsiteX1" fmla="*/ 0 w 16337"/>
                          <a:gd name="connsiteY1" fmla="*/ 12046 h 46853"/>
                          <a:gd name="connsiteX2" fmla="*/ 0 w 16337"/>
                          <a:gd name="connsiteY2" fmla="*/ 9249 h 46853"/>
                          <a:gd name="connsiteX3" fmla="*/ 4818 w 16337"/>
                          <a:gd name="connsiteY3" fmla="*/ 8723 h 46853"/>
                          <a:gd name="connsiteX4" fmla="*/ 8612 w 16337"/>
                          <a:gd name="connsiteY4" fmla="*/ 7449 h 46853"/>
                          <a:gd name="connsiteX5" fmla="*/ 11326 w 16337"/>
                          <a:gd name="connsiteY5" fmla="*/ 4763 h 46853"/>
                          <a:gd name="connsiteX6" fmla="*/ 12960 w 16337"/>
                          <a:gd name="connsiteY6" fmla="*/ 0 h 46853"/>
                          <a:gd name="connsiteX7" fmla="*/ 16338 w 16337"/>
                          <a:gd name="connsiteY7" fmla="*/ 0 h 46853"/>
                          <a:gd name="connsiteX8" fmla="*/ 16338 w 16337"/>
                          <a:gd name="connsiteY8" fmla="*/ 46854 h 46853"/>
                          <a:gd name="connsiteX9" fmla="*/ 12073 w 16337"/>
                          <a:gd name="connsiteY9" fmla="*/ 46854 h 46853"/>
                          <a:gd name="connsiteX10" fmla="*/ 12073 w 16337"/>
                          <a:gd name="connsiteY10" fmla="*/ 120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7" h="46853">
                            <a:moveTo>
                              <a:pt x="12101" y="12046"/>
                            </a:moveTo>
                            <a:lnTo>
                              <a:pt x="0" y="12046"/>
                            </a:lnTo>
                            <a:lnTo>
                              <a:pt x="0" y="9249"/>
                            </a:lnTo>
                            <a:cubicBezTo>
                              <a:pt x="1772" y="9110"/>
                              <a:pt x="3378" y="8944"/>
                              <a:pt x="4818" y="8723"/>
                            </a:cubicBezTo>
                            <a:cubicBezTo>
                              <a:pt x="6258" y="8501"/>
                              <a:pt x="7532" y="8086"/>
                              <a:pt x="8612" y="7449"/>
                            </a:cubicBezTo>
                            <a:cubicBezTo>
                              <a:pt x="9692" y="6812"/>
                              <a:pt x="10606" y="5926"/>
                              <a:pt x="11326" y="4763"/>
                            </a:cubicBezTo>
                            <a:cubicBezTo>
                              <a:pt x="12046" y="3600"/>
                              <a:pt x="12600" y="1994"/>
                              <a:pt x="12960" y="0"/>
                            </a:cubicBezTo>
                            <a:lnTo>
                              <a:pt x="16338" y="0"/>
                            </a:lnTo>
                            <a:lnTo>
                              <a:pt x="16338" y="46854"/>
                            </a:lnTo>
                            <a:lnTo>
                              <a:pt x="12073" y="46854"/>
                            </a:lnTo>
                            <a:lnTo>
                              <a:pt x="12073" y="12018"/>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sp>
                  <p:nvSpPr>
                    <p:cNvPr id="3542" name="Freeform 3541">
                      <a:extLst>
                        <a:ext uri="{FF2B5EF4-FFF2-40B4-BE49-F238E27FC236}">
                          <a16:creationId xmlns:a16="http://schemas.microsoft.com/office/drawing/2014/main" id="{DC7D5FCE-83CE-FF28-8D32-4C6447399878}"/>
                        </a:ext>
                      </a:extLst>
                    </p:cNvPr>
                    <p:cNvSpPr/>
                    <p:nvPr/>
                  </p:nvSpPr>
                  <p:spPr>
                    <a:xfrm>
                      <a:off x="2637649" y="2435754"/>
                      <a:ext cx="233604" cy="2769"/>
                    </a:xfrm>
                    <a:custGeom>
                      <a:avLst/>
                      <a:gdLst>
                        <a:gd name="connsiteX0" fmla="*/ 0 w 233604"/>
                        <a:gd name="connsiteY0" fmla="*/ 0 h 2769"/>
                        <a:gd name="connsiteX1" fmla="*/ 233604 w 233604"/>
                        <a:gd name="connsiteY1" fmla="*/ 0 h 2769"/>
                      </a:gdLst>
                      <a:ahLst/>
                      <a:cxnLst>
                        <a:cxn ang="0">
                          <a:pos x="connsiteX0" y="connsiteY0"/>
                        </a:cxn>
                        <a:cxn ang="0">
                          <a:pos x="connsiteX1" y="connsiteY1"/>
                        </a:cxn>
                      </a:cxnLst>
                      <a:rect l="l" t="t" r="r" b="b"/>
                      <a:pathLst>
                        <a:path w="233604" h="2769">
                          <a:moveTo>
                            <a:pt x="0" y="0"/>
                          </a:moveTo>
                          <a:lnTo>
                            <a:pt x="233604" y="0"/>
                          </a:lnTo>
                        </a:path>
                      </a:pathLst>
                    </a:custGeom>
                    <a:ln w="5534" cap="flat">
                      <a:solidFill>
                        <a:srgbClr val="8371B3"/>
                      </a:solidFill>
                      <a:prstDash val="solid"/>
                      <a:miter/>
                    </a:ln>
                  </p:spPr>
                  <p:txBody>
                    <a:bodyPr rtlCol="0" anchor="ctr"/>
                    <a:lstStyle/>
                    <a:p>
                      <a:endParaRPr lang="en-US" sz="2000">
                        <a:latin typeface="Helvetica Light" panose="020B0403020202020204" pitchFamily="34" charset="0"/>
                      </a:endParaRPr>
                    </a:p>
                  </p:txBody>
                </p:sp>
              </p:grpSp>
              <p:grpSp>
                <p:nvGrpSpPr>
                  <p:cNvPr id="3545" name="Graphic 14">
                    <a:extLst>
                      <a:ext uri="{FF2B5EF4-FFF2-40B4-BE49-F238E27FC236}">
                        <a16:creationId xmlns:a16="http://schemas.microsoft.com/office/drawing/2014/main" id="{6C597CDA-B92C-867E-395F-80A57B49A70D}"/>
                      </a:ext>
                    </a:extLst>
                  </p:cNvPr>
                  <p:cNvGrpSpPr/>
                  <p:nvPr/>
                </p:nvGrpSpPr>
                <p:grpSpPr>
                  <a:xfrm>
                    <a:off x="6442428" y="1387919"/>
                    <a:ext cx="189324" cy="143173"/>
                    <a:chOff x="3062074" y="2367550"/>
                    <a:chExt cx="63274" cy="47850"/>
                  </a:xfrm>
                  <a:solidFill>
                    <a:srgbClr val="8371B3"/>
                  </a:solidFill>
                </p:grpSpPr>
                <p:sp>
                  <p:nvSpPr>
                    <p:cNvPr id="3546" name="Freeform 3545">
                      <a:extLst>
                        <a:ext uri="{FF2B5EF4-FFF2-40B4-BE49-F238E27FC236}">
                          <a16:creationId xmlns:a16="http://schemas.microsoft.com/office/drawing/2014/main" id="{AE8EF727-512D-BE60-15E9-75061E8D15AB}"/>
                        </a:ext>
                      </a:extLst>
                    </p:cNvPr>
                    <p:cNvSpPr/>
                    <p:nvPr/>
                  </p:nvSpPr>
                  <p:spPr>
                    <a:xfrm>
                      <a:off x="3062074" y="2367550"/>
                      <a:ext cx="35168" cy="47850"/>
                    </a:xfrm>
                    <a:custGeom>
                      <a:avLst/>
                      <a:gdLst>
                        <a:gd name="connsiteX0" fmla="*/ 0 w 35168"/>
                        <a:gd name="connsiteY0" fmla="*/ 47851 h 47850"/>
                        <a:gd name="connsiteX1" fmla="*/ 0 w 35168"/>
                        <a:gd name="connsiteY1" fmla="*/ 0 h 47850"/>
                        <a:gd name="connsiteX2" fmla="*/ 17279 w 35168"/>
                        <a:gd name="connsiteY2" fmla="*/ 0 h 47850"/>
                        <a:gd name="connsiteX3" fmla="*/ 24452 w 35168"/>
                        <a:gd name="connsiteY3" fmla="*/ 858 h 47850"/>
                        <a:gd name="connsiteX4" fmla="*/ 29325 w 35168"/>
                        <a:gd name="connsiteY4" fmla="*/ 3323 h 47850"/>
                        <a:gd name="connsiteX5" fmla="*/ 32094 w 35168"/>
                        <a:gd name="connsiteY5" fmla="*/ 7144 h 47850"/>
                        <a:gd name="connsiteX6" fmla="*/ 32953 w 35168"/>
                        <a:gd name="connsiteY6" fmla="*/ 12018 h 47850"/>
                        <a:gd name="connsiteX7" fmla="*/ 32288 w 35168"/>
                        <a:gd name="connsiteY7" fmla="*/ 16366 h 47850"/>
                        <a:gd name="connsiteX8" fmla="*/ 30571 w 35168"/>
                        <a:gd name="connsiteY8" fmla="*/ 19412 h 47850"/>
                        <a:gd name="connsiteX9" fmla="*/ 28134 w 35168"/>
                        <a:gd name="connsiteY9" fmla="*/ 21350 h 47850"/>
                        <a:gd name="connsiteX10" fmla="*/ 25310 w 35168"/>
                        <a:gd name="connsiteY10" fmla="*/ 22319 h 47850"/>
                        <a:gd name="connsiteX11" fmla="*/ 25310 w 35168"/>
                        <a:gd name="connsiteY11" fmla="*/ 22458 h 47850"/>
                        <a:gd name="connsiteX12" fmla="*/ 32731 w 35168"/>
                        <a:gd name="connsiteY12" fmla="*/ 26390 h 47850"/>
                        <a:gd name="connsiteX13" fmla="*/ 35168 w 35168"/>
                        <a:gd name="connsiteY13" fmla="*/ 34365 h 47850"/>
                        <a:gd name="connsiteX14" fmla="*/ 34005 w 35168"/>
                        <a:gd name="connsiteY14" fmla="*/ 40679 h 47850"/>
                        <a:gd name="connsiteX15" fmla="*/ 30793 w 35168"/>
                        <a:gd name="connsiteY15" fmla="*/ 44860 h 47850"/>
                        <a:gd name="connsiteX16" fmla="*/ 25836 w 35168"/>
                        <a:gd name="connsiteY16" fmla="*/ 47158 h 47850"/>
                        <a:gd name="connsiteX17" fmla="*/ 19550 w 35168"/>
                        <a:gd name="connsiteY17" fmla="*/ 47851 h 47850"/>
                        <a:gd name="connsiteX18" fmla="*/ 0 w 35168"/>
                        <a:gd name="connsiteY18" fmla="*/ 47851 h 47850"/>
                        <a:gd name="connsiteX19" fmla="*/ 4541 w 35168"/>
                        <a:gd name="connsiteY19" fmla="*/ 21129 h 47850"/>
                        <a:gd name="connsiteX20" fmla="*/ 15978 w 35168"/>
                        <a:gd name="connsiteY20" fmla="*/ 21129 h 47850"/>
                        <a:gd name="connsiteX21" fmla="*/ 21904 w 35168"/>
                        <a:gd name="connsiteY21" fmla="*/ 20519 h 47850"/>
                        <a:gd name="connsiteX22" fmla="*/ 25753 w 35168"/>
                        <a:gd name="connsiteY22" fmla="*/ 18747 h 47850"/>
                        <a:gd name="connsiteX23" fmla="*/ 27857 w 35168"/>
                        <a:gd name="connsiteY23" fmla="*/ 15895 h 47850"/>
                        <a:gd name="connsiteX24" fmla="*/ 28494 w 35168"/>
                        <a:gd name="connsiteY24" fmla="*/ 12018 h 47850"/>
                        <a:gd name="connsiteX25" fmla="*/ 27774 w 35168"/>
                        <a:gd name="connsiteY25" fmla="*/ 8197 h 47850"/>
                        <a:gd name="connsiteX26" fmla="*/ 25448 w 35168"/>
                        <a:gd name="connsiteY26" fmla="*/ 5677 h 47850"/>
                        <a:gd name="connsiteX27" fmla="*/ 21295 w 35168"/>
                        <a:gd name="connsiteY27" fmla="*/ 4292 h 47850"/>
                        <a:gd name="connsiteX28" fmla="*/ 15009 w 35168"/>
                        <a:gd name="connsiteY28" fmla="*/ 3849 h 47850"/>
                        <a:gd name="connsiteX29" fmla="*/ 4569 w 35168"/>
                        <a:gd name="connsiteY29" fmla="*/ 3849 h 47850"/>
                        <a:gd name="connsiteX30" fmla="*/ 4569 w 35168"/>
                        <a:gd name="connsiteY30" fmla="*/ 21129 h 47850"/>
                        <a:gd name="connsiteX31" fmla="*/ 4541 w 35168"/>
                        <a:gd name="connsiteY31" fmla="*/ 44002 h 47850"/>
                        <a:gd name="connsiteX32" fmla="*/ 16033 w 35168"/>
                        <a:gd name="connsiteY32" fmla="*/ 44002 h 47850"/>
                        <a:gd name="connsiteX33" fmla="*/ 22513 w 35168"/>
                        <a:gd name="connsiteY33" fmla="*/ 43669 h 47850"/>
                        <a:gd name="connsiteX34" fmla="*/ 27054 w 35168"/>
                        <a:gd name="connsiteY34" fmla="*/ 42312 h 47850"/>
                        <a:gd name="connsiteX35" fmla="*/ 29740 w 35168"/>
                        <a:gd name="connsiteY35" fmla="*/ 39377 h 47850"/>
                        <a:gd name="connsiteX36" fmla="*/ 30627 w 35168"/>
                        <a:gd name="connsiteY36" fmla="*/ 34365 h 47850"/>
                        <a:gd name="connsiteX37" fmla="*/ 29630 w 35168"/>
                        <a:gd name="connsiteY37" fmla="*/ 29547 h 47850"/>
                        <a:gd name="connsiteX38" fmla="*/ 26777 w 35168"/>
                        <a:gd name="connsiteY38" fmla="*/ 26722 h 47850"/>
                        <a:gd name="connsiteX39" fmla="*/ 22319 w 35168"/>
                        <a:gd name="connsiteY39" fmla="*/ 25365 h 47850"/>
                        <a:gd name="connsiteX40" fmla="*/ 16532 w 35168"/>
                        <a:gd name="connsiteY40" fmla="*/ 25005 h 47850"/>
                        <a:gd name="connsiteX41" fmla="*/ 4514 w 35168"/>
                        <a:gd name="connsiteY41" fmla="*/ 25005 h 47850"/>
                        <a:gd name="connsiteX42" fmla="*/ 4514 w 35168"/>
                        <a:gd name="connsiteY42" fmla="*/ 44002 h 47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168" h="47850">
                          <a:moveTo>
                            <a:pt x="0" y="47851"/>
                          </a:moveTo>
                          <a:lnTo>
                            <a:pt x="0" y="0"/>
                          </a:lnTo>
                          <a:lnTo>
                            <a:pt x="17279" y="0"/>
                          </a:lnTo>
                          <a:cubicBezTo>
                            <a:pt x="20076" y="0"/>
                            <a:pt x="22458" y="277"/>
                            <a:pt x="24452" y="858"/>
                          </a:cubicBezTo>
                          <a:cubicBezTo>
                            <a:pt x="26445" y="1440"/>
                            <a:pt x="28079" y="2243"/>
                            <a:pt x="29325" y="3323"/>
                          </a:cubicBezTo>
                          <a:cubicBezTo>
                            <a:pt x="30599" y="4375"/>
                            <a:pt x="31513" y="5649"/>
                            <a:pt x="32094" y="7144"/>
                          </a:cubicBezTo>
                          <a:cubicBezTo>
                            <a:pt x="32676" y="8640"/>
                            <a:pt x="32953" y="10246"/>
                            <a:pt x="32953" y="12018"/>
                          </a:cubicBezTo>
                          <a:cubicBezTo>
                            <a:pt x="32953" y="13790"/>
                            <a:pt x="32731" y="15147"/>
                            <a:pt x="32288" y="16366"/>
                          </a:cubicBezTo>
                          <a:cubicBezTo>
                            <a:pt x="31845" y="17584"/>
                            <a:pt x="31263" y="18609"/>
                            <a:pt x="30571" y="19412"/>
                          </a:cubicBezTo>
                          <a:cubicBezTo>
                            <a:pt x="29879" y="20215"/>
                            <a:pt x="29048" y="20879"/>
                            <a:pt x="28134" y="21350"/>
                          </a:cubicBezTo>
                          <a:cubicBezTo>
                            <a:pt x="27221" y="21821"/>
                            <a:pt x="26279" y="22125"/>
                            <a:pt x="25310" y="22319"/>
                          </a:cubicBezTo>
                          <a:lnTo>
                            <a:pt x="25310" y="22458"/>
                          </a:lnTo>
                          <a:cubicBezTo>
                            <a:pt x="28633" y="22956"/>
                            <a:pt x="31097" y="24258"/>
                            <a:pt x="32731" y="26390"/>
                          </a:cubicBezTo>
                          <a:cubicBezTo>
                            <a:pt x="34337" y="28522"/>
                            <a:pt x="35168" y="31180"/>
                            <a:pt x="35168" y="34365"/>
                          </a:cubicBezTo>
                          <a:cubicBezTo>
                            <a:pt x="35168" y="36857"/>
                            <a:pt x="34780" y="38962"/>
                            <a:pt x="34005" y="40679"/>
                          </a:cubicBezTo>
                          <a:cubicBezTo>
                            <a:pt x="33230" y="42395"/>
                            <a:pt x="32150" y="43808"/>
                            <a:pt x="30793" y="44860"/>
                          </a:cubicBezTo>
                          <a:cubicBezTo>
                            <a:pt x="29408" y="45912"/>
                            <a:pt x="27774" y="46688"/>
                            <a:pt x="25836" y="47158"/>
                          </a:cubicBezTo>
                          <a:cubicBezTo>
                            <a:pt x="23898" y="47629"/>
                            <a:pt x="21821" y="47851"/>
                            <a:pt x="19550" y="47851"/>
                          </a:cubicBezTo>
                          <a:lnTo>
                            <a:pt x="0" y="47851"/>
                          </a:lnTo>
                          <a:close/>
                          <a:moveTo>
                            <a:pt x="4541" y="21129"/>
                          </a:moveTo>
                          <a:lnTo>
                            <a:pt x="15978" y="21129"/>
                          </a:lnTo>
                          <a:cubicBezTo>
                            <a:pt x="18332" y="21129"/>
                            <a:pt x="20298" y="20935"/>
                            <a:pt x="21904" y="20519"/>
                          </a:cubicBezTo>
                          <a:cubicBezTo>
                            <a:pt x="23510" y="20132"/>
                            <a:pt x="24784" y="19522"/>
                            <a:pt x="25753" y="18747"/>
                          </a:cubicBezTo>
                          <a:cubicBezTo>
                            <a:pt x="26722" y="17972"/>
                            <a:pt x="27414" y="17030"/>
                            <a:pt x="27857" y="15895"/>
                          </a:cubicBezTo>
                          <a:cubicBezTo>
                            <a:pt x="28273" y="14760"/>
                            <a:pt x="28494" y="13458"/>
                            <a:pt x="28494" y="12018"/>
                          </a:cubicBezTo>
                          <a:cubicBezTo>
                            <a:pt x="28494" y="10578"/>
                            <a:pt x="28245" y="9249"/>
                            <a:pt x="27774" y="8197"/>
                          </a:cubicBezTo>
                          <a:cubicBezTo>
                            <a:pt x="27276" y="7144"/>
                            <a:pt x="26501" y="6314"/>
                            <a:pt x="25448" y="5677"/>
                          </a:cubicBezTo>
                          <a:cubicBezTo>
                            <a:pt x="24396" y="5040"/>
                            <a:pt x="23011" y="4569"/>
                            <a:pt x="21295" y="4292"/>
                          </a:cubicBezTo>
                          <a:cubicBezTo>
                            <a:pt x="19578" y="4015"/>
                            <a:pt x="17501" y="3849"/>
                            <a:pt x="15009" y="3849"/>
                          </a:cubicBezTo>
                          <a:lnTo>
                            <a:pt x="4569" y="3849"/>
                          </a:lnTo>
                          <a:lnTo>
                            <a:pt x="4569" y="21129"/>
                          </a:lnTo>
                          <a:close/>
                          <a:moveTo>
                            <a:pt x="4541" y="44002"/>
                          </a:moveTo>
                          <a:lnTo>
                            <a:pt x="16033" y="44002"/>
                          </a:lnTo>
                          <a:cubicBezTo>
                            <a:pt x="18526" y="44002"/>
                            <a:pt x="20685" y="43891"/>
                            <a:pt x="22513" y="43669"/>
                          </a:cubicBezTo>
                          <a:cubicBezTo>
                            <a:pt x="24341" y="43448"/>
                            <a:pt x="25864" y="43005"/>
                            <a:pt x="27054" y="42312"/>
                          </a:cubicBezTo>
                          <a:cubicBezTo>
                            <a:pt x="28245" y="41620"/>
                            <a:pt x="29159" y="40651"/>
                            <a:pt x="29740" y="39377"/>
                          </a:cubicBezTo>
                          <a:cubicBezTo>
                            <a:pt x="30350" y="38103"/>
                            <a:pt x="30627" y="36442"/>
                            <a:pt x="30627" y="34365"/>
                          </a:cubicBezTo>
                          <a:cubicBezTo>
                            <a:pt x="30627" y="32288"/>
                            <a:pt x="30294" y="30765"/>
                            <a:pt x="29630" y="29547"/>
                          </a:cubicBezTo>
                          <a:cubicBezTo>
                            <a:pt x="28965" y="28328"/>
                            <a:pt x="28024" y="27387"/>
                            <a:pt x="26777" y="26722"/>
                          </a:cubicBezTo>
                          <a:cubicBezTo>
                            <a:pt x="25531" y="26058"/>
                            <a:pt x="24064" y="25614"/>
                            <a:pt x="22319" y="25365"/>
                          </a:cubicBezTo>
                          <a:cubicBezTo>
                            <a:pt x="20602" y="25116"/>
                            <a:pt x="18664" y="25005"/>
                            <a:pt x="16532" y="25005"/>
                          </a:cubicBezTo>
                          <a:lnTo>
                            <a:pt x="4514" y="25005"/>
                          </a:lnTo>
                          <a:lnTo>
                            <a:pt x="4514" y="44002"/>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sp>
                  <p:nvSpPr>
                    <p:cNvPr id="3547" name="Freeform 3546">
                      <a:extLst>
                        <a:ext uri="{FF2B5EF4-FFF2-40B4-BE49-F238E27FC236}">
                          <a16:creationId xmlns:a16="http://schemas.microsoft.com/office/drawing/2014/main" id="{FE9F3CC4-5976-3C19-D806-380965297C7A}"/>
                        </a:ext>
                      </a:extLst>
                    </p:cNvPr>
                    <p:cNvSpPr/>
                    <p:nvPr/>
                  </p:nvSpPr>
                  <p:spPr>
                    <a:xfrm>
                      <a:off x="3109011" y="2368520"/>
                      <a:ext cx="16337" cy="46853"/>
                    </a:xfrm>
                    <a:custGeom>
                      <a:avLst/>
                      <a:gdLst>
                        <a:gd name="connsiteX0" fmla="*/ 12101 w 16337"/>
                        <a:gd name="connsiteY0" fmla="*/ 12046 h 46853"/>
                        <a:gd name="connsiteX1" fmla="*/ 0 w 16337"/>
                        <a:gd name="connsiteY1" fmla="*/ 12046 h 46853"/>
                        <a:gd name="connsiteX2" fmla="*/ 0 w 16337"/>
                        <a:gd name="connsiteY2" fmla="*/ 9249 h 46853"/>
                        <a:gd name="connsiteX3" fmla="*/ 4818 w 16337"/>
                        <a:gd name="connsiteY3" fmla="*/ 8723 h 46853"/>
                        <a:gd name="connsiteX4" fmla="*/ 8612 w 16337"/>
                        <a:gd name="connsiteY4" fmla="*/ 7449 h 46853"/>
                        <a:gd name="connsiteX5" fmla="*/ 11326 w 16337"/>
                        <a:gd name="connsiteY5" fmla="*/ 4763 h 46853"/>
                        <a:gd name="connsiteX6" fmla="*/ 12960 w 16337"/>
                        <a:gd name="connsiteY6" fmla="*/ 0 h 46853"/>
                        <a:gd name="connsiteX7" fmla="*/ 16338 w 16337"/>
                        <a:gd name="connsiteY7" fmla="*/ 0 h 46853"/>
                        <a:gd name="connsiteX8" fmla="*/ 16338 w 16337"/>
                        <a:gd name="connsiteY8" fmla="*/ 46854 h 46853"/>
                        <a:gd name="connsiteX9" fmla="*/ 12073 w 16337"/>
                        <a:gd name="connsiteY9" fmla="*/ 46854 h 46853"/>
                        <a:gd name="connsiteX10" fmla="*/ 12073 w 16337"/>
                        <a:gd name="connsiteY10" fmla="*/ 120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7" h="46853">
                          <a:moveTo>
                            <a:pt x="12101" y="12046"/>
                          </a:moveTo>
                          <a:lnTo>
                            <a:pt x="0" y="12046"/>
                          </a:lnTo>
                          <a:lnTo>
                            <a:pt x="0" y="9249"/>
                          </a:lnTo>
                          <a:cubicBezTo>
                            <a:pt x="1772" y="9110"/>
                            <a:pt x="3378" y="8944"/>
                            <a:pt x="4818" y="8723"/>
                          </a:cubicBezTo>
                          <a:cubicBezTo>
                            <a:pt x="6258" y="8501"/>
                            <a:pt x="7532" y="8086"/>
                            <a:pt x="8612" y="7449"/>
                          </a:cubicBezTo>
                          <a:cubicBezTo>
                            <a:pt x="9692" y="6812"/>
                            <a:pt x="10606" y="5926"/>
                            <a:pt x="11326" y="4763"/>
                          </a:cubicBezTo>
                          <a:cubicBezTo>
                            <a:pt x="12046" y="3600"/>
                            <a:pt x="12600" y="1994"/>
                            <a:pt x="12960" y="0"/>
                          </a:cubicBezTo>
                          <a:lnTo>
                            <a:pt x="16338" y="0"/>
                          </a:lnTo>
                          <a:lnTo>
                            <a:pt x="16338" y="46854"/>
                          </a:lnTo>
                          <a:lnTo>
                            <a:pt x="12073" y="46854"/>
                          </a:lnTo>
                          <a:lnTo>
                            <a:pt x="12073" y="12018"/>
                          </a:lnTo>
                          <a:close/>
                        </a:path>
                      </a:pathLst>
                    </a:custGeom>
                    <a:solidFill>
                      <a:srgbClr val="8371B3"/>
                    </a:solidFill>
                    <a:ln w="2767" cap="flat">
                      <a:noFill/>
                      <a:prstDash val="solid"/>
                      <a:miter/>
                    </a:ln>
                  </p:spPr>
                  <p:txBody>
                    <a:bodyPr rtlCol="0" anchor="ctr"/>
                    <a:lstStyle/>
                    <a:p>
                      <a:endParaRPr lang="en-US" sz="2000">
                        <a:latin typeface="Helvetica Light" panose="020B0403020202020204" pitchFamily="34" charset="0"/>
                      </a:endParaRPr>
                    </a:p>
                  </p:txBody>
                </p:sp>
              </p:grpSp>
            </p:grpSp>
          </p:grpSp>
        </p:grpSp>
      </p:grpSp>
      <p:pic>
        <p:nvPicPr>
          <p:cNvPr id="12" name="Picture 11">
            <a:extLst>
              <a:ext uri="{FF2B5EF4-FFF2-40B4-BE49-F238E27FC236}">
                <a16:creationId xmlns:a16="http://schemas.microsoft.com/office/drawing/2014/main" id="{5BDA3490-79AF-4286-0FA2-042B777B0260}"/>
              </a:ext>
            </a:extLst>
          </p:cNvPr>
          <p:cNvPicPr>
            <a:picLocks noChangeAspect="1"/>
          </p:cNvPicPr>
          <p:nvPr/>
        </p:nvPicPr>
        <p:blipFill>
          <a:blip r:embed="rId18"/>
          <a:stretch>
            <a:fillRect/>
          </a:stretch>
        </p:blipFill>
        <p:spPr>
          <a:xfrm>
            <a:off x="226313" y="1453478"/>
            <a:ext cx="1849526" cy="1577844"/>
          </a:xfrm>
          <a:prstGeom prst="rect">
            <a:avLst/>
          </a:prstGeom>
        </p:spPr>
      </p:pic>
      <p:pic>
        <p:nvPicPr>
          <p:cNvPr id="14" name="Picture 13">
            <a:extLst>
              <a:ext uri="{FF2B5EF4-FFF2-40B4-BE49-F238E27FC236}">
                <a16:creationId xmlns:a16="http://schemas.microsoft.com/office/drawing/2014/main" id="{72A53D77-3161-C9AE-7C90-823FADA25971}"/>
              </a:ext>
            </a:extLst>
          </p:cNvPr>
          <p:cNvPicPr>
            <a:picLocks noChangeAspect="1"/>
          </p:cNvPicPr>
          <p:nvPr/>
        </p:nvPicPr>
        <p:blipFill>
          <a:blip r:embed="rId19"/>
          <a:stretch>
            <a:fillRect/>
          </a:stretch>
        </p:blipFill>
        <p:spPr>
          <a:xfrm>
            <a:off x="282718" y="4453287"/>
            <a:ext cx="1849526" cy="1488124"/>
          </a:xfrm>
          <a:prstGeom prst="rect">
            <a:avLst/>
          </a:prstGeom>
        </p:spPr>
      </p:pic>
    </p:spTree>
    <p:extLst>
      <p:ext uri="{BB962C8B-B14F-4D97-AF65-F5344CB8AC3E}">
        <p14:creationId xmlns:p14="http://schemas.microsoft.com/office/powerpoint/2010/main" val="1508029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A4F93-F680-BF06-A136-D2DA5F83BD8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C7D4E2-5922-B608-9159-DA013A0A94C0}"/>
              </a:ext>
            </a:extLst>
          </p:cNvPr>
          <p:cNvSpPr/>
          <p:nvPr/>
        </p:nvSpPr>
        <p:spPr>
          <a:xfrm>
            <a:off x="3048"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7B7BE876-5991-B112-A4CC-FB2B9DB04571}"/>
              </a:ext>
            </a:extLst>
          </p:cNvPr>
          <p:cNvSpPr/>
          <p:nvPr/>
        </p:nvSpPr>
        <p:spPr>
          <a:xfrm>
            <a:off x="3430773" y="27507"/>
            <a:ext cx="4536597" cy="722226"/>
          </a:xfrm>
          <a:prstGeom prst="rect">
            <a:avLst/>
          </a:prstGeom>
          <a:noFill/>
          <a:ln/>
        </p:spPr>
        <p:txBody>
          <a:bodyPr wrap="square" lIns="0" tIns="0" rIns="0" bIns="0" rtlCol="0" anchor="ctr">
            <a:normAutofit/>
          </a:bodyPr>
          <a:lstStyle/>
          <a:p>
            <a:pPr marL="0" indent="0" algn="ctr">
              <a:buNone/>
            </a:pPr>
            <a:endParaRPr lang="en-US" sz="2400" dirty="0">
              <a:latin typeface="Helvetica Light" panose="020B0403020202020204" pitchFamily="34" charset="0"/>
            </a:endParaRPr>
          </a:p>
        </p:txBody>
      </p:sp>
      <p:sp>
        <p:nvSpPr>
          <p:cNvPr id="3" name="TextBox 2">
            <a:extLst>
              <a:ext uri="{FF2B5EF4-FFF2-40B4-BE49-F238E27FC236}">
                <a16:creationId xmlns:a16="http://schemas.microsoft.com/office/drawing/2014/main" id="{917A0A2C-F7B5-6EA5-704E-84383EB41181}"/>
              </a:ext>
            </a:extLst>
          </p:cNvPr>
          <p:cNvSpPr txBox="1"/>
          <p:nvPr/>
        </p:nvSpPr>
        <p:spPr>
          <a:xfrm>
            <a:off x="195778" y="1445073"/>
            <a:ext cx="4388190" cy="830997"/>
          </a:xfrm>
          <a:prstGeom prst="rect">
            <a:avLst/>
          </a:prstGeom>
          <a:noFill/>
        </p:spPr>
        <p:txBody>
          <a:bodyPr wrap="square" rtlCol="0">
            <a:spAutoFit/>
          </a:bodyPr>
          <a:lstStyle/>
          <a:p>
            <a:r>
              <a:rPr lang="en-US" sz="1600" dirty="0">
                <a:latin typeface="Helvetica Light" panose="020B0403020202020204" pitchFamily="34" charset="0"/>
              </a:rPr>
              <a:t>Comparing similar items in WM improves later mnemonic discrimination when WM is overload</a:t>
            </a:r>
          </a:p>
        </p:txBody>
      </p:sp>
      <p:grpSp>
        <p:nvGrpSpPr>
          <p:cNvPr id="6" name="Group 5">
            <a:extLst>
              <a:ext uri="{FF2B5EF4-FFF2-40B4-BE49-F238E27FC236}">
                <a16:creationId xmlns:a16="http://schemas.microsoft.com/office/drawing/2014/main" id="{173BA556-98FF-F7A3-69E3-3A9392E78E1E}"/>
              </a:ext>
            </a:extLst>
          </p:cNvPr>
          <p:cNvGrpSpPr>
            <a:grpSpLocks noChangeAspect="1"/>
          </p:cNvGrpSpPr>
          <p:nvPr/>
        </p:nvGrpSpPr>
        <p:grpSpPr>
          <a:xfrm>
            <a:off x="4583968" y="1089773"/>
            <a:ext cx="6172800" cy="2212729"/>
            <a:chOff x="1834110" y="1401021"/>
            <a:chExt cx="9144000" cy="3277798"/>
          </a:xfrm>
        </p:grpSpPr>
        <p:grpSp>
          <p:nvGrpSpPr>
            <p:cNvPr id="7" name="Group 6">
              <a:extLst>
                <a:ext uri="{FF2B5EF4-FFF2-40B4-BE49-F238E27FC236}">
                  <a16:creationId xmlns:a16="http://schemas.microsoft.com/office/drawing/2014/main" id="{70580487-BD2B-E6EF-1E87-11F8E91481E7}"/>
                </a:ext>
              </a:extLst>
            </p:cNvPr>
            <p:cNvGrpSpPr/>
            <p:nvPr/>
          </p:nvGrpSpPr>
          <p:grpSpPr>
            <a:xfrm>
              <a:off x="5379145" y="1831850"/>
              <a:ext cx="5566134" cy="2505892"/>
              <a:chOff x="4743317" y="3702060"/>
              <a:chExt cx="5566134" cy="2505892"/>
            </a:xfrm>
          </p:grpSpPr>
          <p:grpSp>
            <p:nvGrpSpPr>
              <p:cNvPr id="3733" name="Group 3732">
                <a:extLst>
                  <a:ext uri="{FF2B5EF4-FFF2-40B4-BE49-F238E27FC236}">
                    <a16:creationId xmlns:a16="http://schemas.microsoft.com/office/drawing/2014/main" id="{D73576B3-1FCB-F2F3-F3D2-D9507F5B3605}"/>
                  </a:ext>
                </a:extLst>
              </p:cNvPr>
              <p:cNvGrpSpPr/>
              <p:nvPr/>
            </p:nvGrpSpPr>
            <p:grpSpPr>
              <a:xfrm>
                <a:off x="4743317" y="4325774"/>
                <a:ext cx="848095" cy="1882178"/>
                <a:chOff x="4743317" y="4325774"/>
                <a:chExt cx="848095" cy="1882178"/>
              </a:xfrm>
            </p:grpSpPr>
            <p:sp>
              <p:nvSpPr>
                <p:cNvPr id="3770" name="Freeform 3769">
                  <a:extLst>
                    <a:ext uri="{FF2B5EF4-FFF2-40B4-BE49-F238E27FC236}">
                      <a16:creationId xmlns:a16="http://schemas.microsoft.com/office/drawing/2014/main" id="{1CC0F061-146F-7567-2913-EB5800012E87}"/>
                    </a:ext>
                  </a:extLst>
                </p:cNvPr>
                <p:cNvSpPr/>
                <p:nvPr/>
              </p:nvSpPr>
              <p:spPr>
                <a:xfrm>
                  <a:off x="4953887" y="490630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71" name="Freeform 3770">
                  <a:extLst>
                    <a:ext uri="{FF2B5EF4-FFF2-40B4-BE49-F238E27FC236}">
                      <a16:creationId xmlns:a16="http://schemas.microsoft.com/office/drawing/2014/main" id="{C884F6FE-12D1-E1C8-ECEA-6BDF3501F4B7}"/>
                    </a:ext>
                  </a:extLst>
                </p:cNvPr>
                <p:cNvSpPr/>
                <p:nvPr/>
              </p:nvSpPr>
              <p:spPr>
                <a:xfrm>
                  <a:off x="5079509" y="5335527"/>
                  <a:ext cx="133532" cy="8416"/>
                </a:xfrm>
                <a:custGeom>
                  <a:avLst/>
                  <a:gdLst>
                    <a:gd name="connsiteX0" fmla="*/ 0 w 35668"/>
                    <a:gd name="connsiteY0" fmla="*/ 0 h 2248"/>
                    <a:gd name="connsiteX1" fmla="*/ 35668 w 35668"/>
                    <a:gd name="connsiteY1" fmla="*/ 0 h 2248"/>
                  </a:gdLst>
                  <a:ahLst/>
                  <a:cxnLst>
                    <a:cxn ang="0">
                      <a:pos x="connsiteX0" y="connsiteY0"/>
                    </a:cxn>
                    <a:cxn ang="0">
                      <a:pos x="connsiteX1" y="connsiteY1"/>
                    </a:cxn>
                  </a:cxnLst>
                  <a:rect l="l" t="t" r="r" b="b"/>
                  <a:pathLst>
                    <a:path w="35668" h="2248">
                      <a:moveTo>
                        <a:pt x="0" y="0"/>
                      </a:moveTo>
                      <a:lnTo>
                        <a:pt x="35668" y="0"/>
                      </a:lnTo>
                    </a:path>
                  </a:pathLst>
                </a:custGeom>
                <a:ln w="4498" cap="flat">
                  <a:solidFill>
                    <a:srgbClr val="000000"/>
                  </a:solidFill>
                  <a:prstDash val="solid"/>
                  <a:round/>
                </a:ln>
              </p:spPr>
              <p:txBody>
                <a:bodyPr rtlCol="0" anchor="ctr"/>
                <a:lstStyle/>
                <a:p>
                  <a:endParaRPr lang="en-US"/>
                </a:p>
              </p:txBody>
            </p:sp>
            <p:sp>
              <p:nvSpPr>
                <p:cNvPr id="3772" name="Freeform 3771">
                  <a:extLst>
                    <a:ext uri="{FF2B5EF4-FFF2-40B4-BE49-F238E27FC236}">
                      <a16:creationId xmlns:a16="http://schemas.microsoft.com/office/drawing/2014/main" id="{8DB363C6-E5ED-2233-E67D-1DCB60EE5DA7}"/>
                    </a:ext>
                  </a:extLst>
                </p:cNvPr>
                <p:cNvSpPr/>
                <p:nvPr/>
              </p:nvSpPr>
              <p:spPr>
                <a:xfrm>
                  <a:off x="5084978" y="5042108"/>
                  <a:ext cx="133532" cy="464669"/>
                </a:xfrm>
                <a:custGeom>
                  <a:avLst/>
                  <a:gdLst>
                    <a:gd name="connsiteX0" fmla="*/ 0 w 35668"/>
                    <a:gd name="connsiteY0" fmla="*/ 0 h 124119"/>
                    <a:gd name="connsiteX1" fmla="*/ 35668 w 35668"/>
                    <a:gd name="connsiteY1" fmla="*/ 0 h 124119"/>
                    <a:gd name="connsiteX2" fmla="*/ 35668 w 35668"/>
                    <a:gd name="connsiteY2" fmla="*/ 124120 h 124119"/>
                    <a:gd name="connsiteX3" fmla="*/ 0 w 35668"/>
                    <a:gd name="connsiteY3" fmla="*/ 124120 h 124119"/>
                  </a:gdLst>
                  <a:ahLst/>
                  <a:cxnLst>
                    <a:cxn ang="0">
                      <a:pos x="connsiteX0" y="connsiteY0"/>
                    </a:cxn>
                    <a:cxn ang="0">
                      <a:pos x="connsiteX1" y="connsiteY1"/>
                    </a:cxn>
                    <a:cxn ang="0">
                      <a:pos x="connsiteX2" y="connsiteY2"/>
                    </a:cxn>
                    <a:cxn ang="0">
                      <a:pos x="connsiteX3" y="connsiteY3"/>
                    </a:cxn>
                  </a:cxnLst>
                  <a:rect l="l" t="t" r="r" b="b"/>
                  <a:pathLst>
                    <a:path w="35668" h="124119">
                      <a:moveTo>
                        <a:pt x="0" y="0"/>
                      </a:moveTo>
                      <a:lnTo>
                        <a:pt x="35668" y="0"/>
                      </a:lnTo>
                      <a:lnTo>
                        <a:pt x="35668" y="124120"/>
                      </a:lnTo>
                      <a:lnTo>
                        <a:pt x="0" y="124120"/>
                      </a:lnTo>
                      <a:close/>
                    </a:path>
                  </a:pathLst>
                </a:custGeom>
                <a:noFill/>
                <a:ln w="4498" cap="flat">
                  <a:solidFill>
                    <a:srgbClr val="010101"/>
                  </a:solidFill>
                  <a:prstDash val="solid"/>
                  <a:miter/>
                </a:ln>
              </p:spPr>
              <p:txBody>
                <a:bodyPr rtlCol="0" anchor="ctr"/>
                <a:lstStyle/>
                <a:p>
                  <a:endParaRPr lang="en-US"/>
                </a:p>
              </p:txBody>
            </p:sp>
            <p:grpSp>
              <p:nvGrpSpPr>
                <p:cNvPr id="3773" name="Group 3772">
                  <a:extLst>
                    <a:ext uri="{FF2B5EF4-FFF2-40B4-BE49-F238E27FC236}">
                      <a16:creationId xmlns:a16="http://schemas.microsoft.com/office/drawing/2014/main" id="{2F611879-5004-5992-0DC4-A7BCD0C59906}"/>
                    </a:ext>
                  </a:extLst>
                </p:cNvPr>
                <p:cNvGrpSpPr/>
                <p:nvPr/>
              </p:nvGrpSpPr>
              <p:grpSpPr>
                <a:xfrm>
                  <a:off x="4743317" y="4325774"/>
                  <a:ext cx="848095" cy="1882178"/>
                  <a:chOff x="4743317" y="4325774"/>
                  <a:chExt cx="848095" cy="1882178"/>
                </a:xfrm>
              </p:grpSpPr>
              <p:sp>
                <p:nvSpPr>
                  <p:cNvPr id="3774" name="Freeform 3773">
                    <a:extLst>
                      <a:ext uri="{FF2B5EF4-FFF2-40B4-BE49-F238E27FC236}">
                        <a16:creationId xmlns:a16="http://schemas.microsoft.com/office/drawing/2014/main" id="{21352DD9-E27D-3124-16B1-2191B499EF6C}"/>
                      </a:ext>
                    </a:extLst>
                  </p:cNvPr>
                  <p:cNvSpPr/>
                  <p:nvPr/>
                </p:nvSpPr>
                <p:spPr>
                  <a:xfrm>
                    <a:off x="5146274" y="4325774"/>
                    <a:ext cx="445138" cy="1882178"/>
                  </a:xfrm>
                  <a:custGeom>
                    <a:avLst/>
                    <a:gdLst>
                      <a:gd name="connsiteX0" fmla="*/ 5398 w 118902"/>
                      <a:gd name="connsiteY0" fmla="*/ 485393 h 502754"/>
                      <a:gd name="connsiteX1" fmla="*/ 6230 w 118902"/>
                      <a:gd name="connsiteY1" fmla="*/ 479478 h 502754"/>
                      <a:gd name="connsiteX2" fmla="*/ 7129 w 118902"/>
                      <a:gd name="connsiteY2" fmla="*/ 473563 h 502754"/>
                      <a:gd name="connsiteX3" fmla="*/ 8119 w 118902"/>
                      <a:gd name="connsiteY3" fmla="*/ 467648 h 502754"/>
                      <a:gd name="connsiteX4" fmla="*/ 9198 w 118902"/>
                      <a:gd name="connsiteY4" fmla="*/ 461734 h 502754"/>
                      <a:gd name="connsiteX5" fmla="*/ 10413 w 118902"/>
                      <a:gd name="connsiteY5" fmla="*/ 455796 h 502754"/>
                      <a:gd name="connsiteX6" fmla="*/ 11785 w 118902"/>
                      <a:gd name="connsiteY6" fmla="*/ 449882 h 502754"/>
                      <a:gd name="connsiteX7" fmla="*/ 13336 w 118902"/>
                      <a:gd name="connsiteY7" fmla="*/ 443967 h 502754"/>
                      <a:gd name="connsiteX8" fmla="*/ 15135 w 118902"/>
                      <a:gd name="connsiteY8" fmla="*/ 438052 h 502754"/>
                      <a:gd name="connsiteX9" fmla="*/ 17182 w 118902"/>
                      <a:gd name="connsiteY9" fmla="*/ 432115 h 502754"/>
                      <a:gd name="connsiteX10" fmla="*/ 19566 w 118902"/>
                      <a:gd name="connsiteY10" fmla="*/ 426200 h 502754"/>
                      <a:gd name="connsiteX11" fmla="*/ 22309 w 118902"/>
                      <a:gd name="connsiteY11" fmla="*/ 420285 h 502754"/>
                      <a:gd name="connsiteX12" fmla="*/ 25481 w 118902"/>
                      <a:gd name="connsiteY12" fmla="*/ 414371 h 502754"/>
                      <a:gd name="connsiteX13" fmla="*/ 29079 w 118902"/>
                      <a:gd name="connsiteY13" fmla="*/ 408456 h 502754"/>
                      <a:gd name="connsiteX14" fmla="*/ 33127 w 118902"/>
                      <a:gd name="connsiteY14" fmla="*/ 402519 h 502754"/>
                      <a:gd name="connsiteX15" fmla="*/ 37648 w 118902"/>
                      <a:gd name="connsiteY15" fmla="*/ 396604 h 502754"/>
                      <a:gd name="connsiteX16" fmla="*/ 42618 w 118902"/>
                      <a:gd name="connsiteY16" fmla="*/ 390689 h 502754"/>
                      <a:gd name="connsiteX17" fmla="*/ 47993 w 118902"/>
                      <a:gd name="connsiteY17" fmla="*/ 384774 h 502754"/>
                      <a:gd name="connsiteX18" fmla="*/ 53705 w 118902"/>
                      <a:gd name="connsiteY18" fmla="*/ 378837 h 502754"/>
                      <a:gd name="connsiteX19" fmla="*/ 59732 w 118902"/>
                      <a:gd name="connsiteY19" fmla="*/ 372922 h 502754"/>
                      <a:gd name="connsiteX20" fmla="*/ 65917 w 118902"/>
                      <a:gd name="connsiteY20" fmla="*/ 367007 h 502754"/>
                      <a:gd name="connsiteX21" fmla="*/ 72192 w 118902"/>
                      <a:gd name="connsiteY21" fmla="*/ 361093 h 502754"/>
                      <a:gd name="connsiteX22" fmla="*/ 78421 w 118902"/>
                      <a:gd name="connsiteY22" fmla="*/ 355178 h 502754"/>
                      <a:gd name="connsiteX23" fmla="*/ 84493 w 118902"/>
                      <a:gd name="connsiteY23" fmla="*/ 349241 h 502754"/>
                      <a:gd name="connsiteX24" fmla="*/ 90296 w 118902"/>
                      <a:gd name="connsiteY24" fmla="*/ 343326 h 502754"/>
                      <a:gd name="connsiteX25" fmla="*/ 95738 w 118902"/>
                      <a:gd name="connsiteY25" fmla="*/ 337411 h 502754"/>
                      <a:gd name="connsiteX26" fmla="*/ 100708 w 118902"/>
                      <a:gd name="connsiteY26" fmla="*/ 331496 h 502754"/>
                      <a:gd name="connsiteX27" fmla="*/ 105139 w 118902"/>
                      <a:gd name="connsiteY27" fmla="*/ 325582 h 502754"/>
                      <a:gd name="connsiteX28" fmla="*/ 108962 w 118902"/>
                      <a:gd name="connsiteY28" fmla="*/ 319644 h 502754"/>
                      <a:gd name="connsiteX29" fmla="*/ 112178 w 118902"/>
                      <a:gd name="connsiteY29" fmla="*/ 313730 h 502754"/>
                      <a:gd name="connsiteX30" fmla="*/ 114742 w 118902"/>
                      <a:gd name="connsiteY30" fmla="*/ 307815 h 502754"/>
                      <a:gd name="connsiteX31" fmla="*/ 116676 w 118902"/>
                      <a:gd name="connsiteY31" fmla="*/ 301900 h 502754"/>
                      <a:gd name="connsiteX32" fmla="*/ 117980 w 118902"/>
                      <a:gd name="connsiteY32" fmla="*/ 295963 h 502754"/>
                      <a:gd name="connsiteX33" fmla="*/ 118700 w 118902"/>
                      <a:gd name="connsiteY33" fmla="*/ 290048 h 502754"/>
                      <a:gd name="connsiteX34" fmla="*/ 118902 w 118902"/>
                      <a:gd name="connsiteY34" fmla="*/ 284133 h 502754"/>
                      <a:gd name="connsiteX35" fmla="*/ 118633 w 118902"/>
                      <a:gd name="connsiteY35" fmla="*/ 278219 h 502754"/>
                      <a:gd name="connsiteX36" fmla="*/ 117935 w 118902"/>
                      <a:gd name="connsiteY36" fmla="*/ 272304 h 502754"/>
                      <a:gd name="connsiteX37" fmla="*/ 116901 w 118902"/>
                      <a:gd name="connsiteY37" fmla="*/ 266367 h 502754"/>
                      <a:gd name="connsiteX38" fmla="*/ 115551 w 118902"/>
                      <a:gd name="connsiteY38" fmla="*/ 260452 h 502754"/>
                      <a:gd name="connsiteX39" fmla="*/ 113977 w 118902"/>
                      <a:gd name="connsiteY39" fmla="*/ 254537 h 502754"/>
                      <a:gd name="connsiteX40" fmla="*/ 112201 w 118902"/>
                      <a:gd name="connsiteY40" fmla="*/ 248622 h 502754"/>
                      <a:gd name="connsiteX41" fmla="*/ 110266 w 118902"/>
                      <a:gd name="connsiteY41" fmla="*/ 242708 h 502754"/>
                      <a:gd name="connsiteX42" fmla="*/ 108242 w 118902"/>
                      <a:gd name="connsiteY42" fmla="*/ 236770 h 502754"/>
                      <a:gd name="connsiteX43" fmla="*/ 106083 w 118902"/>
                      <a:gd name="connsiteY43" fmla="*/ 230856 h 502754"/>
                      <a:gd name="connsiteX44" fmla="*/ 103857 w 118902"/>
                      <a:gd name="connsiteY44" fmla="*/ 224941 h 502754"/>
                      <a:gd name="connsiteX45" fmla="*/ 101518 w 118902"/>
                      <a:gd name="connsiteY45" fmla="*/ 219026 h 502754"/>
                      <a:gd name="connsiteX46" fmla="*/ 99044 w 118902"/>
                      <a:gd name="connsiteY46" fmla="*/ 213089 h 502754"/>
                      <a:gd name="connsiteX47" fmla="*/ 96435 w 118902"/>
                      <a:gd name="connsiteY47" fmla="*/ 207174 h 502754"/>
                      <a:gd name="connsiteX48" fmla="*/ 93647 w 118902"/>
                      <a:gd name="connsiteY48" fmla="*/ 201259 h 502754"/>
                      <a:gd name="connsiteX49" fmla="*/ 90633 w 118902"/>
                      <a:gd name="connsiteY49" fmla="*/ 195344 h 502754"/>
                      <a:gd name="connsiteX50" fmla="*/ 87349 w 118902"/>
                      <a:gd name="connsiteY50" fmla="*/ 189430 h 502754"/>
                      <a:gd name="connsiteX51" fmla="*/ 83819 w 118902"/>
                      <a:gd name="connsiteY51" fmla="*/ 183492 h 502754"/>
                      <a:gd name="connsiteX52" fmla="*/ 79973 w 118902"/>
                      <a:gd name="connsiteY52" fmla="*/ 177578 h 502754"/>
                      <a:gd name="connsiteX53" fmla="*/ 75835 w 118902"/>
                      <a:gd name="connsiteY53" fmla="*/ 171663 h 502754"/>
                      <a:gd name="connsiteX54" fmla="*/ 71404 w 118902"/>
                      <a:gd name="connsiteY54" fmla="*/ 165748 h 502754"/>
                      <a:gd name="connsiteX55" fmla="*/ 66726 w 118902"/>
                      <a:gd name="connsiteY55" fmla="*/ 159833 h 502754"/>
                      <a:gd name="connsiteX56" fmla="*/ 61824 w 118902"/>
                      <a:gd name="connsiteY56" fmla="*/ 153896 h 502754"/>
                      <a:gd name="connsiteX57" fmla="*/ 56809 w 118902"/>
                      <a:gd name="connsiteY57" fmla="*/ 147981 h 502754"/>
                      <a:gd name="connsiteX58" fmla="*/ 51681 w 118902"/>
                      <a:gd name="connsiteY58" fmla="*/ 142067 h 502754"/>
                      <a:gd name="connsiteX59" fmla="*/ 46576 w 118902"/>
                      <a:gd name="connsiteY59" fmla="*/ 136152 h 502754"/>
                      <a:gd name="connsiteX60" fmla="*/ 41538 w 118902"/>
                      <a:gd name="connsiteY60" fmla="*/ 130215 h 502754"/>
                      <a:gd name="connsiteX61" fmla="*/ 36658 w 118902"/>
                      <a:gd name="connsiteY61" fmla="*/ 124300 h 502754"/>
                      <a:gd name="connsiteX62" fmla="*/ 32003 w 118902"/>
                      <a:gd name="connsiteY62" fmla="*/ 118385 h 502754"/>
                      <a:gd name="connsiteX63" fmla="*/ 27617 w 118902"/>
                      <a:gd name="connsiteY63" fmla="*/ 112470 h 502754"/>
                      <a:gd name="connsiteX64" fmla="*/ 23569 w 118902"/>
                      <a:gd name="connsiteY64" fmla="*/ 106556 h 502754"/>
                      <a:gd name="connsiteX65" fmla="*/ 19858 w 118902"/>
                      <a:gd name="connsiteY65" fmla="*/ 100618 h 502754"/>
                      <a:gd name="connsiteX66" fmla="*/ 16552 w 118902"/>
                      <a:gd name="connsiteY66" fmla="*/ 94704 h 502754"/>
                      <a:gd name="connsiteX67" fmla="*/ 13629 w 118902"/>
                      <a:gd name="connsiteY67" fmla="*/ 88789 h 502754"/>
                      <a:gd name="connsiteX68" fmla="*/ 11087 w 118902"/>
                      <a:gd name="connsiteY68" fmla="*/ 82874 h 502754"/>
                      <a:gd name="connsiteX69" fmla="*/ 8906 w 118902"/>
                      <a:gd name="connsiteY69" fmla="*/ 76959 h 502754"/>
                      <a:gd name="connsiteX70" fmla="*/ 7062 w 118902"/>
                      <a:gd name="connsiteY70" fmla="*/ 71022 h 502754"/>
                      <a:gd name="connsiteX71" fmla="*/ 5532 w 118902"/>
                      <a:gd name="connsiteY71" fmla="*/ 65107 h 502754"/>
                      <a:gd name="connsiteX72" fmla="*/ 4295 w 118902"/>
                      <a:gd name="connsiteY72" fmla="*/ 59193 h 502754"/>
                      <a:gd name="connsiteX73" fmla="*/ 3283 w 118902"/>
                      <a:gd name="connsiteY73" fmla="*/ 53278 h 502754"/>
                      <a:gd name="connsiteX74" fmla="*/ 2474 w 118902"/>
                      <a:gd name="connsiteY74" fmla="*/ 47341 h 502754"/>
                      <a:gd name="connsiteX75" fmla="*/ 1844 w 118902"/>
                      <a:gd name="connsiteY75" fmla="*/ 41426 h 502754"/>
                      <a:gd name="connsiteX76" fmla="*/ 1349 w 118902"/>
                      <a:gd name="connsiteY76" fmla="*/ 35511 h 502754"/>
                      <a:gd name="connsiteX77" fmla="*/ 989 w 118902"/>
                      <a:gd name="connsiteY77" fmla="*/ 29596 h 502754"/>
                      <a:gd name="connsiteX78" fmla="*/ 697 w 118902"/>
                      <a:gd name="connsiteY78" fmla="*/ 23682 h 502754"/>
                      <a:gd name="connsiteX79" fmla="*/ 495 w 118902"/>
                      <a:gd name="connsiteY79" fmla="*/ 17744 h 502754"/>
                      <a:gd name="connsiteX80" fmla="*/ 360 w 118902"/>
                      <a:gd name="connsiteY80" fmla="*/ 11830 h 502754"/>
                      <a:gd name="connsiteX81" fmla="*/ 247 w 118902"/>
                      <a:gd name="connsiteY81" fmla="*/ 5915 h 502754"/>
                      <a:gd name="connsiteX82" fmla="*/ 157 w 118902"/>
                      <a:gd name="connsiteY82" fmla="*/ 0 h 502754"/>
                      <a:gd name="connsiteX83" fmla="*/ 0 w 118902"/>
                      <a:gd name="connsiteY83" fmla="*/ 0 h 502754"/>
                      <a:gd name="connsiteX84" fmla="*/ 0 w 118902"/>
                      <a:gd name="connsiteY84" fmla="*/ 5915 h 502754"/>
                      <a:gd name="connsiteX85" fmla="*/ 0 w 118902"/>
                      <a:gd name="connsiteY85" fmla="*/ 11830 h 502754"/>
                      <a:gd name="connsiteX86" fmla="*/ 0 w 118902"/>
                      <a:gd name="connsiteY86" fmla="*/ 17744 h 502754"/>
                      <a:gd name="connsiteX87" fmla="*/ 0 w 118902"/>
                      <a:gd name="connsiteY87" fmla="*/ 23682 h 502754"/>
                      <a:gd name="connsiteX88" fmla="*/ 0 w 118902"/>
                      <a:gd name="connsiteY88" fmla="*/ 29596 h 502754"/>
                      <a:gd name="connsiteX89" fmla="*/ 0 w 118902"/>
                      <a:gd name="connsiteY89" fmla="*/ 35511 h 502754"/>
                      <a:gd name="connsiteX90" fmla="*/ 0 w 118902"/>
                      <a:gd name="connsiteY90" fmla="*/ 41426 h 502754"/>
                      <a:gd name="connsiteX91" fmla="*/ 0 w 118902"/>
                      <a:gd name="connsiteY91" fmla="*/ 47341 h 502754"/>
                      <a:gd name="connsiteX92" fmla="*/ 0 w 118902"/>
                      <a:gd name="connsiteY92" fmla="*/ 53278 h 502754"/>
                      <a:gd name="connsiteX93" fmla="*/ 0 w 118902"/>
                      <a:gd name="connsiteY93" fmla="*/ 59193 h 502754"/>
                      <a:gd name="connsiteX94" fmla="*/ 0 w 118902"/>
                      <a:gd name="connsiteY94" fmla="*/ 65107 h 502754"/>
                      <a:gd name="connsiteX95" fmla="*/ 0 w 118902"/>
                      <a:gd name="connsiteY95" fmla="*/ 71022 h 502754"/>
                      <a:gd name="connsiteX96" fmla="*/ 0 w 118902"/>
                      <a:gd name="connsiteY96" fmla="*/ 76959 h 502754"/>
                      <a:gd name="connsiteX97" fmla="*/ 0 w 118902"/>
                      <a:gd name="connsiteY97" fmla="*/ 82874 h 502754"/>
                      <a:gd name="connsiteX98" fmla="*/ 0 w 118902"/>
                      <a:gd name="connsiteY98" fmla="*/ 88789 h 502754"/>
                      <a:gd name="connsiteX99" fmla="*/ 0 w 118902"/>
                      <a:gd name="connsiteY99" fmla="*/ 94704 h 502754"/>
                      <a:gd name="connsiteX100" fmla="*/ 0 w 118902"/>
                      <a:gd name="connsiteY100" fmla="*/ 100618 h 502754"/>
                      <a:gd name="connsiteX101" fmla="*/ 0 w 118902"/>
                      <a:gd name="connsiteY101" fmla="*/ 106556 h 502754"/>
                      <a:gd name="connsiteX102" fmla="*/ 0 w 118902"/>
                      <a:gd name="connsiteY102" fmla="*/ 112470 h 502754"/>
                      <a:gd name="connsiteX103" fmla="*/ 0 w 118902"/>
                      <a:gd name="connsiteY103" fmla="*/ 118385 h 502754"/>
                      <a:gd name="connsiteX104" fmla="*/ 0 w 118902"/>
                      <a:gd name="connsiteY104" fmla="*/ 124300 h 502754"/>
                      <a:gd name="connsiteX105" fmla="*/ 0 w 118902"/>
                      <a:gd name="connsiteY105" fmla="*/ 130215 h 502754"/>
                      <a:gd name="connsiteX106" fmla="*/ 0 w 118902"/>
                      <a:gd name="connsiteY106" fmla="*/ 136152 h 502754"/>
                      <a:gd name="connsiteX107" fmla="*/ 0 w 118902"/>
                      <a:gd name="connsiteY107" fmla="*/ 142067 h 502754"/>
                      <a:gd name="connsiteX108" fmla="*/ 0 w 118902"/>
                      <a:gd name="connsiteY108" fmla="*/ 147981 h 502754"/>
                      <a:gd name="connsiteX109" fmla="*/ 0 w 118902"/>
                      <a:gd name="connsiteY109" fmla="*/ 153896 h 502754"/>
                      <a:gd name="connsiteX110" fmla="*/ 0 w 118902"/>
                      <a:gd name="connsiteY110" fmla="*/ 159833 h 502754"/>
                      <a:gd name="connsiteX111" fmla="*/ 0 w 118902"/>
                      <a:gd name="connsiteY111" fmla="*/ 165748 h 502754"/>
                      <a:gd name="connsiteX112" fmla="*/ 0 w 118902"/>
                      <a:gd name="connsiteY112" fmla="*/ 171663 h 502754"/>
                      <a:gd name="connsiteX113" fmla="*/ 0 w 118902"/>
                      <a:gd name="connsiteY113" fmla="*/ 177578 h 502754"/>
                      <a:gd name="connsiteX114" fmla="*/ 0 w 118902"/>
                      <a:gd name="connsiteY114" fmla="*/ 183492 h 502754"/>
                      <a:gd name="connsiteX115" fmla="*/ 0 w 118902"/>
                      <a:gd name="connsiteY115" fmla="*/ 189430 h 502754"/>
                      <a:gd name="connsiteX116" fmla="*/ 0 w 118902"/>
                      <a:gd name="connsiteY116" fmla="*/ 195344 h 502754"/>
                      <a:gd name="connsiteX117" fmla="*/ 0 w 118902"/>
                      <a:gd name="connsiteY117" fmla="*/ 201259 h 502754"/>
                      <a:gd name="connsiteX118" fmla="*/ 0 w 118902"/>
                      <a:gd name="connsiteY118" fmla="*/ 207174 h 502754"/>
                      <a:gd name="connsiteX119" fmla="*/ 0 w 118902"/>
                      <a:gd name="connsiteY119" fmla="*/ 213089 h 502754"/>
                      <a:gd name="connsiteX120" fmla="*/ 0 w 118902"/>
                      <a:gd name="connsiteY120" fmla="*/ 219026 h 502754"/>
                      <a:gd name="connsiteX121" fmla="*/ 0 w 118902"/>
                      <a:gd name="connsiteY121" fmla="*/ 224941 h 502754"/>
                      <a:gd name="connsiteX122" fmla="*/ 0 w 118902"/>
                      <a:gd name="connsiteY122" fmla="*/ 230856 h 502754"/>
                      <a:gd name="connsiteX123" fmla="*/ 0 w 118902"/>
                      <a:gd name="connsiteY123" fmla="*/ 236770 h 502754"/>
                      <a:gd name="connsiteX124" fmla="*/ 0 w 118902"/>
                      <a:gd name="connsiteY124" fmla="*/ 242708 h 502754"/>
                      <a:gd name="connsiteX125" fmla="*/ 0 w 118902"/>
                      <a:gd name="connsiteY125" fmla="*/ 248622 h 502754"/>
                      <a:gd name="connsiteX126" fmla="*/ 0 w 118902"/>
                      <a:gd name="connsiteY126" fmla="*/ 254537 h 502754"/>
                      <a:gd name="connsiteX127" fmla="*/ 0 w 118902"/>
                      <a:gd name="connsiteY127" fmla="*/ 260452 h 502754"/>
                      <a:gd name="connsiteX128" fmla="*/ 0 w 118902"/>
                      <a:gd name="connsiteY128" fmla="*/ 266367 h 502754"/>
                      <a:gd name="connsiteX129" fmla="*/ 0 w 118902"/>
                      <a:gd name="connsiteY129" fmla="*/ 272304 h 502754"/>
                      <a:gd name="connsiteX130" fmla="*/ 0 w 118902"/>
                      <a:gd name="connsiteY130" fmla="*/ 278219 h 502754"/>
                      <a:gd name="connsiteX131" fmla="*/ 0 w 118902"/>
                      <a:gd name="connsiteY131" fmla="*/ 284133 h 502754"/>
                      <a:gd name="connsiteX132" fmla="*/ 0 w 118902"/>
                      <a:gd name="connsiteY132" fmla="*/ 290048 h 502754"/>
                      <a:gd name="connsiteX133" fmla="*/ 0 w 118902"/>
                      <a:gd name="connsiteY133" fmla="*/ 295963 h 502754"/>
                      <a:gd name="connsiteX134" fmla="*/ 0 w 118902"/>
                      <a:gd name="connsiteY134" fmla="*/ 301900 h 502754"/>
                      <a:gd name="connsiteX135" fmla="*/ 0 w 118902"/>
                      <a:gd name="connsiteY135" fmla="*/ 307815 h 502754"/>
                      <a:gd name="connsiteX136" fmla="*/ 0 w 118902"/>
                      <a:gd name="connsiteY136" fmla="*/ 313730 h 502754"/>
                      <a:gd name="connsiteX137" fmla="*/ 0 w 118902"/>
                      <a:gd name="connsiteY137" fmla="*/ 319644 h 502754"/>
                      <a:gd name="connsiteX138" fmla="*/ 0 w 118902"/>
                      <a:gd name="connsiteY138" fmla="*/ 325582 h 502754"/>
                      <a:gd name="connsiteX139" fmla="*/ 0 w 118902"/>
                      <a:gd name="connsiteY139" fmla="*/ 331496 h 502754"/>
                      <a:gd name="connsiteX140" fmla="*/ 0 w 118902"/>
                      <a:gd name="connsiteY140" fmla="*/ 337411 h 502754"/>
                      <a:gd name="connsiteX141" fmla="*/ 0 w 118902"/>
                      <a:gd name="connsiteY141" fmla="*/ 343326 h 502754"/>
                      <a:gd name="connsiteX142" fmla="*/ 0 w 118902"/>
                      <a:gd name="connsiteY142" fmla="*/ 349241 h 502754"/>
                      <a:gd name="connsiteX143" fmla="*/ 0 w 118902"/>
                      <a:gd name="connsiteY143" fmla="*/ 355178 h 502754"/>
                      <a:gd name="connsiteX144" fmla="*/ 0 w 118902"/>
                      <a:gd name="connsiteY144" fmla="*/ 361093 h 502754"/>
                      <a:gd name="connsiteX145" fmla="*/ 0 w 118902"/>
                      <a:gd name="connsiteY145" fmla="*/ 367007 h 502754"/>
                      <a:gd name="connsiteX146" fmla="*/ 0 w 118902"/>
                      <a:gd name="connsiteY146" fmla="*/ 372922 h 502754"/>
                      <a:gd name="connsiteX147" fmla="*/ 0 w 118902"/>
                      <a:gd name="connsiteY147" fmla="*/ 378837 h 502754"/>
                      <a:gd name="connsiteX148" fmla="*/ 0 w 118902"/>
                      <a:gd name="connsiteY148" fmla="*/ 384774 h 502754"/>
                      <a:gd name="connsiteX149" fmla="*/ 0 w 118902"/>
                      <a:gd name="connsiteY149" fmla="*/ 390689 h 502754"/>
                      <a:gd name="connsiteX150" fmla="*/ 0 w 118902"/>
                      <a:gd name="connsiteY150" fmla="*/ 396604 h 502754"/>
                      <a:gd name="connsiteX151" fmla="*/ 0 w 118902"/>
                      <a:gd name="connsiteY151" fmla="*/ 402519 h 502754"/>
                      <a:gd name="connsiteX152" fmla="*/ 0 w 118902"/>
                      <a:gd name="connsiteY152" fmla="*/ 408456 h 502754"/>
                      <a:gd name="connsiteX153" fmla="*/ 0 w 118902"/>
                      <a:gd name="connsiteY153" fmla="*/ 414371 h 502754"/>
                      <a:gd name="connsiteX154" fmla="*/ 0 w 118902"/>
                      <a:gd name="connsiteY154" fmla="*/ 420285 h 502754"/>
                      <a:gd name="connsiteX155" fmla="*/ 0 w 118902"/>
                      <a:gd name="connsiteY155" fmla="*/ 426200 h 502754"/>
                      <a:gd name="connsiteX156" fmla="*/ 0 w 118902"/>
                      <a:gd name="connsiteY156" fmla="*/ 432115 h 502754"/>
                      <a:gd name="connsiteX157" fmla="*/ 0 w 118902"/>
                      <a:gd name="connsiteY157" fmla="*/ 438052 h 502754"/>
                      <a:gd name="connsiteX158" fmla="*/ 0 w 118902"/>
                      <a:gd name="connsiteY158" fmla="*/ 443967 h 502754"/>
                      <a:gd name="connsiteX159" fmla="*/ 0 w 118902"/>
                      <a:gd name="connsiteY159" fmla="*/ 449882 h 502754"/>
                      <a:gd name="connsiteX160" fmla="*/ 0 w 118902"/>
                      <a:gd name="connsiteY160" fmla="*/ 455796 h 502754"/>
                      <a:gd name="connsiteX161" fmla="*/ 0 w 118902"/>
                      <a:gd name="connsiteY161" fmla="*/ 461734 h 502754"/>
                      <a:gd name="connsiteX162" fmla="*/ 0 w 118902"/>
                      <a:gd name="connsiteY162" fmla="*/ 467648 h 502754"/>
                      <a:gd name="connsiteX163" fmla="*/ 0 w 118902"/>
                      <a:gd name="connsiteY163" fmla="*/ 473563 h 502754"/>
                      <a:gd name="connsiteX164" fmla="*/ 0 w 118902"/>
                      <a:gd name="connsiteY164" fmla="*/ 479478 h 502754"/>
                      <a:gd name="connsiteX165" fmla="*/ 0 w 118902"/>
                      <a:gd name="connsiteY165" fmla="*/ 485393 h 502754"/>
                      <a:gd name="connsiteX166" fmla="*/ 0 w 118902"/>
                      <a:gd name="connsiteY166" fmla="*/ 491330 h 502754"/>
                      <a:gd name="connsiteX167" fmla="*/ 0 w 118902"/>
                      <a:gd name="connsiteY167" fmla="*/ 497245 h 502754"/>
                      <a:gd name="connsiteX168" fmla="*/ 0 w 118902"/>
                      <a:gd name="connsiteY168" fmla="*/ 502755 h 502754"/>
                      <a:gd name="connsiteX169" fmla="*/ 3126 w 118902"/>
                      <a:gd name="connsiteY169" fmla="*/ 502755 h 502754"/>
                      <a:gd name="connsiteX170" fmla="*/ 3396 w 118902"/>
                      <a:gd name="connsiteY170" fmla="*/ 502755 h 502754"/>
                      <a:gd name="connsiteX171" fmla="*/ 3981 w 118902"/>
                      <a:gd name="connsiteY171" fmla="*/ 497245 h 502754"/>
                      <a:gd name="connsiteX172" fmla="*/ 4655 w 118902"/>
                      <a:gd name="connsiteY172" fmla="*/ 491330 h 502754"/>
                      <a:gd name="connsiteX173" fmla="*/ 5398 w 118902"/>
                      <a:gd name="connsiteY173" fmla="*/ 485393 h 502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118902" h="502754">
                        <a:moveTo>
                          <a:pt x="5398" y="485393"/>
                        </a:moveTo>
                        <a:lnTo>
                          <a:pt x="6230" y="479478"/>
                        </a:lnTo>
                        <a:lnTo>
                          <a:pt x="7129" y="473563"/>
                        </a:lnTo>
                        <a:lnTo>
                          <a:pt x="8119" y="467648"/>
                        </a:lnTo>
                        <a:lnTo>
                          <a:pt x="9198" y="461734"/>
                        </a:lnTo>
                        <a:lnTo>
                          <a:pt x="10413" y="455796"/>
                        </a:lnTo>
                        <a:lnTo>
                          <a:pt x="11785" y="449882"/>
                        </a:lnTo>
                        <a:lnTo>
                          <a:pt x="13336" y="443967"/>
                        </a:lnTo>
                        <a:lnTo>
                          <a:pt x="15135" y="438052"/>
                        </a:lnTo>
                        <a:lnTo>
                          <a:pt x="17182" y="432115"/>
                        </a:lnTo>
                        <a:lnTo>
                          <a:pt x="19566" y="426200"/>
                        </a:lnTo>
                        <a:lnTo>
                          <a:pt x="22309" y="420285"/>
                        </a:lnTo>
                        <a:lnTo>
                          <a:pt x="25481" y="414371"/>
                        </a:lnTo>
                        <a:lnTo>
                          <a:pt x="29079" y="408456"/>
                        </a:lnTo>
                        <a:lnTo>
                          <a:pt x="33127" y="402519"/>
                        </a:lnTo>
                        <a:lnTo>
                          <a:pt x="37648" y="396604"/>
                        </a:lnTo>
                        <a:lnTo>
                          <a:pt x="42618" y="390689"/>
                        </a:lnTo>
                        <a:lnTo>
                          <a:pt x="47993" y="384774"/>
                        </a:lnTo>
                        <a:lnTo>
                          <a:pt x="53705" y="378837"/>
                        </a:lnTo>
                        <a:lnTo>
                          <a:pt x="59732" y="372922"/>
                        </a:lnTo>
                        <a:lnTo>
                          <a:pt x="65917" y="367007"/>
                        </a:lnTo>
                        <a:lnTo>
                          <a:pt x="72192" y="361093"/>
                        </a:lnTo>
                        <a:lnTo>
                          <a:pt x="78421" y="355178"/>
                        </a:lnTo>
                        <a:lnTo>
                          <a:pt x="84493" y="349241"/>
                        </a:lnTo>
                        <a:lnTo>
                          <a:pt x="90296" y="343326"/>
                        </a:lnTo>
                        <a:lnTo>
                          <a:pt x="95738" y="337411"/>
                        </a:lnTo>
                        <a:lnTo>
                          <a:pt x="100708" y="331496"/>
                        </a:lnTo>
                        <a:lnTo>
                          <a:pt x="105139" y="325582"/>
                        </a:lnTo>
                        <a:lnTo>
                          <a:pt x="108962" y="319644"/>
                        </a:lnTo>
                        <a:lnTo>
                          <a:pt x="112178" y="313730"/>
                        </a:lnTo>
                        <a:lnTo>
                          <a:pt x="114742" y="307815"/>
                        </a:lnTo>
                        <a:lnTo>
                          <a:pt x="116676" y="301900"/>
                        </a:lnTo>
                        <a:lnTo>
                          <a:pt x="117980" y="295963"/>
                        </a:lnTo>
                        <a:lnTo>
                          <a:pt x="118700" y="290048"/>
                        </a:lnTo>
                        <a:lnTo>
                          <a:pt x="118902" y="284133"/>
                        </a:lnTo>
                        <a:lnTo>
                          <a:pt x="118633" y="278219"/>
                        </a:lnTo>
                        <a:lnTo>
                          <a:pt x="117935" y="272304"/>
                        </a:lnTo>
                        <a:lnTo>
                          <a:pt x="116901" y="266367"/>
                        </a:lnTo>
                        <a:lnTo>
                          <a:pt x="115551" y="260452"/>
                        </a:lnTo>
                        <a:lnTo>
                          <a:pt x="113977" y="254537"/>
                        </a:lnTo>
                        <a:lnTo>
                          <a:pt x="112201" y="248622"/>
                        </a:lnTo>
                        <a:lnTo>
                          <a:pt x="110266" y="242708"/>
                        </a:lnTo>
                        <a:lnTo>
                          <a:pt x="108242" y="236770"/>
                        </a:lnTo>
                        <a:lnTo>
                          <a:pt x="106083" y="230856"/>
                        </a:lnTo>
                        <a:lnTo>
                          <a:pt x="103857" y="224941"/>
                        </a:lnTo>
                        <a:lnTo>
                          <a:pt x="101518" y="219026"/>
                        </a:lnTo>
                        <a:lnTo>
                          <a:pt x="99044" y="213089"/>
                        </a:lnTo>
                        <a:lnTo>
                          <a:pt x="96435" y="207174"/>
                        </a:lnTo>
                        <a:lnTo>
                          <a:pt x="93647" y="201259"/>
                        </a:lnTo>
                        <a:lnTo>
                          <a:pt x="90633" y="195344"/>
                        </a:lnTo>
                        <a:lnTo>
                          <a:pt x="87349" y="189430"/>
                        </a:lnTo>
                        <a:lnTo>
                          <a:pt x="83819" y="183492"/>
                        </a:lnTo>
                        <a:lnTo>
                          <a:pt x="79973" y="177578"/>
                        </a:lnTo>
                        <a:lnTo>
                          <a:pt x="75835" y="171663"/>
                        </a:lnTo>
                        <a:lnTo>
                          <a:pt x="71404" y="165748"/>
                        </a:lnTo>
                        <a:lnTo>
                          <a:pt x="66726" y="159833"/>
                        </a:lnTo>
                        <a:lnTo>
                          <a:pt x="61824" y="153896"/>
                        </a:lnTo>
                        <a:lnTo>
                          <a:pt x="56809" y="147981"/>
                        </a:lnTo>
                        <a:lnTo>
                          <a:pt x="51681" y="142067"/>
                        </a:lnTo>
                        <a:lnTo>
                          <a:pt x="46576" y="136152"/>
                        </a:lnTo>
                        <a:lnTo>
                          <a:pt x="41538" y="130215"/>
                        </a:lnTo>
                        <a:lnTo>
                          <a:pt x="36658" y="124300"/>
                        </a:lnTo>
                        <a:lnTo>
                          <a:pt x="32003" y="118385"/>
                        </a:lnTo>
                        <a:lnTo>
                          <a:pt x="27617" y="112470"/>
                        </a:lnTo>
                        <a:lnTo>
                          <a:pt x="23569" y="106556"/>
                        </a:lnTo>
                        <a:lnTo>
                          <a:pt x="19858" y="100618"/>
                        </a:lnTo>
                        <a:lnTo>
                          <a:pt x="16552" y="94704"/>
                        </a:lnTo>
                        <a:lnTo>
                          <a:pt x="13629" y="88789"/>
                        </a:lnTo>
                        <a:lnTo>
                          <a:pt x="11087" y="82874"/>
                        </a:lnTo>
                        <a:lnTo>
                          <a:pt x="8906" y="76959"/>
                        </a:lnTo>
                        <a:lnTo>
                          <a:pt x="7062" y="71022"/>
                        </a:lnTo>
                        <a:lnTo>
                          <a:pt x="5532" y="65107"/>
                        </a:lnTo>
                        <a:lnTo>
                          <a:pt x="4295" y="59193"/>
                        </a:lnTo>
                        <a:lnTo>
                          <a:pt x="3283" y="53278"/>
                        </a:lnTo>
                        <a:lnTo>
                          <a:pt x="2474" y="47341"/>
                        </a:lnTo>
                        <a:lnTo>
                          <a:pt x="1844" y="41426"/>
                        </a:lnTo>
                        <a:lnTo>
                          <a:pt x="1349" y="35511"/>
                        </a:lnTo>
                        <a:lnTo>
                          <a:pt x="989" y="29596"/>
                        </a:lnTo>
                        <a:lnTo>
                          <a:pt x="697" y="23682"/>
                        </a:lnTo>
                        <a:lnTo>
                          <a:pt x="495" y="17744"/>
                        </a:lnTo>
                        <a:lnTo>
                          <a:pt x="360" y="11830"/>
                        </a:lnTo>
                        <a:lnTo>
                          <a:pt x="247" y="5915"/>
                        </a:lnTo>
                        <a:lnTo>
                          <a:pt x="157" y="0"/>
                        </a:lnTo>
                        <a:lnTo>
                          <a:pt x="0" y="0"/>
                        </a:lnTo>
                        <a:lnTo>
                          <a:pt x="0" y="5915"/>
                        </a:lnTo>
                        <a:lnTo>
                          <a:pt x="0" y="11830"/>
                        </a:lnTo>
                        <a:lnTo>
                          <a:pt x="0" y="17744"/>
                        </a:lnTo>
                        <a:lnTo>
                          <a:pt x="0" y="23682"/>
                        </a:lnTo>
                        <a:lnTo>
                          <a:pt x="0" y="29596"/>
                        </a:lnTo>
                        <a:lnTo>
                          <a:pt x="0" y="35511"/>
                        </a:lnTo>
                        <a:lnTo>
                          <a:pt x="0" y="41426"/>
                        </a:lnTo>
                        <a:lnTo>
                          <a:pt x="0" y="47341"/>
                        </a:lnTo>
                        <a:lnTo>
                          <a:pt x="0" y="53278"/>
                        </a:lnTo>
                        <a:lnTo>
                          <a:pt x="0" y="59193"/>
                        </a:lnTo>
                        <a:lnTo>
                          <a:pt x="0" y="65107"/>
                        </a:lnTo>
                        <a:lnTo>
                          <a:pt x="0" y="71022"/>
                        </a:lnTo>
                        <a:lnTo>
                          <a:pt x="0" y="76959"/>
                        </a:lnTo>
                        <a:lnTo>
                          <a:pt x="0" y="82874"/>
                        </a:lnTo>
                        <a:lnTo>
                          <a:pt x="0" y="88789"/>
                        </a:lnTo>
                        <a:lnTo>
                          <a:pt x="0" y="94704"/>
                        </a:lnTo>
                        <a:lnTo>
                          <a:pt x="0" y="100618"/>
                        </a:lnTo>
                        <a:lnTo>
                          <a:pt x="0" y="106556"/>
                        </a:lnTo>
                        <a:lnTo>
                          <a:pt x="0" y="112470"/>
                        </a:lnTo>
                        <a:lnTo>
                          <a:pt x="0" y="118385"/>
                        </a:lnTo>
                        <a:lnTo>
                          <a:pt x="0" y="124300"/>
                        </a:lnTo>
                        <a:lnTo>
                          <a:pt x="0" y="130215"/>
                        </a:lnTo>
                        <a:lnTo>
                          <a:pt x="0" y="136152"/>
                        </a:lnTo>
                        <a:lnTo>
                          <a:pt x="0" y="142067"/>
                        </a:lnTo>
                        <a:lnTo>
                          <a:pt x="0" y="147981"/>
                        </a:lnTo>
                        <a:lnTo>
                          <a:pt x="0" y="153896"/>
                        </a:lnTo>
                        <a:lnTo>
                          <a:pt x="0" y="159833"/>
                        </a:lnTo>
                        <a:lnTo>
                          <a:pt x="0" y="165748"/>
                        </a:lnTo>
                        <a:lnTo>
                          <a:pt x="0" y="171663"/>
                        </a:lnTo>
                        <a:lnTo>
                          <a:pt x="0" y="177578"/>
                        </a:lnTo>
                        <a:lnTo>
                          <a:pt x="0" y="183492"/>
                        </a:lnTo>
                        <a:lnTo>
                          <a:pt x="0" y="189430"/>
                        </a:lnTo>
                        <a:lnTo>
                          <a:pt x="0" y="195344"/>
                        </a:lnTo>
                        <a:lnTo>
                          <a:pt x="0" y="201259"/>
                        </a:lnTo>
                        <a:lnTo>
                          <a:pt x="0" y="207174"/>
                        </a:lnTo>
                        <a:lnTo>
                          <a:pt x="0" y="213089"/>
                        </a:lnTo>
                        <a:lnTo>
                          <a:pt x="0" y="219026"/>
                        </a:lnTo>
                        <a:lnTo>
                          <a:pt x="0" y="224941"/>
                        </a:lnTo>
                        <a:lnTo>
                          <a:pt x="0" y="230856"/>
                        </a:lnTo>
                        <a:lnTo>
                          <a:pt x="0" y="236770"/>
                        </a:lnTo>
                        <a:lnTo>
                          <a:pt x="0" y="242708"/>
                        </a:lnTo>
                        <a:lnTo>
                          <a:pt x="0" y="248622"/>
                        </a:lnTo>
                        <a:lnTo>
                          <a:pt x="0" y="254537"/>
                        </a:lnTo>
                        <a:lnTo>
                          <a:pt x="0" y="260452"/>
                        </a:lnTo>
                        <a:lnTo>
                          <a:pt x="0" y="266367"/>
                        </a:lnTo>
                        <a:lnTo>
                          <a:pt x="0" y="272304"/>
                        </a:lnTo>
                        <a:lnTo>
                          <a:pt x="0" y="278219"/>
                        </a:lnTo>
                        <a:lnTo>
                          <a:pt x="0" y="284133"/>
                        </a:lnTo>
                        <a:lnTo>
                          <a:pt x="0" y="290048"/>
                        </a:lnTo>
                        <a:lnTo>
                          <a:pt x="0" y="295963"/>
                        </a:lnTo>
                        <a:lnTo>
                          <a:pt x="0" y="301900"/>
                        </a:lnTo>
                        <a:lnTo>
                          <a:pt x="0" y="307815"/>
                        </a:lnTo>
                        <a:lnTo>
                          <a:pt x="0" y="313730"/>
                        </a:lnTo>
                        <a:lnTo>
                          <a:pt x="0" y="319644"/>
                        </a:lnTo>
                        <a:lnTo>
                          <a:pt x="0" y="325582"/>
                        </a:lnTo>
                        <a:lnTo>
                          <a:pt x="0" y="331496"/>
                        </a:lnTo>
                        <a:lnTo>
                          <a:pt x="0" y="337411"/>
                        </a:lnTo>
                        <a:lnTo>
                          <a:pt x="0" y="343326"/>
                        </a:lnTo>
                        <a:lnTo>
                          <a:pt x="0" y="349241"/>
                        </a:lnTo>
                        <a:lnTo>
                          <a:pt x="0" y="355178"/>
                        </a:lnTo>
                        <a:lnTo>
                          <a:pt x="0" y="361093"/>
                        </a:lnTo>
                        <a:lnTo>
                          <a:pt x="0" y="367007"/>
                        </a:lnTo>
                        <a:lnTo>
                          <a:pt x="0" y="372922"/>
                        </a:lnTo>
                        <a:lnTo>
                          <a:pt x="0" y="378837"/>
                        </a:lnTo>
                        <a:lnTo>
                          <a:pt x="0" y="384774"/>
                        </a:lnTo>
                        <a:lnTo>
                          <a:pt x="0" y="390689"/>
                        </a:lnTo>
                        <a:lnTo>
                          <a:pt x="0" y="396604"/>
                        </a:lnTo>
                        <a:lnTo>
                          <a:pt x="0" y="402519"/>
                        </a:lnTo>
                        <a:lnTo>
                          <a:pt x="0" y="408456"/>
                        </a:lnTo>
                        <a:lnTo>
                          <a:pt x="0" y="414371"/>
                        </a:lnTo>
                        <a:lnTo>
                          <a:pt x="0" y="420285"/>
                        </a:lnTo>
                        <a:lnTo>
                          <a:pt x="0" y="426200"/>
                        </a:lnTo>
                        <a:lnTo>
                          <a:pt x="0" y="432115"/>
                        </a:lnTo>
                        <a:lnTo>
                          <a:pt x="0" y="438052"/>
                        </a:lnTo>
                        <a:lnTo>
                          <a:pt x="0" y="443967"/>
                        </a:lnTo>
                        <a:lnTo>
                          <a:pt x="0" y="449882"/>
                        </a:lnTo>
                        <a:lnTo>
                          <a:pt x="0" y="455796"/>
                        </a:lnTo>
                        <a:lnTo>
                          <a:pt x="0" y="461734"/>
                        </a:lnTo>
                        <a:lnTo>
                          <a:pt x="0" y="467648"/>
                        </a:lnTo>
                        <a:lnTo>
                          <a:pt x="0" y="473563"/>
                        </a:lnTo>
                        <a:lnTo>
                          <a:pt x="0" y="479478"/>
                        </a:lnTo>
                        <a:lnTo>
                          <a:pt x="0" y="485393"/>
                        </a:lnTo>
                        <a:lnTo>
                          <a:pt x="0" y="491330"/>
                        </a:lnTo>
                        <a:lnTo>
                          <a:pt x="0" y="497245"/>
                        </a:lnTo>
                        <a:lnTo>
                          <a:pt x="0" y="502755"/>
                        </a:lnTo>
                        <a:lnTo>
                          <a:pt x="3126" y="502755"/>
                        </a:lnTo>
                        <a:lnTo>
                          <a:pt x="3396" y="502755"/>
                        </a:lnTo>
                        <a:lnTo>
                          <a:pt x="3981" y="497245"/>
                        </a:lnTo>
                        <a:lnTo>
                          <a:pt x="4655" y="491330"/>
                        </a:lnTo>
                        <a:lnTo>
                          <a:pt x="5398" y="485393"/>
                        </a:lnTo>
                        <a:close/>
                      </a:path>
                    </a:pathLst>
                  </a:custGeom>
                  <a:solidFill>
                    <a:srgbClr val="47BB89">
                      <a:alpha val="30000"/>
                    </a:srgbClr>
                  </a:solidFill>
                  <a:ln w="2249" cap="flat">
                    <a:noFill/>
                    <a:prstDash val="solid"/>
                    <a:miter/>
                  </a:ln>
                </p:spPr>
                <p:txBody>
                  <a:bodyPr rtlCol="0" anchor="ctr"/>
                  <a:lstStyle/>
                  <a:p>
                    <a:endParaRPr lang="en-US"/>
                  </a:p>
                </p:txBody>
              </p:sp>
              <p:sp>
                <p:nvSpPr>
                  <p:cNvPr id="3775" name="Freeform 3774">
                    <a:extLst>
                      <a:ext uri="{FF2B5EF4-FFF2-40B4-BE49-F238E27FC236}">
                        <a16:creationId xmlns:a16="http://schemas.microsoft.com/office/drawing/2014/main" id="{115C025E-51C1-E429-434F-AD69E2853E65}"/>
                      </a:ext>
                    </a:extLst>
                  </p:cNvPr>
                  <p:cNvSpPr/>
                  <p:nvPr/>
                </p:nvSpPr>
                <p:spPr>
                  <a:xfrm>
                    <a:off x="4743317" y="5542982"/>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76" name="Freeform 3775">
                    <a:extLst>
                      <a:ext uri="{FF2B5EF4-FFF2-40B4-BE49-F238E27FC236}">
                        <a16:creationId xmlns:a16="http://schemas.microsoft.com/office/drawing/2014/main" id="{52258057-4903-9E03-EDFC-13A4EEBDCD79}"/>
                      </a:ext>
                    </a:extLst>
                  </p:cNvPr>
                  <p:cNvSpPr/>
                  <p:nvPr/>
                </p:nvSpPr>
                <p:spPr>
                  <a:xfrm>
                    <a:off x="4809746" y="5662037"/>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20"/>
                          <a:pt x="5960" y="11920"/>
                        </a:cubicBezTo>
                        <a:cubicBezTo>
                          <a:pt x="9243" y="11920"/>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77" name="Freeform 3776">
                    <a:extLst>
                      <a:ext uri="{FF2B5EF4-FFF2-40B4-BE49-F238E27FC236}">
                        <a16:creationId xmlns:a16="http://schemas.microsoft.com/office/drawing/2014/main" id="{C9FC34D8-0763-E8F5-C321-CA6DEC93FBFB}"/>
                      </a:ext>
                    </a:extLst>
                  </p:cNvPr>
                  <p:cNvSpPr/>
                  <p:nvPr/>
                </p:nvSpPr>
                <p:spPr>
                  <a:xfrm>
                    <a:off x="4746095" y="548766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78" name="Freeform 3777">
                    <a:extLst>
                      <a:ext uri="{FF2B5EF4-FFF2-40B4-BE49-F238E27FC236}">
                        <a16:creationId xmlns:a16="http://schemas.microsoft.com/office/drawing/2014/main" id="{EC506FBC-E7F8-68BF-D23E-21467757F183}"/>
                      </a:ext>
                    </a:extLst>
                  </p:cNvPr>
                  <p:cNvSpPr/>
                  <p:nvPr/>
                </p:nvSpPr>
                <p:spPr>
                  <a:xfrm>
                    <a:off x="4797961" y="5313214"/>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79" name="Freeform 3778">
                    <a:extLst>
                      <a:ext uri="{FF2B5EF4-FFF2-40B4-BE49-F238E27FC236}">
                        <a16:creationId xmlns:a16="http://schemas.microsoft.com/office/drawing/2014/main" id="{F0ACB27B-59D4-FE48-9F7F-FA5D8E3FCB9A}"/>
                      </a:ext>
                    </a:extLst>
                  </p:cNvPr>
                  <p:cNvSpPr/>
                  <p:nvPr/>
                </p:nvSpPr>
                <p:spPr>
                  <a:xfrm>
                    <a:off x="4797538" y="4848123"/>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0" name="Freeform 3779">
                    <a:extLst>
                      <a:ext uri="{FF2B5EF4-FFF2-40B4-BE49-F238E27FC236}">
                        <a16:creationId xmlns:a16="http://schemas.microsoft.com/office/drawing/2014/main" id="{34C3D092-2D09-706E-8ED8-27AABA181C4A}"/>
                      </a:ext>
                    </a:extLst>
                  </p:cNvPr>
                  <p:cNvSpPr/>
                  <p:nvPr/>
                </p:nvSpPr>
                <p:spPr>
                  <a:xfrm>
                    <a:off x="4759902" y="554576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20"/>
                          <a:pt x="5960" y="11920"/>
                        </a:cubicBezTo>
                        <a:cubicBezTo>
                          <a:pt x="9243" y="11920"/>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1" name="Freeform 3780">
                    <a:extLst>
                      <a:ext uri="{FF2B5EF4-FFF2-40B4-BE49-F238E27FC236}">
                        <a16:creationId xmlns:a16="http://schemas.microsoft.com/office/drawing/2014/main" id="{AC61E7A3-8875-13F9-0837-96D4D0F2A871}"/>
                      </a:ext>
                    </a:extLst>
                  </p:cNvPr>
                  <p:cNvSpPr/>
                  <p:nvPr/>
                </p:nvSpPr>
                <p:spPr>
                  <a:xfrm>
                    <a:off x="4941679" y="5196941"/>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2" name="Freeform 3781">
                    <a:extLst>
                      <a:ext uri="{FF2B5EF4-FFF2-40B4-BE49-F238E27FC236}">
                        <a16:creationId xmlns:a16="http://schemas.microsoft.com/office/drawing/2014/main" id="{256A9F00-E775-A9AA-B201-3E70C14D1D9E}"/>
                      </a:ext>
                    </a:extLst>
                  </p:cNvPr>
                  <p:cNvSpPr/>
                  <p:nvPr/>
                </p:nvSpPr>
                <p:spPr>
                  <a:xfrm>
                    <a:off x="4836604" y="5245438"/>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3" name="Freeform 3782">
                    <a:extLst>
                      <a:ext uri="{FF2B5EF4-FFF2-40B4-BE49-F238E27FC236}">
                        <a16:creationId xmlns:a16="http://schemas.microsoft.com/office/drawing/2014/main" id="{DC274E38-834F-E6D7-78ED-8973C8688989}"/>
                      </a:ext>
                    </a:extLst>
                  </p:cNvPr>
                  <p:cNvSpPr/>
                  <p:nvPr/>
                </p:nvSpPr>
                <p:spPr>
                  <a:xfrm rot="19696800">
                    <a:off x="4752504" y="5952131"/>
                    <a:ext cx="44622" cy="44622"/>
                  </a:xfrm>
                  <a:custGeom>
                    <a:avLst/>
                    <a:gdLst>
                      <a:gd name="connsiteX0" fmla="*/ 11919 w 11919"/>
                      <a:gd name="connsiteY0" fmla="*/ 5960 h 11919"/>
                      <a:gd name="connsiteX1" fmla="*/ 5960 w 11919"/>
                      <a:gd name="connsiteY1" fmla="*/ 11919 h 11919"/>
                      <a:gd name="connsiteX2" fmla="*/ 0 w 11919"/>
                      <a:gd name="connsiteY2" fmla="*/ 5960 h 11919"/>
                      <a:gd name="connsiteX3" fmla="*/ 5960 w 11919"/>
                      <a:gd name="connsiteY3" fmla="*/ 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9251"/>
                          <a:pt x="9251" y="11919"/>
                          <a:pt x="5960" y="11919"/>
                        </a:cubicBezTo>
                        <a:cubicBezTo>
                          <a:pt x="2668" y="11919"/>
                          <a:pt x="0" y="9251"/>
                          <a:pt x="0" y="5960"/>
                        </a:cubicBezTo>
                        <a:cubicBezTo>
                          <a:pt x="0" y="2668"/>
                          <a:pt x="2668" y="0"/>
                          <a:pt x="5960" y="0"/>
                        </a:cubicBezTo>
                        <a:cubicBezTo>
                          <a:pt x="9251" y="0"/>
                          <a:pt x="11919" y="2668"/>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4" name="Freeform 3783">
                    <a:extLst>
                      <a:ext uri="{FF2B5EF4-FFF2-40B4-BE49-F238E27FC236}">
                        <a16:creationId xmlns:a16="http://schemas.microsoft.com/office/drawing/2014/main" id="{D0ECA7B0-E0A4-A685-FB4B-68260CF938C0}"/>
                      </a:ext>
                    </a:extLst>
                  </p:cNvPr>
                  <p:cNvSpPr/>
                  <p:nvPr/>
                </p:nvSpPr>
                <p:spPr>
                  <a:xfrm>
                    <a:off x="4766132" y="548766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5" name="Freeform 3784">
                    <a:extLst>
                      <a:ext uri="{FF2B5EF4-FFF2-40B4-BE49-F238E27FC236}">
                        <a16:creationId xmlns:a16="http://schemas.microsoft.com/office/drawing/2014/main" id="{ACA70033-0839-5976-7F9A-47394E5ED707}"/>
                      </a:ext>
                    </a:extLst>
                  </p:cNvPr>
                  <p:cNvSpPr/>
                  <p:nvPr/>
                </p:nvSpPr>
                <p:spPr>
                  <a:xfrm>
                    <a:off x="4923327" y="5429487"/>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20"/>
                          <a:pt x="5960" y="11920"/>
                        </a:cubicBezTo>
                        <a:cubicBezTo>
                          <a:pt x="9243" y="11920"/>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6" name="Freeform 3785">
                    <a:extLst>
                      <a:ext uri="{FF2B5EF4-FFF2-40B4-BE49-F238E27FC236}">
                        <a16:creationId xmlns:a16="http://schemas.microsoft.com/office/drawing/2014/main" id="{C850ACF3-0071-172E-AD49-87FDEDC9A109}"/>
                      </a:ext>
                    </a:extLst>
                  </p:cNvPr>
                  <p:cNvSpPr/>
                  <p:nvPr/>
                </p:nvSpPr>
                <p:spPr>
                  <a:xfrm>
                    <a:off x="4817073" y="5596364"/>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7" name="Freeform 3786">
                    <a:extLst>
                      <a:ext uri="{FF2B5EF4-FFF2-40B4-BE49-F238E27FC236}">
                        <a16:creationId xmlns:a16="http://schemas.microsoft.com/office/drawing/2014/main" id="{EEE52F24-F840-3681-1E45-58EA9015AA45}"/>
                      </a:ext>
                    </a:extLst>
                  </p:cNvPr>
                  <p:cNvSpPr/>
                  <p:nvPr/>
                </p:nvSpPr>
                <p:spPr>
                  <a:xfrm>
                    <a:off x="4946310" y="497088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20"/>
                          <a:pt x="5960" y="11920"/>
                        </a:cubicBezTo>
                        <a:cubicBezTo>
                          <a:pt x="9243" y="11920"/>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8" name="Freeform 3787">
                    <a:extLst>
                      <a:ext uri="{FF2B5EF4-FFF2-40B4-BE49-F238E27FC236}">
                        <a16:creationId xmlns:a16="http://schemas.microsoft.com/office/drawing/2014/main" id="{A979D5BA-B6C5-8646-8217-C864465AF8C5}"/>
                      </a:ext>
                    </a:extLst>
                  </p:cNvPr>
                  <p:cNvSpPr/>
                  <p:nvPr/>
                </p:nvSpPr>
                <p:spPr>
                  <a:xfrm>
                    <a:off x="4784487" y="5371396"/>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89" name="Freeform 3788">
                    <a:extLst>
                      <a:ext uri="{FF2B5EF4-FFF2-40B4-BE49-F238E27FC236}">
                        <a16:creationId xmlns:a16="http://schemas.microsoft.com/office/drawing/2014/main" id="{84908085-150D-8736-8B55-435A73F37989}"/>
                      </a:ext>
                    </a:extLst>
                  </p:cNvPr>
                  <p:cNvSpPr/>
                  <p:nvPr/>
                </p:nvSpPr>
                <p:spPr>
                  <a:xfrm>
                    <a:off x="4901183" y="502257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0" name="Freeform 3789">
                    <a:extLst>
                      <a:ext uri="{FF2B5EF4-FFF2-40B4-BE49-F238E27FC236}">
                        <a16:creationId xmlns:a16="http://schemas.microsoft.com/office/drawing/2014/main" id="{454F14FC-6E14-FD54-0AFA-F8E0D6A6A6F0}"/>
                      </a:ext>
                    </a:extLst>
                  </p:cNvPr>
                  <p:cNvSpPr/>
                  <p:nvPr/>
                </p:nvSpPr>
                <p:spPr>
                  <a:xfrm>
                    <a:off x="4862787" y="5313214"/>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1" name="Freeform 3790">
                    <a:extLst>
                      <a:ext uri="{FF2B5EF4-FFF2-40B4-BE49-F238E27FC236}">
                        <a16:creationId xmlns:a16="http://schemas.microsoft.com/office/drawing/2014/main" id="{364CFD91-F51E-C6F5-4AC8-525B228C62CF}"/>
                      </a:ext>
                    </a:extLst>
                  </p:cNvPr>
                  <p:cNvSpPr/>
                  <p:nvPr/>
                </p:nvSpPr>
                <p:spPr>
                  <a:xfrm>
                    <a:off x="4794000" y="5545760"/>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20"/>
                          <a:pt x="5960" y="11920"/>
                        </a:cubicBezTo>
                        <a:cubicBezTo>
                          <a:pt x="9243" y="11920"/>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2" name="Freeform 3791">
                    <a:extLst>
                      <a:ext uri="{FF2B5EF4-FFF2-40B4-BE49-F238E27FC236}">
                        <a16:creationId xmlns:a16="http://schemas.microsoft.com/office/drawing/2014/main" id="{C5A03686-1859-7E0B-19B9-1443597949AC}"/>
                      </a:ext>
                    </a:extLst>
                  </p:cNvPr>
                  <p:cNvSpPr/>
                  <p:nvPr/>
                </p:nvSpPr>
                <p:spPr>
                  <a:xfrm>
                    <a:off x="4767648" y="490630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3" name="Freeform 3792">
                    <a:extLst>
                      <a:ext uri="{FF2B5EF4-FFF2-40B4-BE49-F238E27FC236}">
                        <a16:creationId xmlns:a16="http://schemas.microsoft.com/office/drawing/2014/main" id="{9CDF43FD-8500-F555-6FCC-066B90330DC3}"/>
                      </a:ext>
                    </a:extLst>
                  </p:cNvPr>
                  <p:cNvSpPr/>
                  <p:nvPr/>
                </p:nvSpPr>
                <p:spPr>
                  <a:xfrm>
                    <a:off x="4867841" y="548766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4" name="Freeform 3793">
                    <a:extLst>
                      <a:ext uri="{FF2B5EF4-FFF2-40B4-BE49-F238E27FC236}">
                        <a16:creationId xmlns:a16="http://schemas.microsoft.com/office/drawing/2014/main" id="{9FF3B516-0182-8B7A-9489-CAB6C46A54D2}"/>
                      </a:ext>
                    </a:extLst>
                  </p:cNvPr>
                  <p:cNvSpPr/>
                  <p:nvPr/>
                </p:nvSpPr>
                <p:spPr>
                  <a:xfrm>
                    <a:off x="4852181" y="525511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5" name="Freeform 3794">
                    <a:extLst>
                      <a:ext uri="{FF2B5EF4-FFF2-40B4-BE49-F238E27FC236}">
                        <a16:creationId xmlns:a16="http://schemas.microsoft.com/office/drawing/2014/main" id="{B2B911EC-D457-0EC9-4ED0-2372FCAB5BA8}"/>
                      </a:ext>
                    </a:extLst>
                  </p:cNvPr>
                  <p:cNvSpPr/>
                  <p:nvPr/>
                </p:nvSpPr>
                <p:spPr>
                  <a:xfrm>
                    <a:off x="4923747" y="5371396"/>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6" name="Freeform 3795">
                    <a:extLst>
                      <a:ext uri="{FF2B5EF4-FFF2-40B4-BE49-F238E27FC236}">
                        <a16:creationId xmlns:a16="http://schemas.microsoft.com/office/drawing/2014/main" id="{EFABB0CC-AA02-FE38-9244-4ED5C7F351A1}"/>
                      </a:ext>
                    </a:extLst>
                  </p:cNvPr>
                  <p:cNvSpPr/>
                  <p:nvPr/>
                </p:nvSpPr>
                <p:spPr>
                  <a:xfrm>
                    <a:off x="4793581" y="5255119"/>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7" name="Freeform 3796">
                    <a:extLst>
                      <a:ext uri="{FF2B5EF4-FFF2-40B4-BE49-F238E27FC236}">
                        <a16:creationId xmlns:a16="http://schemas.microsoft.com/office/drawing/2014/main" id="{C32A8251-00F2-4D80-A1F3-F4D38C113EF3}"/>
                      </a:ext>
                    </a:extLst>
                  </p:cNvPr>
                  <p:cNvSpPr/>
                  <p:nvPr/>
                </p:nvSpPr>
                <p:spPr>
                  <a:xfrm>
                    <a:off x="4940668" y="5196941"/>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8" name="Freeform 3797">
                    <a:extLst>
                      <a:ext uri="{FF2B5EF4-FFF2-40B4-BE49-F238E27FC236}">
                        <a16:creationId xmlns:a16="http://schemas.microsoft.com/office/drawing/2014/main" id="{E25CAD28-CC20-FDC8-B0EF-B417B10C5B2F}"/>
                      </a:ext>
                    </a:extLst>
                  </p:cNvPr>
                  <p:cNvSpPr/>
                  <p:nvPr/>
                </p:nvSpPr>
                <p:spPr>
                  <a:xfrm>
                    <a:off x="4827765" y="5024007"/>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20"/>
                          <a:pt x="5960" y="11920"/>
                        </a:cubicBezTo>
                        <a:cubicBezTo>
                          <a:pt x="9243" y="11920"/>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799" name="Freeform 3798">
                    <a:extLst>
                      <a:ext uri="{FF2B5EF4-FFF2-40B4-BE49-F238E27FC236}">
                        <a16:creationId xmlns:a16="http://schemas.microsoft.com/office/drawing/2014/main" id="{5F7271B8-F210-972B-A569-CA7C4127C17C}"/>
                      </a:ext>
                    </a:extLst>
                  </p:cNvPr>
                  <p:cNvSpPr/>
                  <p:nvPr/>
                </p:nvSpPr>
                <p:spPr>
                  <a:xfrm>
                    <a:off x="4906402" y="5487669"/>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800" name="Freeform 3799">
                    <a:extLst>
                      <a:ext uri="{FF2B5EF4-FFF2-40B4-BE49-F238E27FC236}">
                        <a16:creationId xmlns:a16="http://schemas.microsoft.com/office/drawing/2014/main" id="{32E8B8A6-06BC-C9A0-AD8B-91FB155E4EED}"/>
                      </a:ext>
                    </a:extLst>
                  </p:cNvPr>
                  <p:cNvSpPr/>
                  <p:nvPr/>
                </p:nvSpPr>
                <p:spPr>
                  <a:xfrm>
                    <a:off x="4848307" y="502257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801" name="Freeform 3800">
                    <a:extLst>
                      <a:ext uri="{FF2B5EF4-FFF2-40B4-BE49-F238E27FC236}">
                        <a16:creationId xmlns:a16="http://schemas.microsoft.com/office/drawing/2014/main" id="{C91300F0-4362-747C-2F60-C74AF0204984}"/>
                      </a:ext>
                    </a:extLst>
                  </p:cNvPr>
                  <p:cNvSpPr/>
                  <p:nvPr/>
                </p:nvSpPr>
                <p:spPr>
                  <a:xfrm>
                    <a:off x="4923492" y="525511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802" name="Freeform 3801">
                    <a:extLst>
                      <a:ext uri="{FF2B5EF4-FFF2-40B4-BE49-F238E27FC236}">
                        <a16:creationId xmlns:a16="http://schemas.microsoft.com/office/drawing/2014/main" id="{712970D1-1B74-0695-E402-1A91A26B0193}"/>
                      </a:ext>
                    </a:extLst>
                  </p:cNvPr>
                  <p:cNvSpPr/>
                  <p:nvPr/>
                </p:nvSpPr>
                <p:spPr>
                  <a:xfrm>
                    <a:off x="4748117" y="5012892"/>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20"/>
                          <a:pt x="5960" y="11920"/>
                        </a:cubicBezTo>
                        <a:cubicBezTo>
                          <a:pt x="9243" y="11920"/>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803" name="Freeform 3802">
                    <a:extLst>
                      <a:ext uri="{FF2B5EF4-FFF2-40B4-BE49-F238E27FC236}">
                        <a16:creationId xmlns:a16="http://schemas.microsoft.com/office/drawing/2014/main" id="{80D52B44-6113-9157-B951-2BB594E5140A}"/>
                      </a:ext>
                    </a:extLst>
                  </p:cNvPr>
                  <p:cNvSpPr/>
                  <p:nvPr/>
                </p:nvSpPr>
                <p:spPr>
                  <a:xfrm>
                    <a:off x="4952457" y="5603942"/>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804" name="Freeform 3803">
                    <a:extLst>
                      <a:ext uri="{FF2B5EF4-FFF2-40B4-BE49-F238E27FC236}">
                        <a16:creationId xmlns:a16="http://schemas.microsoft.com/office/drawing/2014/main" id="{5E1F777E-AEE3-C30F-5A60-22EF5855E8EE}"/>
                      </a:ext>
                    </a:extLst>
                  </p:cNvPr>
                  <p:cNvSpPr/>
                  <p:nvPr/>
                </p:nvSpPr>
                <p:spPr>
                  <a:xfrm>
                    <a:off x="4880974" y="502257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6D1CD">
                      <a:alpha val="60000"/>
                    </a:srgbClr>
                  </a:solidFill>
                  <a:ln w="2249" cap="flat">
                    <a:noFill/>
                    <a:prstDash val="solid"/>
                    <a:miter/>
                  </a:ln>
                </p:spPr>
                <p:txBody>
                  <a:bodyPr rtlCol="0" anchor="ctr"/>
                  <a:lstStyle/>
                  <a:p>
                    <a:endParaRPr lang="en-US"/>
                  </a:p>
                </p:txBody>
              </p:sp>
              <p:sp>
                <p:nvSpPr>
                  <p:cNvPr id="3805" name="Freeform 3804">
                    <a:extLst>
                      <a:ext uri="{FF2B5EF4-FFF2-40B4-BE49-F238E27FC236}">
                        <a16:creationId xmlns:a16="http://schemas.microsoft.com/office/drawing/2014/main" id="{FEA25B3B-2197-A0D9-223E-F26495C1BCD0}"/>
                      </a:ext>
                    </a:extLst>
                  </p:cNvPr>
                  <p:cNvSpPr/>
                  <p:nvPr/>
                </p:nvSpPr>
                <p:spPr>
                  <a:xfrm>
                    <a:off x="5079509" y="5045223"/>
                    <a:ext cx="133532" cy="464669"/>
                  </a:xfrm>
                  <a:custGeom>
                    <a:avLst/>
                    <a:gdLst>
                      <a:gd name="connsiteX0" fmla="*/ 0 w 35668"/>
                      <a:gd name="connsiteY0" fmla="*/ 0 h 124119"/>
                      <a:gd name="connsiteX1" fmla="*/ 35668 w 35668"/>
                      <a:gd name="connsiteY1" fmla="*/ 0 h 124119"/>
                      <a:gd name="connsiteX2" fmla="*/ 35668 w 35668"/>
                      <a:gd name="connsiteY2" fmla="*/ 124120 h 124119"/>
                      <a:gd name="connsiteX3" fmla="*/ 0 w 35668"/>
                      <a:gd name="connsiteY3" fmla="*/ 124120 h 124119"/>
                    </a:gdLst>
                    <a:ahLst/>
                    <a:cxnLst>
                      <a:cxn ang="0">
                        <a:pos x="connsiteX0" y="connsiteY0"/>
                      </a:cxn>
                      <a:cxn ang="0">
                        <a:pos x="connsiteX1" y="connsiteY1"/>
                      </a:cxn>
                      <a:cxn ang="0">
                        <a:pos x="connsiteX2" y="connsiteY2"/>
                      </a:cxn>
                      <a:cxn ang="0">
                        <a:pos x="connsiteX3" y="connsiteY3"/>
                      </a:cxn>
                    </a:cxnLst>
                    <a:rect l="l" t="t" r="r" b="b"/>
                    <a:pathLst>
                      <a:path w="35668" h="124119">
                        <a:moveTo>
                          <a:pt x="0" y="0"/>
                        </a:moveTo>
                        <a:lnTo>
                          <a:pt x="35668" y="0"/>
                        </a:lnTo>
                        <a:lnTo>
                          <a:pt x="35668" y="124120"/>
                        </a:lnTo>
                        <a:lnTo>
                          <a:pt x="0" y="124120"/>
                        </a:lnTo>
                        <a:close/>
                      </a:path>
                    </a:pathLst>
                  </a:custGeom>
                  <a:solidFill>
                    <a:srgbClr val="47BB89">
                      <a:alpha val="45000"/>
                    </a:srgbClr>
                  </a:solidFill>
                  <a:ln w="2249" cap="flat">
                    <a:noFill/>
                    <a:prstDash val="solid"/>
                    <a:miter/>
                  </a:ln>
                </p:spPr>
                <p:txBody>
                  <a:bodyPr rtlCol="0" anchor="ctr"/>
                  <a:lstStyle/>
                  <a:p>
                    <a:endParaRPr lang="en-US"/>
                  </a:p>
                </p:txBody>
              </p:sp>
            </p:grpSp>
          </p:grpSp>
          <p:grpSp>
            <p:nvGrpSpPr>
              <p:cNvPr id="3734" name="Group 3733">
                <a:extLst>
                  <a:ext uri="{FF2B5EF4-FFF2-40B4-BE49-F238E27FC236}">
                    <a16:creationId xmlns:a16="http://schemas.microsoft.com/office/drawing/2014/main" id="{3218DDF6-8AA3-824E-337E-480299334B19}"/>
                  </a:ext>
                </a:extLst>
              </p:cNvPr>
              <p:cNvGrpSpPr/>
              <p:nvPr/>
            </p:nvGrpSpPr>
            <p:grpSpPr>
              <a:xfrm>
                <a:off x="9378590" y="3702060"/>
                <a:ext cx="930861" cy="2451170"/>
                <a:chOff x="9378590" y="3702060"/>
                <a:chExt cx="930861" cy="2451170"/>
              </a:xfrm>
            </p:grpSpPr>
            <p:sp>
              <p:nvSpPr>
                <p:cNvPr id="3735" name="Freeform 3734">
                  <a:extLst>
                    <a:ext uri="{FF2B5EF4-FFF2-40B4-BE49-F238E27FC236}">
                      <a16:creationId xmlns:a16="http://schemas.microsoft.com/office/drawing/2014/main" id="{A34D11EB-9569-C31E-2F44-5A2F9CE0B66B}"/>
                    </a:ext>
                  </a:extLst>
                </p:cNvPr>
                <p:cNvSpPr/>
                <p:nvPr/>
              </p:nvSpPr>
              <p:spPr>
                <a:xfrm>
                  <a:off x="9866586" y="3702060"/>
                  <a:ext cx="442865" cy="2451170"/>
                </a:xfrm>
                <a:custGeom>
                  <a:avLst/>
                  <a:gdLst>
                    <a:gd name="connsiteX0" fmla="*/ 0 w 118295"/>
                    <a:gd name="connsiteY0" fmla="*/ 648127 h 654739"/>
                    <a:gd name="connsiteX1" fmla="*/ 0 w 118295"/>
                    <a:gd name="connsiteY1" fmla="*/ 654739 h 654739"/>
                    <a:gd name="connsiteX2" fmla="*/ 90 w 118295"/>
                    <a:gd name="connsiteY2" fmla="*/ 654739 h 654739"/>
                    <a:gd name="connsiteX3" fmla="*/ 135 w 118295"/>
                    <a:gd name="connsiteY3" fmla="*/ 648127 h 654739"/>
                    <a:gd name="connsiteX4" fmla="*/ 225 w 118295"/>
                    <a:gd name="connsiteY4" fmla="*/ 641515 h 654739"/>
                    <a:gd name="connsiteX5" fmla="*/ 315 w 118295"/>
                    <a:gd name="connsiteY5" fmla="*/ 634903 h 654739"/>
                    <a:gd name="connsiteX6" fmla="*/ 450 w 118295"/>
                    <a:gd name="connsiteY6" fmla="*/ 628291 h 654739"/>
                    <a:gd name="connsiteX7" fmla="*/ 630 w 118295"/>
                    <a:gd name="connsiteY7" fmla="*/ 621657 h 654739"/>
                    <a:gd name="connsiteX8" fmla="*/ 877 w 118295"/>
                    <a:gd name="connsiteY8" fmla="*/ 615045 h 654739"/>
                    <a:gd name="connsiteX9" fmla="*/ 1192 w 118295"/>
                    <a:gd name="connsiteY9" fmla="*/ 608433 h 654739"/>
                    <a:gd name="connsiteX10" fmla="*/ 1575 w 118295"/>
                    <a:gd name="connsiteY10" fmla="*/ 601821 h 654739"/>
                    <a:gd name="connsiteX11" fmla="*/ 2047 w 118295"/>
                    <a:gd name="connsiteY11" fmla="*/ 595209 h 654739"/>
                    <a:gd name="connsiteX12" fmla="*/ 2609 w 118295"/>
                    <a:gd name="connsiteY12" fmla="*/ 588597 h 654739"/>
                    <a:gd name="connsiteX13" fmla="*/ 3261 w 118295"/>
                    <a:gd name="connsiteY13" fmla="*/ 581985 h 654739"/>
                    <a:gd name="connsiteX14" fmla="*/ 4003 w 118295"/>
                    <a:gd name="connsiteY14" fmla="*/ 575373 h 654739"/>
                    <a:gd name="connsiteX15" fmla="*/ 4813 w 118295"/>
                    <a:gd name="connsiteY15" fmla="*/ 568762 h 654739"/>
                    <a:gd name="connsiteX16" fmla="*/ 5690 w 118295"/>
                    <a:gd name="connsiteY16" fmla="*/ 562150 h 654739"/>
                    <a:gd name="connsiteX17" fmla="*/ 6612 w 118295"/>
                    <a:gd name="connsiteY17" fmla="*/ 555538 h 654739"/>
                    <a:gd name="connsiteX18" fmla="*/ 7602 w 118295"/>
                    <a:gd name="connsiteY18" fmla="*/ 548926 h 654739"/>
                    <a:gd name="connsiteX19" fmla="*/ 8614 w 118295"/>
                    <a:gd name="connsiteY19" fmla="*/ 542314 h 654739"/>
                    <a:gd name="connsiteX20" fmla="*/ 9693 w 118295"/>
                    <a:gd name="connsiteY20" fmla="*/ 535702 h 654739"/>
                    <a:gd name="connsiteX21" fmla="*/ 10863 w 118295"/>
                    <a:gd name="connsiteY21" fmla="*/ 529090 h 654739"/>
                    <a:gd name="connsiteX22" fmla="*/ 12122 w 118295"/>
                    <a:gd name="connsiteY22" fmla="*/ 522455 h 654739"/>
                    <a:gd name="connsiteX23" fmla="*/ 13561 w 118295"/>
                    <a:gd name="connsiteY23" fmla="*/ 515844 h 654739"/>
                    <a:gd name="connsiteX24" fmla="*/ 15180 w 118295"/>
                    <a:gd name="connsiteY24" fmla="*/ 509232 h 654739"/>
                    <a:gd name="connsiteX25" fmla="*/ 17092 w 118295"/>
                    <a:gd name="connsiteY25" fmla="*/ 502620 h 654739"/>
                    <a:gd name="connsiteX26" fmla="*/ 19341 w 118295"/>
                    <a:gd name="connsiteY26" fmla="*/ 496008 h 654739"/>
                    <a:gd name="connsiteX27" fmla="*/ 21995 w 118295"/>
                    <a:gd name="connsiteY27" fmla="*/ 489396 h 654739"/>
                    <a:gd name="connsiteX28" fmla="*/ 25054 w 118295"/>
                    <a:gd name="connsiteY28" fmla="*/ 482784 h 654739"/>
                    <a:gd name="connsiteX29" fmla="*/ 28607 w 118295"/>
                    <a:gd name="connsiteY29" fmla="*/ 476172 h 654739"/>
                    <a:gd name="connsiteX30" fmla="*/ 32587 w 118295"/>
                    <a:gd name="connsiteY30" fmla="*/ 469560 h 654739"/>
                    <a:gd name="connsiteX31" fmla="*/ 37018 w 118295"/>
                    <a:gd name="connsiteY31" fmla="*/ 462948 h 654739"/>
                    <a:gd name="connsiteX32" fmla="*/ 41853 w 118295"/>
                    <a:gd name="connsiteY32" fmla="*/ 456336 h 654739"/>
                    <a:gd name="connsiteX33" fmla="*/ 46981 w 118295"/>
                    <a:gd name="connsiteY33" fmla="*/ 449724 h 654739"/>
                    <a:gd name="connsiteX34" fmla="*/ 52378 w 118295"/>
                    <a:gd name="connsiteY34" fmla="*/ 443112 h 654739"/>
                    <a:gd name="connsiteX35" fmla="*/ 57933 w 118295"/>
                    <a:gd name="connsiteY35" fmla="*/ 436500 h 654739"/>
                    <a:gd name="connsiteX36" fmla="*/ 63556 w 118295"/>
                    <a:gd name="connsiteY36" fmla="*/ 429866 h 654739"/>
                    <a:gd name="connsiteX37" fmla="*/ 69178 w 118295"/>
                    <a:gd name="connsiteY37" fmla="*/ 423254 h 654739"/>
                    <a:gd name="connsiteX38" fmla="*/ 74755 w 118295"/>
                    <a:gd name="connsiteY38" fmla="*/ 416642 h 654739"/>
                    <a:gd name="connsiteX39" fmla="*/ 80243 w 118295"/>
                    <a:gd name="connsiteY39" fmla="*/ 410030 h 654739"/>
                    <a:gd name="connsiteX40" fmla="*/ 85550 w 118295"/>
                    <a:gd name="connsiteY40" fmla="*/ 403418 h 654739"/>
                    <a:gd name="connsiteX41" fmla="*/ 90656 w 118295"/>
                    <a:gd name="connsiteY41" fmla="*/ 396806 h 654739"/>
                    <a:gd name="connsiteX42" fmla="*/ 95536 w 118295"/>
                    <a:gd name="connsiteY42" fmla="*/ 390194 h 654739"/>
                    <a:gd name="connsiteX43" fmla="*/ 100124 w 118295"/>
                    <a:gd name="connsiteY43" fmla="*/ 383582 h 654739"/>
                    <a:gd name="connsiteX44" fmla="*/ 104397 w 118295"/>
                    <a:gd name="connsiteY44" fmla="*/ 376970 h 654739"/>
                    <a:gd name="connsiteX45" fmla="*/ 108243 w 118295"/>
                    <a:gd name="connsiteY45" fmla="*/ 370358 h 654739"/>
                    <a:gd name="connsiteX46" fmla="*/ 111594 w 118295"/>
                    <a:gd name="connsiteY46" fmla="*/ 363746 h 654739"/>
                    <a:gd name="connsiteX47" fmla="*/ 114360 w 118295"/>
                    <a:gd name="connsiteY47" fmla="*/ 357135 h 654739"/>
                    <a:gd name="connsiteX48" fmla="*/ 116451 w 118295"/>
                    <a:gd name="connsiteY48" fmla="*/ 350523 h 654739"/>
                    <a:gd name="connsiteX49" fmla="*/ 117778 w 118295"/>
                    <a:gd name="connsiteY49" fmla="*/ 343911 h 654739"/>
                    <a:gd name="connsiteX50" fmla="*/ 118295 w 118295"/>
                    <a:gd name="connsiteY50" fmla="*/ 337299 h 654739"/>
                    <a:gd name="connsiteX51" fmla="*/ 117913 w 118295"/>
                    <a:gd name="connsiteY51" fmla="*/ 330664 h 654739"/>
                    <a:gd name="connsiteX52" fmla="*/ 116676 w 118295"/>
                    <a:gd name="connsiteY52" fmla="*/ 324052 h 654739"/>
                    <a:gd name="connsiteX53" fmla="*/ 114607 w 118295"/>
                    <a:gd name="connsiteY53" fmla="*/ 317440 h 654739"/>
                    <a:gd name="connsiteX54" fmla="*/ 111774 w 118295"/>
                    <a:gd name="connsiteY54" fmla="*/ 310829 h 654739"/>
                    <a:gd name="connsiteX55" fmla="*/ 108265 w 118295"/>
                    <a:gd name="connsiteY55" fmla="*/ 304217 h 654739"/>
                    <a:gd name="connsiteX56" fmla="*/ 104217 w 118295"/>
                    <a:gd name="connsiteY56" fmla="*/ 297605 h 654739"/>
                    <a:gd name="connsiteX57" fmla="*/ 99787 w 118295"/>
                    <a:gd name="connsiteY57" fmla="*/ 290993 h 654739"/>
                    <a:gd name="connsiteX58" fmla="*/ 95064 w 118295"/>
                    <a:gd name="connsiteY58" fmla="*/ 284381 h 654739"/>
                    <a:gd name="connsiteX59" fmla="*/ 90228 w 118295"/>
                    <a:gd name="connsiteY59" fmla="*/ 277769 h 654739"/>
                    <a:gd name="connsiteX60" fmla="*/ 85348 w 118295"/>
                    <a:gd name="connsiteY60" fmla="*/ 271157 h 654739"/>
                    <a:gd name="connsiteX61" fmla="*/ 80513 w 118295"/>
                    <a:gd name="connsiteY61" fmla="*/ 264545 h 654739"/>
                    <a:gd name="connsiteX62" fmla="*/ 75790 w 118295"/>
                    <a:gd name="connsiteY62" fmla="*/ 257933 h 654739"/>
                    <a:gd name="connsiteX63" fmla="*/ 71225 w 118295"/>
                    <a:gd name="connsiteY63" fmla="*/ 251321 h 654739"/>
                    <a:gd name="connsiteX64" fmla="*/ 66839 w 118295"/>
                    <a:gd name="connsiteY64" fmla="*/ 244709 h 654739"/>
                    <a:gd name="connsiteX65" fmla="*/ 62656 w 118295"/>
                    <a:gd name="connsiteY65" fmla="*/ 238075 h 654739"/>
                    <a:gd name="connsiteX66" fmla="*/ 58698 w 118295"/>
                    <a:gd name="connsiteY66" fmla="*/ 231463 h 654739"/>
                    <a:gd name="connsiteX67" fmla="*/ 54965 w 118295"/>
                    <a:gd name="connsiteY67" fmla="*/ 224851 h 654739"/>
                    <a:gd name="connsiteX68" fmla="*/ 51501 w 118295"/>
                    <a:gd name="connsiteY68" fmla="*/ 218239 h 654739"/>
                    <a:gd name="connsiteX69" fmla="*/ 48330 w 118295"/>
                    <a:gd name="connsiteY69" fmla="*/ 211627 h 654739"/>
                    <a:gd name="connsiteX70" fmla="*/ 45429 w 118295"/>
                    <a:gd name="connsiteY70" fmla="*/ 205015 h 654739"/>
                    <a:gd name="connsiteX71" fmla="*/ 42798 w 118295"/>
                    <a:gd name="connsiteY71" fmla="*/ 198403 h 654739"/>
                    <a:gd name="connsiteX72" fmla="*/ 40459 w 118295"/>
                    <a:gd name="connsiteY72" fmla="*/ 191791 h 654739"/>
                    <a:gd name="connsiteX73" fmla="*/ 38367 w 118295"/>
                    <a:gd name="connsiteY73" fmla="*/ 185179 h 654739"/>
                    <a:gd name="connsiteX74" fmla="*/ 36456 w 118295"/>
                    <a:gd name="connsiteY74" fmla="*/ 178567 h 654739"/>
                    <a:gd name="connsiteX75" fmla="*/ 34702 w 118295"/>
                    <a:gd name="connsiteY75" fmla="*/ 171955 h 654739"/>
                    <a:gd name="connsiteX76" fmla="*/ 33015 w 118295"/>
                    <a:gd name="connsiteY76" fmla="*/ 165343 h 654739"/>
                    <a:gd name="connsiteX77" fmla="*/ 31351 w 118295"/>
                    <a:gd name="connsiteY77" fmla="*/ 158731 h 654739"/>
                    <a:gd name="connsiteX78" fmla="*/ 29619 w 118295"/>
                    <a:gd name="connsiteY78" fmla="*/ 152120 h 654739"/>
                    <a:gd name="connsiteX79" fmla="*/ 27797 w 118295"/>
                    <a:gd name="connsiteY79" fmla="*/ 145508 h 654739"/>
                    <a:gd name="connsiteX80" fmla="*/ 25863 w 118295"/>
                    <a:gd name="connsiteY80" fmla="*/ 138873 h 654739"/>
                    <a:gd name="connsiteX81" fmla="*/ 23817 w 118295"/>
                    <a:gd name="connsiteY81" fmla="*/ 132261 h 654739"/>
                    <a:gd name="connsiteX82" fmla="*/ 21635 w 118295"/>
                    <a:gd name="connsiteY82" fmla="*/ 125649 h 654739"/>
                    <a:gd name="connsiteX83" fmla="*/ 19386 w 118295"/>
                    <a:gd name="connsiteY83" fmla="*/ 119037 h 654739"/>
                    <a:gd name="connsiteX84" fmla="*/ 17092 w 118295"/>
                    <a:gd name="connsiteY84" fmla="*/ 112425 h 654739"/>
                    <a:gd name="connsiteX85" fmla="*/ 14821 w 118295"/>
                    <a:gd name="connsiteY85" fmla="*/ 105813 h 654739"/>
                    <a:gd name="connsiteX86" fmla="*/ 12639 w 118295"/>
                    <a:gd name="connsiteY86" fmla="*/ 99202 h 654739"/>
                    <a:gd name="connsiteX87" fmla="*/ 10593 w 118295"/>
                    <a:gd name="connsiteY87" fmla="*/ 92590 h 654739"/>
                    <a:gd name="connsiteX88" fmla="*/ 8726 w 118295"/>
                    <a:gd name="connsiteY88" fmla="*/ 85978 h 654739"/>
                    <a:gd name="connsiteX89" fmla="*/ 7040 w 118295"/>
                    <a:gd name="connsiteY89" fmla="*/ 79366 h 654739"/>
                    <a:gd name="connsiteX90" fmla="*/ 5577 w 118295"/>
                    <a:gd name="connsiteY90" fmla="*/ 72754 h 654739"/>
                    <a:gd name="connsiteX91" fmla="*/ 4318 w 118295"/>
                    <a:gd name="connsiteY91" fmla="*/ 66142 h 654739"/>
                    <a:gd name="connsiteX92" fmla="*/ 3306 w 118295"/>
                    <a:gd name="connsiteY92" fmla="*/ 59530 h 654739"/>
                    <a:gd name="connsiteX93" fmla="*/ 2452 w 118295"/>
                    <a:gd name="connsiteY93" fmla="*/ 52918 h 654739"/>
                    <a:gd name="connsiteX94" fmla="*/ 1799 w 118295"/>
                    <a:gd name="connsiteY94" fmla="*/ 46306 h 654739"/>
                    <a:gd name="connsiteX95" fmla="*/ 1305 w 118295"/>
                    <a:gd name="connsiteY95" fmla="*/ 39672 h 654739"/>
                    <a:gd name="connsiteX96" fmla="*/ 922 w 118295"/>
                    <a:gd name="connsiteY96" fmla="*/ 33060 h 654739"/>
                    <a:gd name="connsiteX97" fmla="*/ 630 w 118295"/>
                    <a:gd name="connsiteY97" fmla="*/ 26448 h 654739"/>
                    <a:gd name="connsiteX98" fmla="*/ 428 w 118295"/>
                    <a:gd name="connsiteY98" fmla="*/ 19836 h 654739"/>
                    <a:gd name="connsiteX99" fmla="*/ 293 w 118295"/>
                    <a:gd name="connsiteY99" fmla="*/ 13224 h 654739"/>
                    <a:gd name="connsiteX100" fmla="*/ 180 w 118295"/>
                    <a:gd name="connsiteY100" fmla="*/ 6612 h 654739"/>
                    <a:gd name="connsiteX101" fmla="*/ 113 w 118295"/>
                    <a:gd name="connsiteY101" fmla="*/ 0 h 654739"/>
                    <a:gd name="connsiteX102" fmla="*/ 0 w 118295"/>
                    <a:gd name="connsiteY102" fmla="*/ 0 h 654739"/>
                    <a:gd name="connsiteX103" fmla="*/ 0 w 118295"/>
                    <a:gd name="connsiteY103" fmla="*/ 6612 h 654739"/>
                    <a:gd name="connsiteX104" fmla="*/ 0 w 118295"/>
                    <a:gd name="connsiteY104" fmla="*/ 13224 h 654739"/>
                    <a:gd name="connsiteX105" fmla="*/ 0 w 118295"/>
                    <a:gd name="connsiteY105" fmla="*/ 19836 h 654739"/>
                    <a:gd name="connsiteX106" fmla="*/ 0 w 118295"/>
                    <a:gd name="connsiteY106" fmla="*/ 26448 h 654739"/>
                    <a:gd name="connsiteX107" fmla="*/ 0 w 118295"/>
                    <a:gd name="connsiteY107" fmla="*/ 33060 h 654739"/>
                    <a:gd name="connsiteX108" fmla="*/ 0 w 118295"/>
                    <a:gd name="connsiteY108" fmla="*/ 39672 h 654739"/>
                    <a:gd name="connsiteX109" fmla="*/ 0 w 118295"/>
                    <a:gd name="connsiteY109" fmla="*/ 46306 h 654739"/>
                    <a:gd name="connsiteX110" fmla="*/ 0 w 118295"/>
                    <a:gd name="connsiteY110" fmla="*/ 52918 h 654739"/>
                    <a:gd name="connsiteX111" fmla="*/ 0 w 118295"/>
                    <a:gd name="connsiteY111" fmla="*/ 59530 h 654739"/>
                    <a:gd name="connsiteX112" fmla="*/ 0 w 118295"/>
                    <a:gd name="connsiteY112" fmla="*/ 66142 h 654739"/>
                    <a:gd name="connsiteX113" fmla="*/ 0 w 118295"/>
                    <a:gd name="connsiteY113" fmla="*/ 72754 h 654739"/>
                    <a:gd name="connsiteX114" fmla="*/ 0 w 118295"/>
                    <a:gd name="connsiteY114" fmla="*/ 79366 h 654739"/>
                    <a:gd name="connsiteX115" fmla="*/ 0 w 118295"/>
                    <a:gd name="connsiteY115" fmla="*/ 85978 h 654739"/>
                    <a:gd name="connsiteX116" fmla="*/ 0 w 118295"/>
                    <a:gd name="connsiteY116" fmla="*/ 92590 h 654739"/>
                    <a:gd name="connsiteX117" fmla="*/ 0 w 118295"/>
                    <a:gd name="connsiteY117" fmla="*/ 99202 h 654739"/>
                    <a:gd name="connsiteX118" fmla="*/ 0 w 118295"/>
                    <a:gd name="connsiteY118" fmla="*/ 105813 h 654739"/>
                    <a:gd name="connsiteX119" fmla="*/ 0 w 118295"/>
                    <a:gd name="connsiteY119" fmla="*/ 112425 h 654739"/>
                    <a:gd name="connsiteX120" fmla="*/ 0 w 118295"/>
                    <a:gd name="connsiteY120" fmla="*/ 119037 h 654739"/>
                    <a:gd name="connsiteX121" fmla="*/ 0 w 118295"/>
                    <a:gd name="connsiteY121" fmla="*/ 125649 h 654739"/>
                    <a:gd name="connsiteX122" fmla="*/ 0 w 118295"/>
                    <a:gd name="connsiteY122" fmla="*/ 132261 h 654739"/>
                    <a:gd name="connsiteX123" fmla="*/ 0 w 118295"/>
                    <a:gd name="connsiteY123" fmla="*/ 138873 h 654739"/>
                    <a:gd name="connsiteX124" fmla="*/ 0 w 118295"/>
                    <a:gd name="connsiteY124" fmla="*/ 145508 h 654739"/>
                    <a:gd name="connsiteX125" fmla="*/ 0 w 118295"/>
                    <a:gd name="connsiteY125" fmla="*/ 152120 h 654739"/>
                    <a:gd name="connsiteX126" fmla="*/ 0 w 118295"/>
                    <a:gd name="connsiteY126" fmla="*/ 158731 h 654739"/>
                    <a:gd name="connsiteX127" fmla="*/ 0 w 118295"/>
                    <a:gd name="connsiteY127" fmla="*/ 165343 h 654739"/>
                    <a:gd name="connsiteX128" fmla="*/ 0 w 118295"/>
                    <a:gd name="connsiteY128" fmla="*/ 171955 h 654739"/>
                    <a:gd name="connsiteX129" fmla="*/ 0 w 118295"/>
                    <a:gd name="connsiteY129" fmla="*/ 178567 h 654739"/>
                    <a:gd name="connsiteX130" fmla="*/ 0 w 118295"/>
                    <a:gd name="connsiteY130" fmla="*/ 185179 h 654739"/>
                    <a:gd name="connsiteX131" fmla="*/ 0 w 118295"/>
                    <a:gd name="connsiteY131" fmla="*/ 191791 h 654739"/>
                    <a:gd name="connsiteX132" fmla="*/ 0 w 118295"/>
                    <a:gd name="connsiteY132" fmla="*/ 198403 h 654739"/>
                    <a:gd name="connsiteX133" fmla="*/ 0 w 118295"/>
                    <a:gd name="connsiteY133" fmla="*/ 205015 h 654739"/>
                    <a:gd name="connsiteX134" fmla="*/ 0 w 118295"/>
                    <a:gd name="connsiteY134" fmla="*/ 211627 h 654739"/>
                    <a:gd name="connsiteX135" fmla="*/ 0 w 118295"/>
                    <a:gd name="connsiteY135" fmla="*/ 218239 h 654739"/>
                    <a:gd name="connsiteX136" fmla="*/ 0 w 118295"/>
                    <a:gd name="connsiteY136" fmla="*/ 224851 h 654739"/>
                    <a:gd name="connsiteX137" fmla="*/ 0 w 118295"/>
                    <a:gd name="connsiteY137" fmla="*/ 231463 h 654739"/>
                    <a:gd name="connsiteX138" fmla="*/ 0 w 118295"/>
                    <a:gd name="connsiteY138" fmla="*/ 238075 h 654739"/>
                    <a:gd name="connsiteX139" fmla="*/ 0 w 118295"/>
                    <a:gd name="connsiteY139" fmla="*/ 244709 h 654739"/>
                    <a:gd name="connsiteX140" fmla="*/ 0 w 118295"/>
                    <a:gd name="connsiteY140" fmla="*/ 251321 h 654739"/>
                    <a:gd name="connsiteX141" fmla="*/ 0 w 118295"/>
                    <a:gd name="connsiteY141" fmla="*/ 257933 h 654739"/>
                    <a:gd name="connsiteX142" fmla="*/ 0 w 118295"/>
                    <a:gd name="connsiteY142" fmla="*/ 264545 h 654739"/>
                    <a:gd name="connsiteX143" fmla="*/ 0 w 118295"/>
                    <a:gd name="connsiteY143" fmla="*/ 271157 h 654739"/>
                    <a:gd name="connsiteX144" fmla="*/ 0 w 118295"/>
                    <a:gd name="connsiteY144" fmla="*/ 277769 h 654739"/>
                    <a:gd name="connsiteX145" fmla="*/ 0 w 118295"/>
                    <a:gd name="connsiteY145" fmla="*/ 284381 h 654739"/>
                    <a:gd name="connsiteX146" fmla="*/ 0 w 118295"/>
                    <a:gd name="connsiteY146" fmla="*/ 290993 h 654739"/>
                    <a:gd name="connsiteX147" fmla="*/ 0 w 118295"/>
                    <a:gd name="connsiteY147" fmla="*/ 297605 h 654739"/>
                    <a:gd name="connsiteX148" fmla="*/ 0 w 118295"/>
                    <a:gd name="connsiteY148" fmla="*/ 304217 h 654739"/>
                    <a:gd name="connsiteX149" fmla="*/ 0 w 118295"/>
                    <a:gd name="connsiteY149" fmla="*/ 310829 h 654739"/>
                    <a:gd name="connsiteX150" fmla="*/ 0 w 118295"/>
                    <a:gd name="connsiteY150" fmla="*/ 317440 h 654739"/>
                    <a:gd name="connsiteX151" fmla="*/ 0 w 118295"/>
                    <a:gd name="connsiteY151" fmla="*/ 324052 h 654739"/>
                    <a:gd name="connsiteX152" fmla="*/ 0 w 118295"/>
                    <a:gd name="connsiteY152" fmla="*/ 330664 h 654739"/>
                    <a:gd name="connsiteX153" fmla="*/ 0 w 118295"/>
                    <a:gd name="connsiteY153" fmla="*/ 337299 h 654739"/>
                    <a:gd name="connsiteX154" fmla="*/ 0 w 118295"/>
                    <a:gd name="connsiteY154" fmla="*/ 343911 h 654739"/>
                    <a:gd name="connsiteX155" fmla="*/ 0 w 118295"/>
                    <a:gd name="connsiteY155" fmla="*/ 350523 h 654739"/>
                    <a:gd name="connsiteX156" fmla="*/ 0 w 118295"/>
                    <a:gd name="connsiteY156" fmla="*/ 357135 h 654739"/>
                    <a:gd name="connsiteX157" fmla="*/ 0 w 118295"/>
                    <a:gd name="connsiteY157" fmla="*/ 363746 h 654739"/>
                    <a:gd name="connsiteX158" fmla="*/ 0 w 118295"/>
                    <a:gd name="connsiteY158" fmla="*/ 370358 h 654739"/>
                    <a:gd name="connsiteX159" fmla="*/ 0 w 118295"/>
                    <a:gd name="connsiteY159" fmla="*/ 376970 h 654739"/>
                    <a:gd name="connsiteX160" fmla="*/ 0 w 118295"/>
                    <a:gd name="connsiteY160" fmla="*/ 383582 h 654739"/>
                    <a:gd name="connsiteX161" fmla="*/ 0 w 118295"/>
                    <a:gd name="connsiteY161" fmla="*/ 390194 h 654739"/>
                    <a:gd name="connsiteX162" fmla="*/ 0 w 118295"/>
                    <a:gd name="connsiteY162" fmla="*/ 396806 h 654739"/>
                    <a:gd name="connsiteX163" fmla="*/ 0 w 118295"/>
                    <a:gd name="connsiteY163" fmla="*/ 403418 h 654739"/>
                    <a:gd name="connsiteX164" fmla="*/ 0 w 118295"/>
                    <a:gd name="connsiteY164" fmla="*/ 410030 h 654739"/>
                    <a:gd name="connsiteX165" fmla="*/ 0 w 118295"/>
                    <a:gd name="connsiteY165" fmla="*/ 416642 h 654739"/>
                    <a:gd name="connsiteX166" fmla="*/ 0 w 118295"/>
                    <a:gd name="connsiteY166" fmla="*/ 423254 h 654739"/>
                    <a:gd name="connsiteX167" fmla="*/ 0 w 118295"/>
                    <a:gd name="connsiteY167" fmla="*/ 429866 h 654739"/>
                    <a:gd name="connsiteX168" fmla="*/ 0 w 118295"/>
                    <a:gd name="connsiteY168" fmla="*/ 436500 h 654739"/>
                    <a:gd name="connsiteX169" fmla="*/ 0 w 118295"/>
                    <a:gd name="connsiteY169" fmla="*/ 443112 h 654739"/>
                    <a:gd name="connsiteX170" fmla="*/ 0 w 118295"/>
                    <a:gd name="connsiteY170" fmla="*/ 449724 h 654739"/>
                    <a:gd name="connsiteX171" fmla="*/ 0 w 118295"/>
                    <a:gd name="connsiteY171" fmla="*/ 456336 h 654739"/>
                    <a:gd name="connsiteX172" fmla="*/ 0 w 118295"/>
                    <a:gd name="connsiteY172" fmla="*/ 462948 h 654739"/>
                    <a:gd name="connsiteX173" fmla="*/ 0 w 118295"/>
                    <a:gd name="connsiteY173" fmla="*/ 469560 h 654739"/>
                    <a:gd name="connsiteX174" fmla="*/ 0 w 118295"/>
                    <a:gd name="connsiteY174" fmla="*/ 476172 h 654739"/>
                    <a:gd name="connsiteX175" fmla="*/ 0 w 118295"/>
                    <a:gd name="connsiteY175" fmla="*/ 482784 h 654739"/>
                    <a:gd name="connsiteX176" fmla="*/ 0 w 118295"/>
                    <a:gd name="connsiteY176" fmla="*/ 489396 h 654739"/>
                    <a:gd name="connsiteX177" fmla="*/ 0 w 118295"/>
                    <a:gd name="connsiteY177" fmla="*/ 496008 h 654739"/>
                    <a:gd name="connsiteX178" fmla="*/ 0 w 118295"/>
                    <a:gd name="connsiteY178" fmla="*/ 502620 h 654739"/>
                    <a:gd name="connsiteX179" fmla="*/ 0 w 118295"/>
                    <a:gd name="connsiteY179" fmla="*/ 509232 h 654739"/>
                    <a:gd name="connsiteX180" fmla="*/ 0 w 118295"/>
                    <a:gd name="connsiteY180" fmla="*/ 515844 h 654739"/>
                    <a:gd name="connsiteX181" fmla="*/ 0 w 118295"/>
                    <a:gd name="connsiteY181" fmla="*/ 522455 h 654739"/>
                    <a:gd name="connsiteX182" fmla="*/ 0 w 118295"/>
                    <a:gd name="connsiteY182" fmla="*/ 529090 h 654739"/>
                    <a:gd name="connsiteX183" fmla="*/ 0 w 118295"/>
                    <a:gd name="connsiteY183" fmla="*/ 535702 h 654739"/>
                    <a:gd name="connsiteX184" fmla="*/ 0 w 118295"/>
                    <a:gd name="connsiteY184" fmla="*/ 542314 h 654739"/>
                    <a:gd name="connsiteX185" fmla="*/ 0 w 118295"/>
                    <a:gd name="connsiteY185" fmla="*/ 548926 h 654739"/>
                    <a:gd name="connsiteX186" fmla="*/ 0 w 118295"/>
                    <a:gd name="connsiteY186" fmla="*/ 555538 h 654739"/>
                    <a:gd name="connsiteX187" fmla="*/ 0 w 118295"/>
                    <a:gd name="connsiteY187" fmla="*/ 562150 h 654739"/>
                    <a:gd name="connsiteX188" fmla="*/ 0 w 118295"/>
                    <a:gd name="connsiteY188" fmla="*/ 568762 h 654739"/>
                    <a:gd name="connsiteX189" fmla="*/ 0 w 118295"/>
                    <a:gd name="connsiteY189" fmla="*/ 575373 h 654739"/>
                    <a:gd name="connsiteX190" fmla="*/ 0 w 118295"/>
                    <a:gd name="connsiteY190" fmla="*/ 581985 h 654739"/>
                    <a:gd name="connsiteX191" fmla="*/ 0 w 118295"/>
                    <a:gd name="connsiteY191" fmla="*/ 588597 h 654739"/>
                    <a:gd name="connsiteX192" fmla="*/ 0 w 118295"/>
                    <a:gd name="connsiteY192" fmla="*/ 595209 h 654739"/>
                    <a:gd name="connsiteX193" fmla="*/ 0 w 118295"/>
                    <a:gd name="connsiteY193" fmla="*/ 601821 h 654739"/>
                    <a:gd name="connsiteX194" fmla="*/ 0 w 118295"/>
                    <a:gd name="connsiteY194" fmla="*/ 608433 h 654739"/>
                    <a:gd name="connsiteX195" fmla="*/ 0 w 118295"/>
                    <a:gd name="connsiteY195" fmla="*/ 615045 h 654739"/>
                    <a:gd name="connsiteX196" fmla="*/ 0 w 118295"/>
                    <a:gd name="connsiteY196" fmla="*/ 621657 h 654739"/>
                    <a:gd name="connsiteX197" fmla="*/ 0 w 118295"/>
                    <a:gd name="connsiteY197" fmla="*/ 628291 h 654739"/>
                    <a:gd name="connsiteX198" fmla="*/ 0 w 118295"/>
                    <a:gd name="connsiteY198" fmla="*/ 634903 h 654739"/>
                    <a:gd name="connsiteX199" fmla="*/ 0 w 118295"/>
                    <a:gd name="connsiteY199" fmla="*/ 641515 h 654739"/>
                    <a:gd name="connsiteX200" fmla="*/ 0 w 118295"/>
                    <a:gd name="connsiteY200" fmla="*/ 648127 h 65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Lst>
                  <a:rect l="l" t="t" r="r" b="b"/>
                  <a:pathLst>
                    <a:path w="118295" h="654739">
                      <a:moveTo>
                        <a:pt x="0" y="648127"/>
                      </a:moveTo>
                      <a:lnTo>
                        <a:pt x="0" y="654739"/>
                      </a:lnTo>
                      <a:lnTo>
                        <a:pt x="90" y="654739"/>
                      </a:lnTo>
                      <a:lnTo>
                        <a:pt x="135" y="648127"/>
                      </a:lnTo>
                      <a:lnTo>
                        <a:pt x="225" y="641515"/>
                      </a:lnTo>
                      <a:lnTo>
                        <a:pt x="315" y="634903"/>
                      </a:lnTo>
                      <a:lnTo>
                        <a:pt x="450" y="628291"/>
                      </a:lnTo>
                      <a:lnTo>
                        <a:pt x="630" y="621657"/>
                      </a:lnTo>
                      <a:lnTo>
                        <a:pt x="877" y="615045"/>
                      </a:lnTo>
                      <a:lnTo>
                        <a:pt x="1192" y="608433"/>
                      </a:lnTo>
                      <a:lnTo>
                        <a:pt x="1575" y="601821"/>
                      </a:lnTo>
                      <a:lnTo>
                        <a:pt x="2047" y="595209"/>
                      </a:lnTo>
                      <a:lnTo>
                        <a:pt x="2609" y="588597"/>
                      </a:lnTo>
                      <a:lnTo>
                        <a:pt x="3261" y="581985"/>
                      </a:lnTo>
                      <a:lnTo>
                        <a:pt x="4003" y="575373"/>
                      </a:lnTo>
                      <a:lnTo>
                        <a:pt x="4813" y="568762"/>
                      </a:lnTo>
                      <a:lnTo>
                        <a:pt x="5690" y="562150"/>
                      </a:lnTo>
                      <a:lnTo>
                        <a:pt x="6612" y="555538"/>
                      </a:lnTo>
                      <a:lnTo>
                        <a:pt x="7602" y="548926"/>
                      </a:lnTo>
                      <a:lnTo>
                        <a:pt x="8614" y="542314"/>
                      </a:lnTo>
                      <a:lnTo>
                        <a:pt x="9693" y="535702"/>
                      </a:lnTo>
                      <a:lnTo>
                        <a:pt x="10863" y="529090"/>
                      </a:lnTo>
                      <a:lnTo>
                        <a:pt x="12122" y="522455"/>
                      </a:lnTo>
                      <a:lnTo>
                        <a:pt x="13561" y="515844"/>
                      </a:lnTo>
                      <a:lnTo>
                        <a:pt x="15180" y="509232"/>
                      </a:lnTo>
                      <a:lnTo>
                        <a:pt x="17092" y="502620"/>
                      </a:lnTo>
                      <a:lnTo>
                        <a:pt x="19341" y="496008"/>
                      </a:lnTo>
                      <a:lnTo>
                        <a:pt x="21995" y="489396"/>
                      </a:lnTo>
                      <a:lnTo>
                        <a:pt x="25054" y="482784"/>
                      </a:lnTo>
                      <a:lnTo>
                        <a:pt x="28607" y="476172"/>
                      </a:lnTo>
                      <a:lnTo>
                        <a:pt x="32587" y="469560"/>
                      </a:lnTo>
                      <a:lnTo>
                        <a:pt x="37018" y="462948"/>
                      </a:lnTo>
                      <a:lnTo>
                        <a:pt x="41853" y="456336"/>
                      </a:lnTo>
                      <a:lnTo>
                        <a:pt x="46981" y="449724"/>
                      </a:lnTo>
                      <a:lnTo>
                        <a:pt x="52378" y="443112"/>
                      </a:lnTo>
                      <a:lnTo>
                        <a:pt x="57933" y="436500"/>
                      </a:lnTo>
                      <a:lnTo>
                        <a:pt x="63556" y="429866"/>
                      </a:lnTo>
                      <a:lnTo>
                        <a:pt x="69178" y="423254"/>
                      </a:lnTo>
                      <a:lnTo>
                        <a:pt x="74755" y="416642"/>
                      </a:lnTo>
                      <a:lnTo>
                        <a:pt x="80243" y="410030"/>
                      </a:lnTo>
                      <a:lnTo>
                        <a:pt x="85550" y="403418"/>
                      </a:lnTo>
                      <a:lnTo>
                        <a:pt x="90656" y="396806"/>
                      </a:lnTo>
                      <a:lnTo>
                        <a:pt x="95536" y="390194"/>
                      </a:lnTo>
                      <a:lnTo>
                        <a:pt x="100124" y="383582"/>
                      </a:lnTo>
                      <a:lnTo>
                        <a:pt x="104397" y="376970"/>
                      </a:lnTo>
                      <a:lnTo>
                        <a:pt x="108243" y="370358"/>
                      </a:lnTo>
                      <a:lnTo>
                        <a:pt x="111594" y="363746"/>
                      </a:lnTo>
                      <a:lnTo>
                        <a:pt x="114360" y="357135"/>
                      </a:lnTo>
                      <a:lnTo>
                        <a:pt x="116451" y="350523"/>
                      </a:lnTo>
                      <a:lnTo>
                        <a:pt x="117778" y="343911"/>
                      </a:lnTo>
                      <a:lnTo>
                        <a:pt x="118295" y="337299"/>
                      </a:lnTo>
                      <a:lnTo>
                        <a:pt x="117913" y="330664"/>
                      </a:lnTo>
                      <a:lnTo>
                        <a:pt x="116676" y="324052"/>
                      </a:lnTo>
                      <a:lnTo>
                        <a:pt x="114607" y="317440"/>
                      </a:lnTo>
                      <a:lnTo>
                        <a:pt x="111774" y="310829"/>
                      </a:lnTo>
                      <a:lnTo>
                        <a:pt x="108265" y="304217"/>
                      </a:lnTo>
                      <a:lnTo>
                        <a:pt x="104217" y="297605"/>
                      </a:lnTo>
                      <a:lnTo>
                        <a:pt x="99787" y="290993"/>
                      </a:lnTo>
                      <a:lnTo>
                        <a:pt x="95064" y="284381"/>
                      </a:lnTo>
                      <a:lnTo>
                        <a:pt x="90228" y="277769"/>
                      </a:lnTo>
                      <a:lnTo>
                        <a:pt x="85348" y="271157"/>
                      </a:lnTo>
                      <a:lnTo>
                        <a:pt x="80513" y="264545"/>
                      </a:lnTo>
                      <a:lnTo>
                        <a:pt x="75790" y="257933"/>
                      </a:lnTo>
                      <a:lnTo>
                        <a:pt x="71225" y="251321"/>
                      </a:lnTo>
                      <a:lnTo>
                        <a:pt x="66839" y="244709"/>
                      </a:lnTo>
                      <a:lnTo>
                        <a:pt x="62656" y="238075"/>
                      </a:lnTo>
                      <a:lnTo>
                        <a:pt x="58698" y="231463"/>
                      </a:lnTo>
                      <a:lnTo>
                        <a:pt x="54965" y="224851"/>
                      </a:lnTo>
                      <a:lnTo>
                        <a:pt x="51501" y="218239"/>
                      </a:lnTo>
                      <a:lnTo>
                        <a:pt x="48330" y="211627"/>
                      </a:lnTo>
                      <a:lnTo>
                        <a:pt x="45429" y="205015"/>
                      </a:lnTo>
                      <a:lnTo>
                        <a:pt x="42798" y="198403"/>
                      </a:lnTo>
                      <a:lnTo>
                        <a:pt x="40459" y="191791"/>
                      </a:lnTo>
                      <a:lnTo>
                        <a:pt x="38367" y="185179"/>
                      </a:lnTo>
                      <a:lnTo>
                        <a:pt x="36456" y="178567"/>
                      </a:lnTo>
                      <a:lnTo>
                        <a:pt x="34702" y="171955"/>
                      </a:lnTo>
                      <a:lnTo>
                        <a:pt x="33015" y="165343"/>
                      </a:lnTo>
                      <a:lnTo>
                        <a:pt x="31351" y="158731"/>
                      </a:lnTo>
                      <a:lnTo>
                        <a:pt x="29619" y="152120"/>
                      </a:lnTo>
                      <a:lnTo>
                        <a:pt x="27797" y="145508"/>
                      </a:lnTo>
                      <a:lnTo>
                        <a:pt x="25863" y="138873"/>
                      </a:lnTo>
                      <a:lnTo>
                        <a:pt x="23817" y="132261"/>
                      </a:lnTo>
                      <a:lnTo>
                        <a:pt x="21635" y="125649"/>
                      </a:lnTo>
                      <a:lnTo>
                        <a:pt x="19386" y="119037"/>
                      </a:lnTo>
                      <a:lnTo>
                        <a:pt x="17092" y="112425"/>
                      </a:lnTo>
                      <a:lnTo>
                        <a:pt x="14821" y="105813"/>
                      </a:lnTo>
                      <a:lnTo>
                        <a:pt x="12639" y="99202"/>
                      </a:lnTo>
                      <a:lnTo>
                        <a:pt x="10593" y="92590"/>
                      </a:lnTo>
                      <a:lnTo>
                        <a:pt x="8726" y="85978"/>
                      </a:lnTo>
                      <a:lnTo>
                        <a:pt x="7040" y="79366"/>
                      </a:lnTo>
                      <a:lnTo>
                        <a:pt x="5577" y="72754"/>
                      </a:lnTo>
                      <a:lnTo>
                        <a:pt x="4318" y="66142"/>
                      </a:lnTo>
                      <a:lnTo>
                        <a:pt x="3306" y="59530"/>
                      </a:lnTo>
                      <a:lnTo>
                        <a:pt x="2452" y="52918"/>
                      </a:lnTo>
                      <a:lnTo>
                        <a:pt x="1799" y="46306"/>
                      </a:lnTo>
                      <a:lnTo>
                        <a:pt x="1305" y="39672"/>
                      </a:lnTo>
                      <a:lnTo>
                        <a:pt x="922" y="33060"/>
                      </a:lnTo>
                      <a:lnTo>
                        <a:pt x="630" y="26448"/>
                      </a:lnTo>
                      <a:lnTo>
                        <a:pt x="428" y="19836"/>
                      </a:lnTo>
                      <a:lnTo>
                        <a:pt x="293" y="13224"/>
                      </a:lnTo>
                      <a:lnTo>
                        <a:pt x="180" y="6612"/>
                      </a:lnTo>
                      <a:lnTo>
                        <a:pt x="113" y="0"/>
                      </a:lnTo>
                      <a:lnTo>
                        <a:pt x="0" y="0"/>
                      </a:lnTo>
                      <a:lnTo>
                        <a:pt x="0" y="6612"/>
                      </a:lnTo>
                      <a:lnTo>
                        <a:pt x="0" y="13224"/>
                      </a:lnTo>
                      <a:lnTo>
                        <a:pt x="0" y="19836"/>
                      </a:lnTo>
                      <a:lnTo>
                        <a:pt x="0" y="26448"/>
                      </a:lnTo>
                      <a:lnTo>
                        <a:pt x="0" y="33060"/>
                      </a:lnTo>
                      <a:lnTo>
                        <a:pt x="0" y="39672"/>
                      </a:lnTo>
                      <a:lnTo>
                        <a:pt x="0" y="46306"/>
                      </a:lnTo>
                      <a:lnTo>
                        <a:pt x="0" y="52918"/>
                      </a:lnTo>
                      <a:lnTo>
                        <a:pt x="0" y="59530"/>
                      </a:lnTo>
                      <a:lnTo>
                        <a:pt x="0" y="66142"/>
                      </a:lnTo>
                      <a:lnTo>
                        <a:pt x="0" y="72754"/>
                      </a:lnTo>
                      <a:lnTo>
                        <a:pt x="0" y="79366"/>
                      </a:lnTo>
                      <a:lnTo>
                        <a:pt x="0" y="85978"/>
                      </a:lnTo>
                      <a:lnTo>
                        <a:pt x="0" y="92590"/>
                      </a:lnTo>
                      <a:lnTo>
                        <a:pt x="0" y="99202"/>
                      </a:lnTo>
                      <a:lnTo>
                        <a:pt x="0" y="105813"/>
                      </a:lnTo>
                      <a:lnTo>
                        <a:pt x="0" y="112425"/>
                      </a:lnTo>
                      <a:lnTo>
                        <a:pt x="0" y="119037"/>
                      </a:lnTo>
                      <a:lnTo>
                        <a:pt x="0" y="125649"/>
                      </a:lnTo>
                      <a:lnTo>
                        <a:pt x="0" y="132261"/>
                      </a:lnTo>
                      <a:lnTo>
                        <a:pt x="0" y="138873"/>
                      </a:lnTo>
                      <a:lnTo>
                        <a:pt x="0" y="145508"/>
                      </a:lnTo>
                      <a:lnTo>
                        <a:pt x="0" y="152120"/>
                      </a:lnTo>
                      <a:lnTo>
                        <a:pt x="0" y="158731"/>
                      </a:lnTo>
                      <a:lnTo>
                        <a:pt x="0" y="165343"/>
                      </a:lnTo>
                      <a:lnTo>
                        <a:pt x="0" y="171955"/>
                      </a:lnTo>
                      <a:lnTo>
                        <a:pt x="0" y="178567"/>
                      </a:lnTo>
                      <a:lnTo>
                        <a:pt x="0" y="185179"/>
                      </a:lnTo>
                      <a:lnTo>
                        <a:pt x="0" y="191791"/>
                      </a:lnTo>
                      <a:lnTo>
                        <a:pt x="0" y="198403"/>
                      </a:lnTo>
                      <a:lnTo>
                        <a:pt x="0" y="205015"/>
                      </a:lnTo>
                      <a:lnTo>
                        <a:pt x="0" y="211627"/>
                      </a:lnTo>
                      <a:lnTo>
                        <a:pt x="0" y="218239"/>
                      </a:lnTo>
                      <a:lnTo>
                        <a:pt x="0" y="224851"/>
                      </a:lnTo>
                      <a:lnTo>
                        <a:pt x="0" y="231463"/>
                      </a:lnTo>
                      <a:lnTo>
                        <a:pt x="0" y="238075"/>
                      </a:lnTo>
                      <a:lnTo>
                        <a:pt x="0" y="244709"/>
                      </a:lnTo>
                      <a:lnTo>
                        <a:pt x="0" y="251321"/>
                      </a:lnTo>
                      <a:lnTo>
                        <a:pt x="0" y="257933"/>
                      </a:lnTo>
                      <a:lnTo>
                        <a:pt x="0" y="264545"/>
                      </a:lnTo>
                      <a:lnTo>
                        <a:pt x="0" y="271157"/>
                      </a:lnTo>
                      <a:lnTo>
                        <a:pt x="0" y="277769"/>
                      </a:lnTo>
                      <a:lnTo>
                        <a:pt x="0" y="284381"/>
                      </a:lnTo>
                      <a:lnTo>
                        <a:pt x="0" y="290993"/>
                      </a:lnTo>
                      <a:lnTo>
                        <a:pt x="0" y="297605"/>
                      </a:lnTo>
                      <a:lnTo>
                        <a:pt x="0" y="304217"/>
                      </a:lnTo>
                      <a:lnTo>
                        <a:pt x="0" y="310829"/>
                      </a:lnTo>
                      <a:lnTo>
                        <a:pt x="0" y="317440"/>
                      </a:lnTo>
                      <a:lnTo>
                        <a:pt x="0" y="324052"/>
                      </a:lnTo>
                      <a:lnTo>
                        <a:pt x="0" y="330664"/>
                      </a:lnTo>
                      <a:lnTo>
                        <a:pt x="0" y="337299"/>
                      </a:lnTo>
                      <a:lnTo>
                        <a:pt x="0" y="343911"/>
                      </a:lnTo>
                      <a:lnTo>
                        <a:pt x="0" y="350523"/>
                      </a:lnTo>
                      <a:lnTo>
                        <a:pt x="0" y="357135"/>
                      </a:lnTo>
                      <a:lnTo>
                        <a:pt x="0" y="363746"/>
                      </a:lnTo>
                      <a:lnTo>
                        <a:pt x="0" y="370358"/>
                      </a:lnTo>
                      <a:lnTo>
                        <a:pt x="0" y="376970"/>
                      </a:lnTo>
                      <a:lnTo>
                        <a:pt x="0" y="383582"/>
                      </a:lnTo>
                      <a:lnTo>
                        <a:pt x="0" y="390194"/>
                      </a:lnTo>
                      <a:lnTo>
                        <a:pt x="0" y="396806"/>
                      </a:lnTo>
                      <a:lnTo>
                        <a:pt x="0" y="403418"/>
                      </a:lnTo>
                      <a:lnTo>
                        <a:pt x="0" y="410030"/>
                      </a:lnTo>
                      <a:lnTo>
                        <a:pt x="0" y="416642"/>
                      </a:lnTo>
                      <a:lnTo>
                        <a:pt x="0" y="423254"/>
                      </a:lnTo>
                      <a:lnTo>
                        <a:pt x="0" y="429866"/>
                      </a:lnTo>
                      <a:lnTo>
                        <a:pt x="0" y="436500"/>
                      </a:lnTo>
                      <a:lnTo>
                        <a:pt x="0" y="443112"/>
                      </a:lnTo>
                      <a:lnTo>
                        <a:pt x="0" y="449724"/>
                      </a:lnTo>
                      <a:lnTo>
                        <a:pt x="0" y="456336"/>
                      </a:lnTo>
                      <a:lnTo>
                        <a:pt x="0" y="462948"/>
                      </a:lnTo>
                      <a:lnTo>
                        <a:pt x="0" y="469560"/>
                      </a:lnTo>
                      <a:lnTo>
                        <a:pt x="0" y="476172"/>
                      </a:lnTo>
                      <a:lnTo>
                        <a:pt x="0" y="482784"/>
                      </a:lnTo>
                      <a:lnTo>
                        <a:pt x="0" y="489396"/>
                      </a:lnTo>
                      <a:lnTo>
                        <a:pt x="0" y="496008"/>
                      </a:lnTo>
                      <a:lnTo>
                        <a:pt x="0" y="502620"/>
                      </a:lnTo>
                      <a:lnTo>
                        <a:pt x="0" y="509232"/>
                      </a:lnTo>
                      <a:lnTo>
                        <a:pt x="0" y="515844"/>
                      </a:lnTo>
                      <a:lnTo>
                        <a:pt x="0" y="522455"/>
                      </a:lnTo>
                      <a:lnTo>
                        <a:pt x="0" y="529090"/>
                      </a:lnTo>
                      <a:lnTo>
                        <a:pt x="0" y="535702"/>
                      </a:lnTo>
                      <a:lnTo>
                        <a:pt x="0" y="542314"/>
                      </a:lnTo>
                      <a:lnTo>
                        <a:pt x="0" y="548926"/>
                      </a:lnTo>
                      <a:lnTo>
                        <a:pt x="0" y="555538"/>
                      </a:lnTo>
                      <a:lnTo>
                        <a:pt x="0" y="562150"/>
                      </a:lnTo>
                      <a:lnTo>
                        <a:pt x="0" y="568762"/>
                      </a:lnTo>
                      <a:lnTo>
                        <a:pt x="0" y="575373"/>
                      </a:lnTo>
                      <a:lnTo>
                        <a:pt x="0" y="581985"/>
                      </a:lnTo>
                      <a:lnTo>
                        <a:pt x="0" y="588597"/>
                      </a:lnTo>
                      <a:lnTo>
                        <a:pt x="0" y="595209"/>
                      </a:lnTo>
                      <a:lnTo>
                        <a:pt x="0" y="601821"/>
                      </a:lnTo>
                      <a:lnTo>
                        <a:pt x="0" y="608433"/>
                      </a:lnTo>
                      <a:lnTo>
                        <a:pt x="0" y="615045"/>
                      </a:lnTo>
                      <a:lnTo>
                        <a:pt x="0" y="621657"/>
                      </a:lnTo>
                      <a:lnTo>
                        <a:pt x="0" y="628291"/>
                      </a:lnTo>
                      <a:lnTo>
                        <a:pt x="0" y="634903"/>
                      </a:lnTo>
                      <a:lnTo>
                        <a:pt x="0" y="641515"/>
                      </a:lnTo>
                      <a:lnTo>
                        <a:pt x="0" y="648127"/>
                      </a:lnTo>
                      <a:close/>
                    </a:path>
                  </a:pathLst>
                </a:custGeom>
                <a:solidFill>
                  <a:srgbClr val="47BB89">
                    <a:alpha val="30000"/>
                  </a:srgbClr>
                </a:solidFill>
                <a:ln w="2249" cap="flat">
                  <a:noFill/>
                  <a:prstDash val="solid"/>
                  <a:miter/>
                </a:ln>
              </p:spPr>
              <p:txBody>
                <a:bodyPr rtlCol="0" anchor="ctr"/>
                <a:lstStyle/>
                <a:p>
                  <a:endParaRPr lang="en-US"/>
                </a:p>
              </p:txBody>
            </p:sp>
            <p:sp>
              <p:nvSpPr>
                <p:cNvPr id="3736" name="Freeform 3735">
                  <a:extLst>
                    <a:ext uri="{FF2B5EF4-FFF2-40B4-BE49-F238E27FC236}">
                      <a16:creationId xmlns:a16="http://schemas.microsoft.com/office/drawing/2014/main" id="{9B202026-34B3-00F5-5DEE-784BD7E979C6}"/>
                    </a:ext>
                  </a:extLst>
                </p:cNvPr>
                <p:cNvSpPr/>
                <p:nvPr/>
              </p:nvSpPr>
              <p:spPr>
                <a:xfrm>
                  <a:off x="9560622" y="4623068"/>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37" name="Freeform 3736">
                  <a:extLst>
                    <a:ext uri="{FF2B5EF4-FFF2-40B4-BE49-F238E27FC236}">
                      <a16:creationId xmlns:a16="http://schemas.microsoft.com/office/drawing/2014/main" id="{4CFBA2F6-E998-F220-C26A-708B1F6D6D00}"/>
                    </a:ext>
                  </a:extLst>
                </p:cNvPr>
                <p:cNvSpPr/>
                <p:nvPr/>
              </p:nvSpPr>
              <p:spPr>
                <a:xfrm>
                  <a:off x="9507158" y="4727555"/>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38" name="Freeform 3737">
                  <a:extLst>
                    <a:ext uri="{FF2B5EF4-FFF2-40B4-BE49-F238E27FC236}">
                      <a16:creationId xmlns:a16="http://schemas.microsoft.com/office/drawing/2014/main" id="{C18BB9B3-CD6B-C8E0-E8F6-1587349559E7}"/>
                    </a:ext>
                  </a:extLst>
                </p:cNvPr>
                <p:cNvSpPr/>
                <p:nvPr/>
              </p:nvSpPr>
              <p:spPr>
                <a:xfrm>
                  <a:off x="9576701" y="480812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39" name="Freeform 3738">
                  <a:extLst>
                    <a:ext uri="{FF2B5EF4-FFF2-40B4-BE49-F238E27FC236}">
                      <a16:creationId xmlns:a16="http://schemas.microsoft.com/office/drawing/2014/main" id="{8F128FAE-1F68-A38D-275A-0BB0B27C3361}"/>
                    </a:ext>
                  </a:extLst>
                </p:cNvPr>
                <p:cNvSpPr/>
                <p:nvPr/>
              </p:nvSpPr>
              <p:spPr>
                <a:xfrm>
                  <a:off x="9506064" y="4528179"/>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0" name="Freeform 3739">
                  <a:extLst>
                    <a:ext uri="{FF2B5EF4-FFF2-40B4-BE49-F238E27FC236}">
                      <a16:creationId xmlns:a16="http://schemas.microsoft.com/office/drawing/2014/main" id="{7DB0158F-8081-10DF-F881-B3EDC1EE0D99}"/>
                    </a:ext>
                  </a:extLst>
                </p:cNvPr>
                <p:cNvSpPr/>
                <p:nvPr/>
              </p:nvSpPr>
              <p:spPr>
                <a:xfrm>
                  <a:off x="9574597" y="5081762"/>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1" name="Freeform 3740">
                  <a:extLst>
                    <a:ext uri="{FF2B5EF4-FFF2-40B4-BE49-F238E27FC236}">
                      <a16:creationId xmlns:a16="http://schemas.microsoft.com/office/drawing/2014/main" id="{B9FFD03C-044E-DBD7-09F6-A844AD676653}"/>
                    </a:ext>
                  </a:extLst>
                </p:cNvPr>
                <p:cNvSpPr/>
                <p:nvPr/>
              </p:nvSpPr>
              <p:spPr>
                <a:xfrm>
                  <a:off x="9542603" y="491126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2" name="Freeform 3741">
                  <a:extLst>
                    <a:ext uri="{FF2B5EF4-FFF2-40B4-BE49-F238E27FC236}">
                      <a16:creationId xmlns:a16="http://schemas.microsoft.com/office/drawing/2014/main" id="{869154AC-2300-5810-46F0-F398EFA13210}"/>
                    </a:ext>
                  </a:extLst>
                </p:cNvPr>
                <p:cNvSpPr/>
                <p:nvPr/>
              </p:nvSpPr>
              <p:spPr>
                <a:xfrm>
                  <a:off x="9428183" y="4177256"/>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3" name="Freeform 3742">
                  <a:extLst>
                    <a:ext uri="{FF2B5EF4-FFF2-40B4-BE49-F238E27FC236}">
                      <a16:creationId xmlns:a16="http://schemas.microsoft.com/office/drawing/2014/main" id="{5DB05CBE-E84D-7CC4-397C-BC3C2BA3F446}"/>
                    </a:ext>
                  </a:extLst>
                </p:cNvPr>
                <p:cNvSpPr/>
                <p:nvPr/>
              </p:nvSpPr>
              <p:spPr>
                <a:xfrm>
                  <a:off x="9441990" y="461237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4" name="Freeform 3743">
                  <a:extLst>
                    <a:ext uri="{FF2B5EF4-FFF2-40B4-BE49-F238E27FC236}">
                      <a16:creationId xmlns:a16="http://schemas.microsoft.com/office/drawing/2014/main" id="{A3D78E19-B774-6614-5ABE-66604782F5F7}"/>
                    </a:ext>
                  </a:extLst>
                </p:cNvPr>
                <p:cNvSpPr/>
                <p:nvPr/>
              </p:nvSpPr>
              <p:spPr>
                <a:xfrm>
                  <a:off x="9548582" y="426254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5" name="Freeform 3744">
                  <a:extLst>
                    <a:ext uri="{FF2B5EF4-FFF2-40B4-BE49-F238E27FC236}">
                      <a16:creationId xmlns:a16="http://schemas.microsoft.com/office/drawing/2014/main" id="{7B0316EC-570C-6C27-BFC8-48360FA6A281}"/>
                    </a:ext>
                  </a:extLst>
                </p:cNvPr>
                <p:cNvSpPr/>
                <p:nvPr/>
              </p:nvSpPr>
              <p:spPr>
                <a:xfrm>
                  <a:off x="9428685" y="493829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6" name="Freeform 3745">
                  <a:extLst>
                    <a:ext uri="{FF2B5EF4-FFF2-40B4-BE49-F238E27FC236}">
                      <a16:creationId xmlns:a16="http://schemas.microsoft.com/office/drawing/2014/main" id="{D6A81A75-B869-403F-6BF8-36B79C016553}"/>
                    </a:ext>
                  </a:extLst>
                </p:cNvPr>
                <p:cNvSpPr/>
                <p:nvPr/>
              </p:nvSpPr>
              <p:spPr>
                <a:xfrm>
                  <a:off x="9411677" y="5173030"/>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7" name="Freeform 3746">
                  <a:extLst>
                    <a:ext uri="{FF2B5EF4-FFF2-40B4-BE49-F238E27FC236}">
                      <a16:creationId xmlns:a16="http://schemas.microsoft.com/office/drawing/2014/main" id="{6C907EA3-F093-35EA-3815-22E4868EB611}"/>
                    </a:ext>
                  </a:extLst>
                </p:cNvPr>
                <p:cNvSpPr/>
                <p:nvPr/>
              </p:nvSpPr>
              <p:spPr>
                <a:xfrm>
                  <a:off x="9440980" y="4620039"/>
                  <a:ext cx="44281" cy="44285"/>
                </a:xfrm>
                <a:custGeom>
                  <a:avLst/>
                  <a:gdLst>
                    <a:gd name="connsiteX0" fmla="*/ 11829 w 11828"/>
                    <a:gd name="connsiteY0" fmla="*/ 5915 h 11829"/>
                    <a:gd name="connsiteX1" fmla="*/ 5914 w 11828"/>
                    <a:gd name="connsiteY1" fmla="*/ 0 h 11829"/>
                    <a:gd name="connsiteX2" fmla="*/ 0 w 11828"/>
                    <a:gd name="connsiteY2" fmla="*/ 5915 h 11829"/>
                    <a:gd name="connsiteX3" fmla="*/ 5914 w 11828"/>
                    <a:gd name="connsiteY3" fmla="*/ 11830 h 11829"/>
                    <a:gd name="connsiteX4" fmla="*/ 11829 w 11828"/>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8" h="11829">
                      <a:moveTo>
                        <a:pt x="11829" y="5915"/>
                      </a:moveTo>
                      <a:cubicBezTo>
                        <a:pt x="11829" y="2654"/>
                        <a:pt x="9175" y="0"/>
                        <a:pt x="5914" y="0"/>
                      </a:cubicBezTo>
                      <a:cubicBezTo>
                        <a:pt x="2654" y="0"/>
                        <a:pt x="0" y="2654"/>
                        <a:pt x="0" y="5915"/>
                      </a:cubicBezTo>
                      <a:cubicBezTo>
                        <a:pt x="0" y="9176"/>
                        <a:pt x="2654" y="11830"/>
                        <a:pt x="5914" y="11830"/>
                      </a:cubicBezTo>
                      <a:cubicBezTo>
                        <a:pt x="9175" y="11830"/>
                        <a:pt x="11829" y="9176"/>
                        <a:pt x="11829"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8" name="Freeform 3747">
                  <a:extLst>
                    <a:ext uri="{FF2B5EF4-FFF2-40B4-BE49-F238E27FC236}">
                      <a16:creationId xmlns:a16="http://schemas.microsoft.com/office/drawing/2014/main" id="{BE4FA4EC-F385-FF77-BB53-0036492B2B40}"/>
                    </a:ext>
                  </a:extLst>
                </p:cNvPr>
                <p:cNvSpPr/>
                <p:nvPr/>
              </p:nvSpPr>
              <p:spPr>
                <a:xfrm>
                  <a:off x="9524839" y="5246198"/>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29"/>
                        <a:pt x="5914" y="11829"/>
                      </a:cubicBezTo>
                      <a:cubicBezTo>
                        <a:pt x="9175" y="11829"/>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49" name="Freeform 3748">
                  <a:extLst>
                    <a:ext uri="{FF2B5EF4-FFF2-40B4-BE49-F238E27FC236}">
                      <a16:creationId xmlns:a16="http://schemas.microsoft.com/office/drawing/2014/main" id="{6B8D028D-F387-28D9-E084-71DF48587432}"/>
                    </a:ext>
                  </a:extLst>
                </p:cNvPr>
                <p:cNvSpPr/>
                <p:nvPr/>
              </p:nvSpPr>
              <p:spPr>
                <a:xfrm>
                  <a:off x="9407552" y="4801225"/>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0" name="Freeform 3749">
                  <a:extLst>
                    <a:ext uri="{FF2B5EF4-FFF2-40B4-BE49-F238E27FC236}">
                      <a16:creationId xmlns:a16="http://schemas.microsoft.com/office/drawing/2014/main" id="{9550425E-9F9E-A58A-05E4-CEB55FE61674}"/>
                    </a:ext>
                  </a:extLst>
                </p:cNvPr>
                <p:cNvSpPr/>
                <p:nvPr/>
              </p:nvSpPr>
              <p:spPr>
                <a:xfrm>
                  <a:off x="9478196" y="5123354"/>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4" y="0"/>
                      </a:cubicBezTo>
                      <a:cubicBezTo>
                        <a:pt x="2654" y="0"/>
                        <a:pt x="0" y="2654"/>
                        <a:pt x="0" y="5915"/>
                      </a:cubicBezTo>
                      <a:cubicBezTo>
                        <a:pt x="0" y="9176"/>
                        <a:pt x="2654" y="11829"/>
                        <a:pt x="5914" y="11829"/>
                      </a:cubicBezTo>
                      <a:cubicBezTo>
                        <a:pt x="9176" y="11829"/>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1" name="Freeform 3750">
                  <a:extLst>
                    <a:ext uri="{FF2B5EF4-FFF2-40B4-BE49-F238E27FC236}">
                      <a16:creationId xmlns:a16="http://schemas.microsoft.com/office/drawing/2014/main" id="{E592AF21-0C61-7E98-AC85-01AA42A27E74}"/>
                    </a:ext>
                  </a:extLst>
                </p:cNvPr>
                <p:cNvSpPr/>
                <p:nvPr/>
              </p:nvSpPr>
              <p:spPr>
                <a:xfrm>
                  <a:off x="9475837" y="5633745"/>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4" y="0"/>
                      </a:cubicBezTo>
                      <a:cubicBezTo>
                        <a:pt x="2654" y="0"/>
                        <a:pt x="0" y="2654"/>
                        <a:pt x="0" y="5915"/>
                      </a:cubicBezTo>
                      <a:cubicBezTo>
                        <a:pt x="0" y="9176"/>
                        <a:pt x="2654" y="11829"/>
                        <a:pt x="5914" y="11829"/>
                      </a:cubicBezTo>
                      <a:cubicBezTo>
                        <a:pt x="9176" y="11829"/>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2" name="Freeform 3751">
                  <a:extLst>
                    <a:ext uri="{FF2B5EF4-FFF2-40B4-BE49-F238E27FC236}">
                      <a16:creationId xmlns:a16="http://schemas.microsoft.com/office/drawing/2014/main" id="{9DF9E4BD-2740-E52C-79B5-86DFD64AFFF8}"/>
                    </a:ext>
                  </a:extLst>
                </p:cNvPr>
                <p:cNvSpPr/>
                <p:nvPr/>
              </p:nvSpPr>
              <p:spPr>
                <a:xfrm>
                  <a:off x="9518355" y="4802153"/>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3" name="Freeform 3752">
                  <a:extLst>
                    <a:ext uri="{FF2B5EF4-FFF2-40B4-BE49-F238E27FC236}">
                      <a16:creationId xmlns:a16="http://schemas.microsoft.com/office/drawing/2014/main" id="{C9EDE7FB-A47F-5FC6-6525-9812E09E7034}"/>
                    </a:ext>
                  </a:extLst>
                </p:cNvPr>
                <p:cNvSpPr/>
                <p:nvPr/>
              </p:nvSpPr>
              <p:spPr>
                <a:xfrm>
                  <a:off x="9582594" y="529443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4" name="Freeform 3753">
                  <a:extLst>
                    <a:ext uri="{FF2B5EF4-FFF2-40B4-BE49-F238E27FC236}">
                      <a16:creationId xmlns:a16="http://schemas.microsoft.com/office/drawing/2014/main" id="{DDDEB4B2-A861-9C7C-F127-E43EDB5473C4}"/>
                    </a:ext>
                  </a:extLst>
                </p:cNvPr>
                <p:cNvSpPr/>
                <p:nvPr/>
              </p:nvSpPr>
              <p:spPr>
                <a:xfrm>
                  <a:off x="9510860" y="534428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5" name="Freeform 3754">
                  <a:extLst>
                    <a:ext uri="{FF2B5EF4-FFF2-40B4-BE49-F238E27FC236}">
                      <a16:creationId xmlns:a16="http://schemas.microsoft.com/office/drawing/2014/main" id="{76C658D7-EBA8-2E8F-C704-E0A56E3FDB03}"/>
                    </a:ext>
                  </a:extLst>
                </p:cNvPr>
                <p:cNvSpPr/>
                <p:nvPr/>
              </p:nvSpPr>
              <p:spPr>
                <a:xfrm>
                  <a:off x="9555485" y="485325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6" name="Freeform 3755">
                  <a:extLst>
                    <a:ext uri="{FF2B5EF4-FFF2-40B4-BE49-F238E27FC236}">
                      <a16:creationId xmlns:a16="http://schemas.microsoft.com/office/drawing/2014/main" id="{BA014DBF-890A-0A32-BED2-7123F70BDF03}"/>
                    </a:ext>
                  </a:extLst>
                </p:cNvPr>
                <p:cNvSpPr/>
                <p:nvPr/>
              </p:nvSpPr>
              <p:spPr>
                <a:xfrm>
                  <a:off x="9534098" y="4487597"/>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7" name="Freeform 3756">
                  <a:extLst>
                    <a:ext uri="{FF2B5EF4-FFF2-40B4-BE49-F238E27FC236}">
                      <a16:creationId xmlns:a16="http://schemas.microsoft.com/office/drawing/2014/main" id="{BA877F16-728D-AC43-7820-27B0E6F0FE23}"/>
                    </a:ext>
                  </a:extLst>
                </p:cNvPr>
                <p:cNvSpPr/>
                <p:nvPr/>
              </p:nvSpPr>
              <p:spPr>
                <a:xfrm>
                  <a:off x="9436603" y="4972224"/>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8" name="Freeform 3757">
                  <a:extLst>
                    <a:ext uri="{FF2B5EF4-FFF2-40B4-BE49-F238E27FC236}">
                      <a16:creationId xmlns:a16="http://schemas.microsoft.com/office/drawing/2014/main" id="{2AA5E6C3-82C4-EE3D-4BC5-B3F69B0B2478}"/>
                    </a:ext>
                  </a:extLst>
                </p:cNvPr>
                <p:cNvSpPr/>
                <p:nvPr/>
              </p:nvSpPr>
              <p:spPr>
                <a:xfrm>
                  <a:off x="9378590" y="512040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59" name="Freeform 3758">
                  <a:extLst>
                    <a:ext uri="{FF2B5EF4-FFF2-40B4-BE49-F238E27FC236}">
                      <a16:creationId xmlns:a16="http://schemas.microsoft.com/office/drawing/2014/main" id="{4EAB6284-3F21-B85F-BDB1-C8F698DCABF0}"/>
                    </a:ext>
                  </a:extLst>
                </p:cNvPr>
                <p:cNvSpPr/>
                <p:nvPr/>
              </p:nvSpPr>
              <p:spPr>
                <a:xfrm>
                  <a:off x="9532836" y="4967259"/>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4" y="0"/>
                      </a:cubicBezTo>
                      <a:cubicBezTo>
                        <a:pt x="2654" y="0"/>
                        <a:pt x="0" y="2654"/>
                        <a:pt x="0" y="5915"/>
                      </a:cubicBezTo>
                      <a:cubicBezTo>
                        <a:pt x="0" y="9176"/>
                        <a:pt x="2654" y="11830"/>
                        <a:pt x="5914"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0" name="Freeform 3759">
                  <a:extLst>
                    <a:ext uri="{FF2B5EF4-FFF2-40B4-BE49-F238E27FC236}">
                      <a16:creationId xmlns:a16="http://schemas.microsoft.com/office/drawing/2014/main" id="{703F4552-6976-5E0D-5000-8B1255C42141}"/>
                    </a:ext>
                  </a:extLst>
                </p:cNvPr>
                <p:cNvSpPr/>
                <p:nvPr/>
              </p:nvSpPr>
              <p:spPr>
                <a:xfrm>
                  <a:off x="9581164" y="4963639"/>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4" y="0"/>
                      </a:cubicBezTo>
                      <a:cubicBezTo>
                        <a:pt x="2654" y="0"/>
                        <a:pt x="0" y="2654"/>
                        <a:pt x="0" y="5915"/>
                      </a:cubicBezTo>
                      <a:cubicBezTo>
                        <a:pt x="0" y="9176"/>
                        <a:pt x="2654" y="11829"/>
                        <a:pt x="5914" y="11829"/>
                      </a:cubicBezTo>
                      <a:cubicBezTo>
                        <a:pt x="9176" y="11829"/>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1" name="Freeform 3760">
                  <a:extLst>
                    <a:ext uri="{FF2B5EF4-FFF2-40B4-BE49-F238E27FC236}">
                      <a16:creationId xmlns:a16="http://schemas.microsoft.com/office/drawing/2014/main" id="{E44F5F2D-C081-1DF0-74E5-13424F3D3D96}"/>
                    </a:ext>
                  </a:extLst>
                </p:cNvPr>
                <p:cNvSpPr/>
                <p:nvPr/>
              </p:nvSpPr>
              <p:spPr>
                <a:xfrm>
                  <a:off x="9554980" y="527389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2" name="Freeform 3761">
                  <a:extLst>
                    <a:ext uri="{FF2B5EF4-FFF2-40B4-BE49-F238E27FC236}">
                      <a16:creationId xmlns:a16="http://schemas.microsoft.com/office/drawing/2014/main" id="{91558B6F-A4A8-1370-7AE9-EDBAE0B03AF4}"/>
                    </a:ext>
                  </a:extLst>
                </p:cNvPr>
                <p:cNvSpPr/>
                <p:nvPr/>
              </p:nvSpPr>
              <p:spPr>
                <a:xfrm>
                  <a:off x="9545718" y="4894009"/>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3" name="Freeform 3762">
                  <a:extLst>
                    <a:ext uri="{FF2B5EF4-FFF2-40B4-BE49-F238E27FC236}">
                      <a16:creationId xmlns:a16="http://schemas.microsoft.com/office/drawing/2014/main" id="{3E667C64-1650-8F9F-23BD-B53E45F352DC}"/>
                    </a:ext>
                  </a:extLst>
                </p:cNvPr>
                <p:cNvSpPr/>
                <p:nvPr/>
              </p:nvSpPr>
              <p:spPr>
                <a:xfrm>
                  <a:off x="9460851" y="497567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4" name="Freeform 3763">
                  <a:extLst>
                    <a:ext uri="{FF2B5EF4-FFF2-40B4-BE49-F238E27FC236}">
                      <a16:creationId xmlns:a16="http://schemas.microsoft.com/office/drawing/2014/main" id="{F4302283-6AC6-6D18-43A7-A8ECA2DEEAC8}"/>
                    </a:ext>
                  </a:extLst>
                </p:cNvPr>
                <p:cNvSpPr/>
                <p:nvPr/>
              </p:nvSpPr>
              <p:spPr>
                <a:xfrm>
                  <a:off x="9440474" y="4290160"/>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5" name="Freeform 3764">
                  <a:extLst>
                    <a:ext uri="{FF2B5EF4-FFF2-40B4-BE49-F238E27FC236}">
                      <a16:creationId xmlns:a16="http://schemas.microsoft.com/office/drawing/2014/main" id="{F9432910-EB08-95F1-F94A-5E0B06D182FC}"/>
                    </a:ext>
                  </a:extLst>
                </p:cNvPr>
                <p:cNvSpPr/>
                <p:nvPr/>
              </p:nvSpPr>
              <p:spPr>
                <a:xfrm>
                  <a:off x="9577461" y="4896364"/>
                  <a:ext cx="44285" cy="44285"/>
                </a:xfrm>
                <a:custGeom>
                  <a:avLst/>
                  <a:gdLst>
                    <a:gd name="connsiteX0" fmla="*/ 11830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5" y="0"/>
                        <a:pt x="5914" y="0"/>
                      </a:cubicBezTo>
                      <a:cubicBezTo>
                        <a:pt x="2654" y="0"/>
                        <a:pt x="0" y="2654"/>
                        <a:pt x="0" y="5915"/>
                      </a:cubicBezTo>
                      <a:cubicBezTo>
                        <a:pt x="0" y="9176"/>
                        <a:pt x="2654" y="11830"/>
                        <a:pt x="5914" y="11830"/>
                      </a:cubicBezTo>
                      <a:cubicBezTo>
                        <a:pt x="9175"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6" name="Freeform 3765">
                  <a:extLst>
                    <a:ext uri="{FF2B5EF4-FFF2-40B4-BE49-F238E27FC236}">
                      <a16:creationId xmlns:a16="http://schemas.microsoft.com/office/drawing/2014/main" id="{67E3431E-0760-36D1-149C-5A1FE720B9F6}"/>
                    </a:ext>
                  </a:extLst>
                </p:cNvPr>
                <p:cNvSpPr/>
                <p:nvPr/>
              </p:nvSpPr>
              <p:spPr>
                <a:xfrm>
                  <a:off x="9466744" y="5121082"/>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6D1CD">
                    <a:alpha val="60000"/>
                  </a:srgbClr>
                </a:solidFill>
                <a:ln w="2249" cap="flat">
                  <a:noFill/>
                  <a:prstDash val="solid"/>
                  <a:miter/>
                </a:ln>
              </p:spPr>
              <p:txBody>
                <a:bodyPr rtlCol="0" anchor="ctr"/>
                <a:lstStyle/>
                <a:p>
                  <a:endParaRPr lang="en-US"/>
                </a:p>
              </p:txBody>
            </p:sp>
            <p:sp>
              <p:nvSpPr>
                <p:cNvPr id="3767" name="Freeform 3766">
                  <a:extLst>
                    <a:ext uri="{FF2B5EF4-FFF2-40B4-BE49-F238E27FC236}">
                      <a16:creationId xmlns:a16="http://schemas.microsoft.com/office/drawing/2014/main" id="{BB22CD7D-F0E8-34D4-C65B-80237B90F72E}"/>
                    </a:ext>
                  </a:extLst>
                </p:cNvPr>
                <p:cNvSpPr/>
                <p:nvPr/>
              </p:nvSpPr>
              <p:spPr>
                <a:xfrm>
                  <a:off x="9800157" y="4671396"/>
                  <a:ext cx="132858" cy="471658"/>
                </a:xfrm>
                <a:custGeom>
                  <a:avLst/>
                  <a:gdLst>
                    <a:gd name="connsiteX0" fmla="*/ 0 w 35488"/>
                    <a:gd name="connsiteY0" fmla="*/ 0 h 125986"/>
                    <a:gd name="connsiteX1" fmla="*/ 35489 w 35488"/>
                    <a:gd name="connsiteY1" fmla="*/ 0 h 125986"/>
                    <a:gd name="connsiteX2" fmla="*/ 35489 w 35488"/>
                    <a:gd name="connsiteY2" fmla="*/ 125987 h 125986"/>
                    <a:gd name="connsiteX3" fmla="*/ 0 w 35488"/>
                    <a:gd name="connsiteY3" fmla="*/ 125987 h 125986"/>
                  </a:gdLst>
                  <a:ahLst/>
                  <a:cxnLst>
                    <a:cxn ang="0">
                      <a:pos x="connsiteX0" y="connsiteY0"/>
                    </a:cxn>
                    <a:cxn ang="0">
                      <a:pos x="connsiteX1" y="connsiteY1"/>
                    </a:cxn>
                    <a:cxn ang="0">
                      <a:pos x="connsiteX2" y="connsiteY2"/>
                    </a:cxn>
                    <a:cxn ang="0">
                      <a:pos x="connsiteX3" y="connsiteY3"/>
                    </a:cxn>
                  </a:cxnLst>
                  <a:rect l="l" t="t" r="r" b="b"/>
                  <a:pathLst>
                    <a:path w="35488" h="125986">
                      <a:moveTo>
                        <a:pt x="0" y="0"/>
                      </a:moveTo>
                      <a:lnTo>
                        <a:pt x="35489" y="0"/>
                      </a:lnTo>
                      <a:lnTo>
                        <a:pt x="35489" y="125987"/>
                      </a:lnTo>
                      <a:lnTo>
                        <a:pt x="0" y="125987"/>
                      </a:lnTo>
                      <a:close/>
                    </a:path>
                  </a:pathLst>
                </a:custGeom>
                <a:solidFill>
                  <a:srgbClr val="47BB89">
                    <a:alpha val="45000"/>
                  </a:srgbClr>
                </a:solidFill>
                <a:ln w="2249" cap="flat">
                  <a:noFill/>
                  <a:prstDash val="solid"/>
                  <a:miter/>
                </a:ln>
              </p:spPr>
              <p:txBody>
                <a:bodyPr rtlCol="0" anchor="ctr"/>
                <a:lstStyle/>
                <a:p>
                  <a:endParaRPr lang="en-US"/>
                </a:p>
              </p:txBody>
            </p:sp>
            <p:sp>
              <p:nvSpPr>
                <p:cNvPr id="3768" name="Freeform 3767">
                  <a:extLst>
                    <a:ext uri="{FF2B5EF4-FFF2-40B4-BE49-F238E27FC236}">
                      <a16:creationId xmlns:a16="http://schemas.microsoft.com/office/drawing/2014/main" id="{E9797AAB-1310-B937-50F7-188373583510}"/>
                    </a:ext>
                  </a:extLst>
                </p:cNvPr>
                <p:cNvSpPr/>
                <p:nvPr/>
              </p:nvSpPr>
              <p:spPr>
                <a:xfrm>
                  <a:off x="9800157" y="4671396"/>
                  <a:ext cx="132858" cy="471658"/>
                </a:xfrm>
                <a:custGeom>
                  <a:avLst/>
                  <a:gdLst>
                    <a:gd name="connsiteX0" fmla="*/ 0 w 35488"/>
                    <a:gd name="connsiteY0" fmla="*/ 0 h 125986"/>
                    <a:gd name="connsiteX1" fmla="*/ 35489 w 35488"/>
                    <a:gd name="connsiteY1" fmla="*/ 0 h 125986"/>
                    <a:gd name="connsiteX2" fmla="*/ 35489 w 35488"/>
                    <a:gd name="connsiteY2" fmla="*/ 125987 h 125986"/>
                    <a:gd name="connsiteX3" fmla="*/ 0 w 35488"/>
                    <a:gd name="connsiteY3" fmla="*/ 125987 h 125986"/>
                  </a:gdLst>
                  <a:ahLst/>
                  <a:cxnLst>
                    <a:cxn ang="0">
                      <a:pos x="connsiteX0" y="connsiteY0"/>
                    </a:cxn>
                    <a:cxn ang="0">
                      <a:pos x="connsiteX1" y="connsiteY1"/>
                    </a:cxn>
                    <a:cxn ang="0">
                      <a:pos x="connsiteX2" y="connsiteY2"/>
                    </a:cxn>
                    <a:cxn ang="0">
                      <a:pos x="connsiteX3" y="connsiteY3"/>
                    </a:cxn>
                  </a:cxnLst>
                  <a:rect l="l" t="t" r="r" b="b"/>
                  <a:pathLst>
                    <a:path w="35488" h="125986">
                      <a:moveTo>
                        <a:pt x="0" y="0"/>
                      </a:moveTo>
                      <a:lnTo>
                        <a:pt x="35489" y="0"/>
                      </a:lnTo>
                      <a:lnTo>
                        <a:pt x="35489" y="125987"/>
                      </a:lnTo>
                      <a:lnTo>
                        <a:pt x="0" y="125987"/>
                      </a:lnTo>
                      <a:close/>
                    </a:path>
                  </a:pathLst>
                </a:custGeom>
                <a:noFill/>
                <a:ln w="4498" cap="flat">
                  <a:solidFill>
                    <a:srgbClr val="000000"/>
                  </a:solidFill>
                  <a:prstDash val="solid"/>
                  <a:miter/>
                </a:ln>
              </p:spPr>
              <p:txBody>
                <a:bodyPr rtlCol="0" anchor="ctr"/>
                <a:lstStyle/>
                <a:p>
                  <a:endParaRPr lang="en-US"/>
                </a:p>
              </p:txBody>
            </p:sp>
            <p:sp>
              <p:nvSpPr>
                <p:cNvPr id="3769" name="Freeform 3768">
                  <a:extLst>
                    <a:ext uri="{FF2B5EF4-FFF2-40B4-BE49-F238E27FC236}">
                      <a16:creationId xmlns:a16="http://schemas.microsoft.com/office/drawing/2014/main" id="{D86A25F9-30F0-5641-1931-3B2279F65185}"/>
                    </a:ext>
                  </a:extLst>
                </p:cNvPr>
                <p:cNvSpPr/>
                <p:nvPr/>
              </p:nvSpPr>
              <p:spPr>
                <a:xfrm>
                  <a:off x="9800157" y="4933412"/>
                  <a:ext cx="132858" cy="8416"/>
                </a:xfrm>
                <a:custGeom>
                  <a:avLst/>
                  <a:gdLst>
                    <a:gd name="connsiteX0" fmla="*/ 0 w 35488"/>
                    <a:gd name="connsiteY0" fmla="*/ 0 h 2248"/>
                    <a:gd name="connsiteX1" fmla="*/ 35489 w 35488"/>
                    <a:gd name="connsiteY1" fmla="*/ 0 h 2248"/>
                  </a:gdLst>
                  <a:ahLst/>
                  <a:cxnLst>
                    <a:cxn ang="0">
                      <a:pos x="connsiteX0" y="connsiteY0"/>
                    </a:cxn>
                    <a:cxn ang="0">
                      <a:pos x="connsiteX1" y="connsiteY1"/>
                    </a:cxn>
                  </a:cxnLst>
                  <a:rect l="l" t="t" r="r" b="b"/>
                  <a:pathLst>
                    <a:path w="35488" h="2248">
                      <a:moveTo>
                        <a:pt x="0" y="0"/>
                      </a:moveTo>
                      <a:lnTo>
                        <a:pt x="35489" y="0"/>
                      </a:lnTo>
                    </a:path>
                  </a:pathLst>
                </a:custGeom>
                <a:ln w="4498" cap="flat">
                  <a:solidFill>
                    <a:srgbClr val="000000"/>
                  </a:solidFill>
                  <a:prstDash val="solid"/>
                  <a:round/>
                </a:ln>
              </p:spPr>
              <p:txBody>
                <a:bodyPr rtlCol="0" anchor="ctr"/>
                <a:lstStyle/>
                <a:p>
                  <a:endParaRPr lang="en-US"/>
                </a:p>
              </p:txBody>
            </p:sp>
          </p:grpSp>
        </p:grpSp>
        <p:grpSp>
          <p:nvGrpSpPr>
            <p:cNvPr id="8" name="Group 7">
              <a:extLst>
                <a:ext uri="{FF2B5EF4-FFF2-40B4-BE49-F238E27FC236}">
                  <a16:creationId xmlns:a16="http://schemas.microsoft.com/office/drawing/2014/main" id="{5ED6055C-AFEB-7930-8107-4E6555568F27}"/>
                </a:ext>
              </a:extLst>
            </p:cNvPr>
            <p:cNvGrpSpPr/>
            <p:nvPr/>
          </p:nvGrpSpPr>
          <p:grpSpPr>
            <a:xfrm>
              <a:off x="4291680" y="1621276"/>
              <a:ext cx="6209468" cy="2716470"/>
              <a:chOff x="3627059" y="3491486"/>
              <a:chExt cx="6209468" cy="2716470"/>
            </a:xfrm>
          </p:grpSpPr>
          <p:sp>
            <p:nvSpPr>
              <p:cNvPr id="3654" name="Freeform 3653">
                <a:extLst>
                  <a:ext uri="{FF2B5EF4-FFF2-40B4-BE49-F238E27FC236}">
                    <a16:creationId xmlns:a16="http://schemas.microsoft.com/office/drawing/2014/main" id="{6625E402-9C11-95EB-20B2-66A3622C4BCD}"/>
                  </a:ext>
                </a:extLst>
              </p:cNvPr>
              <p:cNvSpPr/>
              <p:nvPr/>
            </p:nvSpPr>
            <p:spPr>
              <a:xfrm>
                <a:off x="4033385" y="3609698"/>
                <a:ext cx="1112889" cy="55819"/>
              </a:xfrm>
              <a:custGeom>
                <a:avLst/>
                <a:gdLst>
                  <a:gd name="connsiteX0" fmla="*/ 0 w 297267"/>
                  <a:gd name="connsiteY0" fmla="*/ 14911 h 14910"/>
                  <a:gd name="connsiteX1" fmla="*/ 0 w 297267"/>
                  <a:gd name="connsiteY1" fmla="*/ 0 h 14910"/>
                  <a:gd name="connsiteX2" fmla="*/ 297267 w 297267"/>
                  <a:gd name="connsiteY2" fmla="*/ 0 h 14910"/>
                  <a:gd name="connsiteX3" fmla="*/ 297267 w 297267"/>
                  <a:gd name="connsiteY3" fmla="*/ 14911 h 14910"/>
                </a:gdLst>
                <a:ahLst/>
                <a:cxnLst>
                  <a:cxn ang="0">
                    <a:pos x="connsiteX0" y="connsiteY0"/>
                  </a:cxn>
                  <a:cxn ang="0">
                    <a:pos x="connsiteX1" y="connsiteY1"/>
                  </a:cxn>
                  <a:cxn ang="0">
                    <a:pos x="connsiteX2" y="connsiteY2"/>
                  </a:cxn>
                  <a:cxn ang="0">
                    <a:pos x="connsiteX3" y="connsiteY3"/>
                  </a:cxn>
                </a:cxnLst>
                <a:rect l="l" t="t" r="r" b="b"/>
                <a:pathLst>
                  <a:path w="297267" h="14910">
                    <a:moveTo>
                      <a:pt x="0" y="14911"/>
                    </a:moveTo>
                    <a:lnTo>
                      <a:pt x="0" y="0"/>
                    </a:lnTo>
                    <a:lnTo>
                      <a:pt x="297267" y="0"/>
                    </a:lnTo>
                    <a:lnTo>
                      <a:pt x="297267" y="14911"/>
                    </a:lnTo>
                  </a:path>
                </a:pathLst>
              </a:custGeom>
              <a:noFill/>
              <a:ln w="4498" cap="flat">
                <a:solidFill>
                  <a:srgbClr val="000000"/>
                </a:solidFill>
                <a:prstDash val="solid"/>
                <a:round/>
              </a:ln>
            </p:spPr>
            <p:txBody>
              <a:bodyPr rtlCol="0" anchor="ctr"/>
              <a:lstStyle/>
              <a:p>
                <a:endParaRPr lang="en-US"/>
              </a:p>
            </p:txBody>
          </p:sp>
          <p:grpSp>
            <p:nvGrpSpPr>
              <p:cNvPr id="3655" name="Graphic 4479">
                <a:extLst>
                  <a:ext uri="{FF2B5EF4-FFF2-40B4-BE49-F238E27FC236}">
                    <a16:creationId xmlns:a16="http://schemas.microsoft.com/office/drawing/2014/main" id="{48CAE7A4-DB36-EB08-6BDA-9424958601BD}"/>
                  </a:ext>
                </a:extLst>
              </p:cNvPr>
              <p:cNvGrpSpPr/>
              <p:nvPr/>
            </p:nvGrpSpPr>
            <p:grpSpPr>
              <a:xfrm>
                <a:off x="4458906" y="3510093"/>
                <a:ext cx="174031" cy="72239"/>
                <a:chOff x="4140779" y="2267660"/>
                <a:chExt cx="46486" cy="19296"/>
              </a:xfrm>
              <a:solidFill>
                <a:srgbClr val="231F20"/>
              </a:solidFill>
            </p:grpSpPr>
            <p:sp>
              <p:nvSpPr>
                <p:cNvPr id="3731" name="Freeform 3730">
                  <a:extLst>
                    <a:ext uri="{FF2B5EF4-FFF2-40B4-BE49-F238E27FC236}">
                      <a16:creationId xmlns:a16="http://schemas.microsoft.com/office/drawing/2014/main" id="{2F35E84A-6D49-C99B-B1C3-815833949C66}"/>
                    </a:ext>
                  </a:extLst>
                </p:cNvPr>
                <p:cNvSpPr/>
                <p:nvPr/>
              </p:nvSpPr>
              <p:spPr>
                <a:xfrm>
                  <a:off x="4140779" y="2267660"/>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1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1" y="8029"/>
                      </a:lnTo>
                      <a:lnTo>
                        <a:pt x="12549" y="10525"/>
                      </a:lnTo>
                      <a:lnTo>
                        <a:pt x="17609" y="17677"/>
                      </a:lnTo>
                      <a:lnTo>
                        <a:pt x="14978" y="19296"/>
                      </a:lnTo>
                      <a:lnTo>
                        <a:pt x="9985" y="12009"/>
                      </a:lnTo>
                      <a:lnTo>
                        <a:pt x="4723" y="19161"/>
                      </a:lnTo>
                      <a:lnTo>
                        <a:pt x="2361" y="17339"/>
                      </a:lnTo>
                      <a:lnTo>
                        <a:pt x="7556" y="10525"/>
                      </a:lnTo>
                      <a:lnTo>
                        <a:pt x="0" y="7826"/>
                      </a:lnTo>
                      <a:lnTo>
                        <a:pt x="1215" y="4993"/>
                      </a:lnTo>
                      <a:lnTo>
                        <a:pt x="8703" y="7894"/>
                      </a:lnTo>
                      <a:close/>
                    </a:path>
                  </a:pathLst>
                </a:custGeom>
                <a:solidFill>
                  <a:srgbClr val="231F20"/>
                </a:solidFill>
                <a:ln w="2249" cap="flat">
                  <a:noFill/>
                  <a:prstDash val="solid"/>
                  <a:miter/>
                </a:ln>
              </p:spPr>
              <p:txBody>
                <a:bodyPr rtlCol="0" anchor="ctr"/>
                <a:lstStyle/>
                <a:p>
                  <a:endParaRPr lang="en-US"/>
                </a:p>
              </p:txBody>
            </p:sp>
            <p:sp>
              <p:nvSpPr>
                <p:cNvPr id="3732" name="Freeform 3731">
                  <a:extLst>
                    <a:ext uri="{FF2B5EF4-FFF2-40B4-BE49-F238E27FC236}">
                      <a16:creationId xmlns:a16="http://schemas.microsoft.com/office/drawing/2014/main" id="{A2D9CE7F-3BE1-BC3B-DC12-97A26C0BAD66}"/>
                    </a:ext>
                  </a:extLst>
                </p:cNvPr>
                <p:cNvSpPr/>
                <p:nvPr/>
              </p:nvSpPr>
              <p:spPr>
                <a:xfrm>
                  <a:off x="4167024" y="2267660"/>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1 w 20240"/>
                    <a:gd name="connsiteY11" fmla="*/ 17339 h 19296"/>
                    <a:gd name="connsiteX12" fmla="*/ 7556 w 20240"/>
                    <a:gd name="connsiteY12" fmla="*/ 10525 h 19296"/>
                    <a:gd name="connsiteX13" fmla="*/ 0 w 20240"/>
                    <a:gd name="connsiteY13" fmla="*/ 7826 h 19296"/>
                    <a:gd name="connsiteX14" fmla="*/ 1214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1" y="8029"/>
                      </a:lnTo>
                      <a:lnTo>
                        <a:pt x="12549" y="10525"/>
                      </a:lnTo>
                      <a:lnTo>
                        <a:pt x="17609" y="17677"/>
                      </a:lnTo>
                      <a:lnTo>
                        <a:pt x="14978" y="19296"/>
                      </a:lnTo>
                      <a:lnTo>
                        <a:pt x="9985" y="12009"/>
                      </a:lnTo>
                      <a:lnTo>
                        <a:pt x="4723" y="19161"/>
                      </a:lnTo>
                      <a:lnTo>
                        <a:pt x="2361" y="17339"/>
                      </a:lnTo>
                      <a:lnTo>
                        <a:pt x="7556" y="10525"/>
                      </a:lnTo>
                      <a:lnTo>
                        <a:pt x="0" y="7826"/>
                      </a:lnTo>
                      <a:lnTo>
                        <a:pt x="1214" y="4993"/>
                      </a:lnTo>
                      <a:lnTo>
                        <a:pt x="8703" y="7894"/>
                      </a:lnTo>
                      <a:close/>
                    </a:path>
                  </a:pathLst>
                </a:custGeom>
                <a:solidFill>
                  <a:srgbClr val="231F20"/>
                </a:solidFill>
                <a:ln w="2249" cap="flat">
                  <a:noFill/>
                  <a:prstDash val="solid"/>
                  <a:miter/>
                </a:ln>
              </p:spPr>
              <p:txBody>
                <a:bodyPr rtlCol="0" anchor="ctr"/>
                <a:lstStyle/>
                <a:p>
                  <a:endParaRPr lang="en-US"/>
                </a:p>
              </p:txBody>
            </p:sp>
          </p:grpSp>
          <p:grpSp>
            <p:nvGrpSpPr>
              <p:cNvPr id="3656" name="Group 3655">
                <a:extLst>
                  <a:ext uri="{FF2B5EF4-FFF2-40B4-BE49-F238E27FC236}">
                    <a16:creationId xmlns:a16="http://schemas.microsoft.com/office/drawing/2014/main" id="{84DED989-3B2E-3AA4-DE77-07C4AAB7E3E1}"/>
                  </a:ext>
                </a:extLst>
              </p:cNvPr>
              <p:cNvGrpSpPr/>
              <p:nvPr/>
            </p:nvGrpSpPr>
            <p:grpSpPr>
              <a:xfrm>
                <a:off x="3627059" y="4028484"/>
                <a:ext cx="851464" cy="2179472"/>
                <a:chOff x="3627059" y="4028484"/>
                <a:chExt cx="851464" cy="2179472"/>
              </a:xfrm>
            </p:grpSpPr>
            <p:sp>
              <p:nvSpPr>
                <p:cNvPr id="3696" name="Freeform 3695">
                  <a:extLst>
                    <a:ext uri="{FF2B5EF4-FFF2-40B4-BE49-F238E27FC236}">
                      <a16:creationId xmlns:a16="http://schemas.microsoft.com/office/drawing/2014/main" id="{15E6FFC0-D52F-360C-4C13-A077758E7ADE}"/>
                    </a:ext>
                  </a:extLst>
                </p:cNvPr>
                <p:cNvSpPr/>
                <p:nvPr/>
              </p:nvSpPr>
              <p:spPr>
                <a:xfrm>
                  <a:off x="3627059" y="5603942"/>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7" name="Freeform 3696">
                  <a:extLst>
                    <a:ext uri="{FF2B5EF4-FFF2-40B4-BE49-F238E27FC236}">
                      <a16:creationId xmlns:a16="http://schemas.microsoft.com/office/drawing/2014/main" id="{EC07729A-014B-9F96-E406-B71FE165C7A4}"/>
                    </a:ext>
                  </a:extLst>
                </p:cNvPr>
                <p:cNvSpPr/>
                <p:nvPr/>
              </p:nvSpPr>
              <p:spPr>
                <a:xfrm>
                  <a:off x="3641371" y="502257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8" name="Freeform 3697">
                  <a:extLst>
                    <a:ext uri="{FF2B5EF4-FFF2-40B4-BE49-F238E27FC236}">
                      <a16:creationId xmlns:a16="http://schemas.microsoft.com/office/drawing/2014/main" id="{979BF6CA-64D8-6EC4-3A3C-D48E4D70E1DC}"/>
                    </a:ext>
                  </a:extLst>
                </p:cNvPr>
                <p:cNvSpPr/>
                <p:nvPr/>
              </p:nvSpPr>
              <p:spPr>
                <a:xfrm>
                  <a:off x="3639436" y="473185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9" name="Freeform 3698">
                  <a:extLst>
                    <a:ext uri="{FF2B5EF4-FFF2-40B4-BE49-F238E27FC236}">
                      <a16:creationId xmlns:a16="http://schemas.microsoft.com/office/drawing/2014/main" id="{385C73C1-357A-9A81-611E-74A6E12A3273}"/>
                    </a:ext>
                  </a:extLst>
                </p:cNvPr>
                <p:cNvSpPr/>
                <p:nvPr/>
              </p:nvSpPr>
              <p:spPr>
                <a:xfrm>
                  <a:off x="4033385" y="4028484"/>
                  <a:ext cx="445138" cy="2179472"/>
                </a:xfrm>
                <a:custGeom>
                  <a:avLst/>
                  <a:gdLst>
                    <a:gd name="connsiteX0" fmla="*/ 34859 w 118902"/>
                    <a:gd name="connsiteY0" fmla="*/ 476442 h 582165"/>
                    <a:gd name="connsiteX1" fmla="*/ 38727 w 118902"/>
                    <a:gd name="connsiteY1" fmla="*/ 470167 h 582165"/>
                    <a:gd name="connsiteX2" fmla="*/ 42550 w 118902"/>
                    <a:gd name="connsiteY2" fmla="*/ 463893 h 582165"/>
                    <a:gd name="connsiteX3" fmla="*/ 46216 w 118902"/>
                    <a:gd name="connsiteY3" fmla="*/ 457618 h 582165"/>
                    <a:gd name="connsiteX4" fmla="*/ 49635 w 118902"/>
                    <a:gd name="connsiteY4" fmla="*/ 451366 h 582165"/>
                    <a:gd name="connsiteX5" fmla="*/ 52783 w 118902"/>
                    <a:gd name="connsiteY5" fmla="*/ 445091 h 582165"/>
                    <a:gd name="connsiteX6" fmla="*/ 55594 w 118902"/>
                    <a:gd name="connsiteY6" fmla="*/ 438817 h 582165"/>
                    <a:gd name="connsiteX7" fmla="*/ 58023 w 118902"/>
                    <a:gd name="connsiteY7" fmla="*/ 432542 h 582165"/>
                    <a:gd name="connsiteX8" fmla="*/ 60092 w 118902"/>
                    <a:gd name="connsiteY8" fmla="*/ 426290 h 582165"/>
                    <a:gd name="connsiteX9" fmla="*/ 61846 w 118902"/>
                    <a:gd name="connsiteY9" fmla="*/ 420015 h 582165"/>
                    <a:gd name="connsiteX10" fmla="*/ 63308 w 118902"/>
                    <a:gd name="connsiteY10" fmla="*/ 413741 h 582165"/>
                    <a:gd name="connsiteX11" fmla="*/ 64568 w 118902"/>
                    <a:gd name="connsiteY11" fmla="*/ 407466 h 582165"/>
                    <a:gd name="connsiteX12" fmla="*/ 65760 w 118902"/>
                    <a:gd name="connsiteY12" fmla="*/ 401214 h 582165"/>
                    <a:gd name="connsiteX13" fmla="*/ 66974 w 118902"/>
                    <a:gd name="connsiteY13" fmla="*/ 394939 h 582165"/>
                    <a:gd name="connsiteX14" fmla="*/ 68346 w 118902"/>
                    <a:gd name="connsiteY14" fmla="*/ 388665 h 582165"/>
                    <a:gd name="connsiteX15" fmla="*/ 69988 w 118902"/>
                    <a:gd name="connsiteY15" fmla="*/ 382390 h 582165"/>
                    <a:gd name="connsiteX16" fmla="*/ 71989 w 118902"/>
                    <a:gd name="connsiteY16" fmla="*/ 376138 h 582165"/>
                    <a:gd name="connsiteX17" fmla="*/ 74440 w 118902"/>
                    <a:gd name="connsiteY17" fmla="*/ 369864 h 582165"/>
                    <a:gd name="connsiteX18" fmla="*/ 77364 w 118902"/>
                    <a:gd name="connsiteY18" fmla="*/ 363589 h 582165"/>
                    <a:gd name="connsiteX19" fmla="*/ 80783 w 118902"/>
                    <a:gd name="connsiteY19" fmla="*/ 357314 h 582165"/>
                    <a:gd name="connsiteX20" fmla="*/ 84628 w 118902"/>
                    <a:gd name="connsiteY20" fmla="*/ 351062 h 582165"/>
                    <a:gd name="connsiteX21" fmla="*/ 88834 w 118902"/>
                    <a:gd name="connsiteY21" fmla="*/ 344788 h 582165"/>
                    <a:gd name="connsiteX22" fmla="*/ 93287 w 118902"/>
                    <a:gd name="connsiteY22" fmla="*/ 338513 h 582165"/>
                    <a:gd name="connsiteX23" fmla="*/ 97830 w 118902"/>
                    <a:gd name="connsiteY23" fmla="*/ 332261 h 582165"/>
                    <a:gd name="connsiteX24" fmla="*/ 102328 w 118902"/>
                    <a:gd name="connsiteY24" fmla="*/ 325987 h 582165"/>
                    <a:gd name="connsiteX25" fmla="*/ 106578 w 118902"/>
                    <a:gd name="connsiteY25" fmla="*/ 319712 h 582165"/>
                    <a:gd name="connsiteX26" fmla="*/ 110401 w 118902"/>
                    <a:gd name="connsiteY26" fmla="*/ 313437 h 582165"/>
                    <a:gd name="connsiteX27" fmla="*/ 113662 w 118902"/>
                    <a:gd name="connsiteY27" fmla="*/ 307185 h 582165"/>
                    <a:gd name="connsiteX28" fmla="*/ 116226 w 118902"/>
                    <a:gd name="connsiteY28" fmla="*/ 300911 h 582165"/>
                    <a:gd name="connsiteX29" fmla="*/ 117981 w 118902"/>
                    <a:gd name="connsiteY29" fmla="*/ 294636 h 582165"/>
                    <a:gd name="connsiteX30" fmla="*/ 118880 w 118902"/>
                    <a:gd name="connsiteY30" fmla="*/ 288361 h 582165"/>
                    <a:gd name="connsiteX31" fmla="*/ 118902 w 118902"/>
                    <a:gd name="connsiteY31" fmla="*/ 282109 h 582165"/>
                    <a:gd name="connsiteX32" fmla="*/ 118093 w 118902"/>
                    <a:gd name="connsiteY32" fmla="*/ 275835 h 582165"/>
                    <a:gd name="connsiteX33" fmla="*/ 116496 w 118902"/>
                    <a:gd name="connsiteY33" fmla="*/ 269560 h 582165"/>
                    <a:gd name="connsiteX34" fmla="*/ 114180 w 118902"/>
                    <a:gd name="connsiteY34" fmla="*/ 263286 h 582165"/>
                    <a:gd name="connsiteX35" fmla="*/ 111278 w 118902"/>
                    <a:gd name="connsiteY35" fmla="*/ 257033 h 582165"/>
                    <a:gd name="connsiteX36" fmla="*/ 107905 w 118902"/>
                    <a:gd name="connsiteY36" fmla="*/ 250759 h 582165"/>
                    <a:gd name="connsiteX37" fmla="*/ 104194 w 118902"/>
                    <a:gd name="connsiteY37" fmla="*/ 244484 h 582165"/>
                    <a:gd name="connsiteX38" fmla="*/ 100214 w 118902"/>
                    <a:gd name="connsiteY38" fmla="*/ 238210 h 582165"/>
                    <a:gd name="connsiteX39" fmla="*/ 96053 w 118902"/>
                    <a:gd name="connsiteY39" fmla="*/ 231957 h 582165"/>
                    <a:gd name="connsiteX40" fmla="*/ 91825 w 118902"/>
                    <a:gd name="connsiteY40" fmla="*/ 225683 h 582165"/>
                    <a:gd name="connsiteX41" fmla="*/ 87530 w 118902"/>
                    <a:gd name="connsiteY41" fmla="*/ 219408 h 582165"/>
                    <a:gd name="connsiteX42" fmla="*/ 83234 w 118902"/>
                    <a:gd name="connsiteY42" fmla="*/ 213134 h 582165"/>
                    <a:gd name="connsiteX43" fmla="*/ 78938 w 118902"/>
                    <a:gd name="connsiteY43" fmla="*/ 206882 h 582165"/>
                    <a:gd name="connsiteX44" fmla="*/ 74621 w 118902"/>
                    <a:gd name="connsiteY44" fmla="*/ 200607 h 582165"/>
                    <a:gd name="connsiteX45" fmla="*/ 70280 w 118902"/>
                    <a:gd name="connsiteY45" fmla="*/ 194332 h 582165"/>
                    <a:gd name="connsiteX46" fmla="*/ 65917 w 118902"/>
                    <a:gd name="connsiteY46" fmla="*/ 188080 h 582165"/>
                    <a:gd name="connsiteX47" fmla="*/ 61509 w 118902"/>
                    <a:gd name="connsiteY47" fmla="*/ 181806 h 582165"/>
                    <a:gd name="connsiteX48" fmla="*/ 57056 w 118902"/>
                    <a:gd name="connsiteY48" fmla="*/ 175531 h 582165"/>
                    <a:gd name="connsiteX49" fmla="*/ 52603 w 118902"/>
                    <a:gd name="connsiteY49" fmla="*/ 169257 h 582165"/>
                    <a:gd name="connsiteX50" fmla="*/ 48128 w 118902"/>
                    <a:gd name="connsiteY50" fmla="*/ 163004 h 582165"/>
                    <a:gd name="connsiteX51" fmla="*/ 43697 w 118902"/>
                    <a:gd name="connsiteY51" fmla="*/ 156730 h 582165"/>
                    <a:gd name="connsiteX52" fmla="*/ 39334 w 118902"/>
                    <a:gd name="connsiteY52" fmla="*/ 150455 h 582165"/>
                    <a:gd name="connsiteX53" fmla="*/ 35084 w 118902"/>
                    <a:gd name="connsiteY53" fmla="*/ 144181 h 582165"/>
                    <a:gd name="connsiteX54" fmla="*/ 30991 w 118902"/>
                    <a:gd name="connsiteY54" fmla="*/ 137929 h 582165"/>
                    <a:gd name="connsiteX55" fmla="*/ 27123 w 118902"/>
                    <a:gd name="connsiteY55" fmla="*/ 131654 h 582165"/>
                    <a:gd name="connsiteX56" fmla="*/ 23479 w 118902"/>
                    <a:gd name="connsiteY56" fmla="*/ 125379 h 582165"/>
                    <a:gd name="connsiteX57" fmla="*/ 20106 w 118902"/>
                    <a:gd name="connsiteY57" fmla="*/ 119105 h 582165"/>
                    <a:gd name="connsiteX58" fmla="*/ 17025 w 118902"/>
                    <a:gd name="connsiteY58" fmla="*/ 112853 h 582165"/>
                    <a:gd name="connsiteX59" fmla="*/ 14281 w 118902"/>
                    <a:gd name="connsiteY59" fmla="*/ 106578 h 582165"/>
                    <a:gd name="connsiteX60" fmla="*/ 11830 w 118902"/>
                    <a:gd name="connsiteY60" fmla="*/ 100304 h 582165"/>
                    <a:gd name="connsiteX61" fmla="*/ 9671 w 118902"/>
                    <a:gd name="connsiteY61" fmla="*/ 94029 h 582165"/>
                    <a:gd name="connsiteX62" fmla="*/ 7826 w 118902"/>
                    <a:gd name="connsiteY62" fmla="*/ 87777 h 582165"/>
                    <a:gd name="connsiteX63" fmla="*/ 6252 w 118902"/>
                    <a:gd name="connsiteY63" fmla="*/ 81502 h 582165"/>
                    <a:gd name="connsiteX64" fmla="*/ 4948 w 118902"/>
                    <a:gd name="connsiteY64" fmla="*/ 75228 h 582165"/>
                    <a:gd name="connsiteX65" fmla="*/ 3868 w 118902"/>
                    <a:gd name="connsiteY65" fmla="*/ 68953 h 582165"/>
                    <a:gd name="connsiteX66" fmla="*/ 2969 w 118902"/>
                    <a:gd name="connsiteY66" fmla="*/ 62701 h 582165"/>
                    <a:gd name="connsiteX67" fmla="*/ 2271 w 118902"/>
                    <a:gd name="connsiteY67" fmla="*/ 56426 h 582165"/>
                    <a:gd name="connsiteX68" fmla="*/ 1709 w 118902"/>
                    <a:gd name="connsiteY68" fmla="*/ 50152 h 582165"/>
                    <a:gd name="connsiteX69" fmla="*/ 1260 w 118902"/>
                    <a:gd name="connsiteY69" fmla="*/ 43877 h 582165"/>
                    <a:gd name="connsiteX70" fmla="*/ 922 w 118902"/>
                    <a:gd name="connsiteY70" fmla="*/ 37625 h 582165"/>
                    <a:gd name="connsiteX71" fmla="*/ 675 w 118902"/>
                    <a:gd name="connsiteY71" fmla="*/ 31350 h 582165"/>
                    <a:gd name="connsiteX72" fmla="*/ 472 w 118902"/>
                    <a:gd name="connsiteY72" fmla="*/ 25076 h 582165"/>
                    <a:gd name="connsiteX73" fmla="*/ 337 w 118902"/>
                    <a:gd name="connsiteY73" fmla="*/ 18824 h 582165"/>
                    <a:gd name="connsiteX74" fmla="*/ 225 w 118902"/>
                    <a:gd name="connsiteY74" fmla="*/ 12549 h 582165"/>
                    <a:gd name="connsiteX75" fmla="*/ 158 w 118902"/>
                    <a:gd name="connsiteY75" fmla="*/ 6275 h 582165"/>
                    <a:gd name="connsiteX76" fmla="*/ 113 w 118902"/>
                    <a:gd name="connsiteY76" fmla="*/ 0 h 582165"/>
                    <a:gd name="connsiteX77" fmla="*/ 0 w 118902"/>
                    <a:gd name="connsiteY77" fmla="*/ 0 h 582165"/>
                    <a:gd name="connsiteX78" fmla="*/ 0 w 118902"/>
                    <a:gd name="connsiteY78" fmla="*/ 6275 h 582165"/>
                    <a:gd name="connsiteX79" fmla="*/ 0 w 118902"/>
                    <a:gd name="connsiteY79" fmla="*/ 12549 h 582165"/>
                    <a:gd name="connsiteX80" fmla="*/ 0 w 118902"/>
                    <a:gd name="connsiteY80" fmla="*/ 18824 h 582165"/>
                    <a:gd name="connsiteX81" fmla="*/ 0 w 118902"/>
                    <a:gd name="connsiteY81" fmla="*/ 25076 h 582165"/>
                    <a:gd name="connsiteX82" fmla="*/ 0 w 118902"/>
                    <a:gd name="connsiteY82" fmla="*/ 31350 h 582165"/>
                    <a:gd name="connsiteX83" fmla="*/ 0 w 118902"/>
                    <a:gd name="connsiteY83" fmla="*/ 37625 h 582165"/>
                    <a:gd name="connsiteX84" fmla="*/ 0 w 118902"/>
                    <a:gd name="connsiteY84" fmla="*/ 43877 h 582165"/>
                    <a:gd name="connsiteX85" fmla="*/ 0 w 118902"/>
                    <a:gd name="connsiteY85" fmla="*/ 50152 h 582165"/>
                    <a:gd name="connsiteX86" fmla="*/ 0 w 118902"/>
                    <a:gd name="connsiteY86" fmla="*/ 56426 h 582165"/>
                    <a:gd name="connsiteX87" fmla="*/ 0 w 118902"/>
                    <a:gd name="connsiteY87" fmla="*/ 62701 h 582165"/>
                    <a:gd name="connsiteX88" fmla="*/ 0 w 118902"/>
                    <a:gd name="connsiteY88" fmla="*/ 68953 h 582165"/>
                    <a:gd name="connsiteX89" fmla="*/ 0 w 118902"/>
                    <a:gd name="connsiteY89" fmla="*/ 75228 h 582165"/>
                    <a:gd name="connsiteX90" fmla="*/ 0 w 118902"/>
                    <a:gd name="connsiteY90" fmla="*/ 81502 h 582165"/>
                    <a:gd name="connsiteX91" fmla="*/ 0 w 118902"/>
                    <a:gd name="connsiteY91" fmla="*/ 87777 h 582165"/>
                    <a:gd name="connsiteX92" fmla="*/ 0 w 118902"/>
                    <a:gd name="connsiteY92" fmla="*/ 94029 h 582165"/>
                    <a:gd name="connsiteX93" fmla="*/ 0 w 118902"/>
                    <a:gd name="connsiteY93" fmla="*/ 100304 h 582165"/>
                    <a:gd name="connsiteX94" fmla="*/ 0 w 118902"/>
                    <a:gd name="connsiteY94" fmla="*/ 106578 h 582165"/>
                    <a:gd name="connsiteX95" fmla="*/ 0 w 118902"/>
                    <a:gd name="connsiteY95" fmla="*/ 112853 h 582165"/>
                    <a:gd name="connsiteX96" fmla="*/ 0 w 118902"/>
                    <a:gd name="connsiteY96" fmla="*/ 119105 h 582165"/>
                    <a:gd name="connsiteX97" fmla="*/ 0 w 118902"/>
                    <a:gd name="connsiteY97" fmla="*/ 125379 h 582165"/>
                    <a:gd name="connsiteX98" fmla="*/ 0 w 118902"/>
                    <a:gd name="connsiteY98" fmla="*/ 131654 h 582165"/>
                    <a:gd name="connsiteX99" fmla="*/ 0 w 118902"/>
                    <a:gd name="connsiteY99" fmla="*/ 137929 h 582165"/>
                    <a:gd name="connsiteX100" fmla="*/ 0 w 118902"/>
                    <a:gd name="connsiteY100" fmla="*/ 144181 h 582165"/>
                    <a:gd name="connsiteX101" fmla="*/ 0 w 118902"/>
                    <a:gd name="connsiteY101" fmla="*/ 150455 h 582165"/>
                    <a:gd name="connsiteX102" fmla="*/ 0 w 118902"/>
                    <a:gd name="connsiteY102" fmla="*/ 156730 h 582165"/>
                    <a:gd name="connsiteX103" fmla="*/ 0 w 118902"/>
                    <a:gd name="connsiteY103" fmla="*/ 163004 h 582165"/>
                    <a:gd name="connsiteX104" fmla="*/ 0 w 118902"/>
                    <a:gd name="connsiteY104" fmla="*/ 169257 h 582165"/>
                    <a:gd name="connsiteX105" fmla="*/ 0 w 118902"/>
                    <a:gd name="connsiteY105" fmla="*/ 175531 h 582165"/>
                    <a:gd name="connsiteX106" fmla="*/ 0 w 118902"/>
                    <a:gd name="connsiteY106" fmla="*/ 181806 h 582165"/>
                    <a:gd name="connsiteX107" fmla="*/ 0 w 118902"/>
                    <a:gd name="connsiteY107" fmla="*/ 188080 h 582165"/>
                    <a:gd name="connsiteX108" fmla="*/ 0 w 118902"/>
                    <a:gd name="connsiteY108" fmla="*/ 194332 h 582165"/>
                    <a:gd name="connsiteX109" fmla="*/ 0 w 118902"/>
                    <a:gd name="connsiteY109" fmla="*/ 200607 h 582165"/>
                    <a:gd name="connsiteX110" fmla="*/ 0 w 118902"/>
                    <a:gd name="connsiteY110" fmla="*/ 206882 h 582165"/>
                    <a:gd name="connsiteX111" fmla="*/ 0 w 118902"/>
                    <a:gd name="connsiteY111" fmla="*/ 213134 h 582165"/>
                    <a:gd name="connsiteX112" fmla="*/ 0 w 118902"/>
                    <a:gd name="connsiteY112" fmla="*/ 219408 h 582165"/>
                    <a:gd name="connsiteX113" fmla="*/ 0 w 118902"/>
                    <a:gd name="connsiteY113" fmla="*/ 225683 h 582165"/>
                    <a:gd name="connsiteX114" fmla="*/ 0 w 118902"/>
                    <a:gd name="connsiteY114" fmla="*/ 231957 h 582165"/>
                    <a:gd name="connsiteX115" fmla="*/ 0 w 118902"/>
                    <a:gd name="connsiteY115" fmla="*/ 238210 h 582165"/>
                    <a:gd name="connsiteX116" fmla="*/ 0 w 118902"/>
                    <a:gd name="connsiteY116" fmla="*/ 244484 h 582165"/>
                    <a:gd name="connsiteX117" fmla="*/ 0 w 118902"/>
                    <a:gd name="connsiteY117" fmla="*/ 250759 h 582165"/>
                    <a:gd name="connsiteX118" fmla="*/ 0 w 118902"/>
                    <a:gd name="connsiteY118" fmla="*/ 257033 h 582165"/>
                    <a:gd name="connsiteX119" fmla="*/ 0 w 118902"/>
                    <a:gd name="connsiteY119" fmla="*/ 263286 h 582165"/>
                    <a:gd name="connsiteX120" fmla="*/ 0 w 118902"/>
                    <a:gd name="connsiteY120" fmla="*/ 269560 h 582165"/>
                    <a:gd name="connsiteX121" fmla="*/ 0 w 118902"/>
                    <a:gd name="connsiteY121" fmla="*/ 275835 h 582165"/>
                    <a:gd name="connsiteX122" fmla="*/ 0 w 118902"/>
                    <a:gd name="connsiteY122" fmla="*/ 282109 h 582165"/>
                    <a:gd name="connsiteX123" fmla="*/ 0 w 118902"/>
                    <a:gd name="connsiteY123" fmla="*/ 288361 h 582165"/>
                    <a:gd name="connsiteX124" fmla="*/ 0 w 118902"/>
                    <a:gd name="connsiteY124" fmla="*/ 294636 h 582165"/>
                    <a:gd name="connsiteX125" fmla="*/ 0 w 118902"/>
                    <a:gd name="connsiteY125" fmla="*/ 300911 h 582165"/>
                    <a:gd name="connsiteX126" fmla="*/ 0 w 118902"/>
                    <a:gd name="connsiteY126" fmla="*/ 307185 h 582165"/>
                    <a:gd name="connsiteX127" fmla="*/ 0 w 118902"/>
                    <a:gd name="connsiteY127" fmla="*/ 313437 h 582165"/>
                    <a:gd name="connsiteX128" fmla="*/ 0 w 118902"/>
                    <a:gd name="connsiteY128" fmla="*/ 319712 h 582165"/>
                    <a:gd name="connsiteX129" fmla="*/ 0 w 118902"/>
                    <a:gd name="connsiteY129" fmla="*/ 325987 h 582165"/>
                    <a:gd name="connsiteX130" fmla="*/ 0 w 118902"/>
                    <a:gd name="connsiteY130" fmla="*/ 332261 h 582165"/>
                    <a:gd name="connsiteX131" fmla="*/ 0 w 118902"/>
                    <a:gd name="connsiteY131" fmla="*/ 338513 h 582165"/>
                    <a:gd name="connsiteX132" fmla="*/ 0 w 118902"/>
                    <a:gd name="connsiteY132" fmla="*/ 344788 h 582165"/>
                    <a:gd name="connsiteX133" fmla="*/ 0 w 118902"/>
                    <a:gd name="connsiteY133" fmla="*/ 351062 h 582165"/>
                    <a:gd name="connsiteX134" fmla="*/ 0 w 118902"/>
                    <a:gd name="connsiteY134" fmla="*/ 357314 h 582165"/>
                    <a:gd name="connsiteX135" fmla="*/ 0 w 118902"/>
                    <a:gd name="connsiteY135" fmla="*/ 363589 h 582165"/>
                    <a:gd name="connsiteX136" fmla="*/ 0 w 118902"/>
                    <a:gd name="connsiteY136" fmla="*/ 369864 h 582165"/>
                    <a:gd name="connsiteX137" fmla="*/ 0 w 118902"/>
                    <a:gd name="connsiteY137" fmla="*/ 376138 h 582165"/>
                    <a:gd name="connsiteX138" fmla="*/ 0 w 118902"/>
                    <a:gd name="connsiteY138" fmla="*/ 382390 h 582165"/>
                    <a:gd name="connsiteX139" fmla="*/ 0 w 118902"/>
                    <a:gd name="connsiteY139" fmla="*/ 388665 h 582165"/>
                    <a:gd name="connsiteX140" fmla="*/ 0 w 118902"/>
                    <a:gd name="connsiteY140" fmla="*/ 394939 h 582165"/>
                    <a:gd name="connsiteX141" fmla="*/ 0 w 118902"/>
                    <a:gd name="connsiteY141" fmla="*/ 401214 h 582165"/>
                    <a:gd name="connsiteX142" fmla="*/ 0 w 118902"/>
                    <a:gd name="connsiteY142" fmla="*/ 407466 h 582165"/>
                    <a:gd name="connsiteX143" fmla="*/ 0 w 118902"/>
                    <a:gd name="connsiteY143" fmla="*/ 413741 h 582165"/>
                    <a:gd name="connsiteX144" fmla="*/ 0 w 118902"/>
                    <a:gd name="connsiteY144" fmla="*/ 420015 h 582165"/>
                    <a:gd name="connsiteX145" fmla="*/ 0 w 118902"/>
                    <a:gd name="connsiteY145" fmla="*/ 426290 h 582165"/>
                    <a:gd name="connsiteX146" fmla="*/ 0 w 118902"/>
                    <a:gd name="connsiteY146" fmla="*/ 432542 h 582165"/>
                    <a:gd name="connsiteX147" fmla="*/ 0 w 118902"/>
                    <a:gd name="connsiteY147" fmla="*/ 438817 h 582165"/>
                    <a:gd name="connsiteX148" fmla="*/ 0 w 118902"/>
                    <a:gd name="connsiteY148" fmla="*/ 445091 h 582165"/>
                    <a:gd name="connsiteX149" fmla="*/ 0 w 118902"/>
                    <a:gd name="connsiteY149" fmla="*/ 451366 h 582165"/>
                    <a:gd name="connsiteX150" fmla="*/ 0 w 118902"/>
                    <a:gd name="connsiteY150" fmla="*/ 457618 h 582165"/>
                    <a:gd name="connsiteX151" fmla="*/ 0 w 118902"/>
                    <a:gd name="connsiteY151" fmla="*/ 463893 h 582165"/>
                    <a:gd name="connsiteX152" fmla="*/ 0 w 118902"/>
                    <a:gd name="connsiteY152" fmla="*/ 470167 h 582165"/>
                    <a:gd name="connsiteX153" fmla="*/ 0 w 118902"/>
                    <a:gd name="connsiteY153" fmla="*/ 476442 h 582165"/>
                    <a:gd name="connsiteX154" fmla="*/ 0 w 118902"/>
                    <a:gd name="connsiteY154" fmla="*/ 482694 h 582165"/>
                    <a:gd name="connsiteX155" fmla="*/ 0 w 118902"/>
                    <a:gd name="connsiteY155" fmla="*/ 488968 h 582165"/>
                    <a:gd name="connsiteX156" fmla="*/ 0 w 118902"/>
                    <a:gd name="connsiteY156" fmla="*/ 495243 h 582165"/>
                    <a:gd name="connsiteX157" fmla="*/ 0 w 118902"/>
                    <a:gd name="connsiteY157" fmla="*/ 501495 h 582165"/>
                    <a:gd name="connsiteX158" fmla="*/ 0 w 118902"/>
                    <a:gd name="connsiteY158" fmla="*/ 507770 h 582165"/>
                    <a:gd name="connsiteX159" fmla="*/ 0 w 118902"/>
                    <a:gd name="connsiteY159" fmla="*/ 514044 h 582165"/>
                    <a:gd name="connsiteX160" fmla="*/ 0 w 118902"/>
                    <a:gd name="connsiteY160" fmla="*/ 520319 h 582165"/>
                    <a:gd name="connsiteX161" fmla="*/ 0 w 118902"/>
                    <a:gd name="connsiteY161" fmla="*/ 526571 h 582165"/>
                    <a:gd name="connsiteX162" fmla="*/ 0 w 118902"/>
                    <a:gd name="connsiteY162" fmla="*/ 532846 h 582165"/>
                    <a:gd name="connsiteX163" fmla="*/ 0 w 118902"/>
                    <a:gd name="connsiteY163" fmla="*/ 539120 h 582165"/>
                    <a:gd name="connsiteX164" fmla="*/ 0 w 118902"/>
                    <a:gd name="connsiteY164" fmla="*/ 545395 h 582165"/>
                    <a:gd name="connsiteX165" fmla="*/ 0 w 118902"/>
                    <a:gd name="connsiteY165" fmla="*/ 551647 h 582165"/>
                    <a:gd name="connsiteX166" fmla="*/ 0 w 118902"/>
                    <a:gd name="connsiteY166" fmla="*/ 557921 h 582165"/>
                    <a:gd name="connsiteX167" fmla="*/ 0 w 118902"/>
                    <a:gd name="connsiteY167" fmla="*/ 564196 h 582165"/>
                    <a:gd name="connsiteX168" fmla="*/ 0 w 118902"/>
                    <a:gd name="connsiteY168" fmla="*/ 570471 h 582165"/>
                    <a:gd name="connsiteX169" fmla="*/ 0 w 118902"/>
                    <a:gd name="connsiteY169" fmla="*/ 576723 h 582165"/>
                    <a:gd name="connsiteX170" fmla="*/ 0 w 118902"/>
                    <a:gd name="connsiteY170" fmla="*/ 582165 h 582165"/>
                    <a:gd name="connsiteX171" fmla="*/ 787 w 118902"/>
                    <a:gd name="connsiteY171" fmla="*/ 582165 h 582165"/>
                    <a:gd name="connsiteX172" fmla="*/ 967 w 118902"/>
                    <a:gd name="connsiteY172" fmla="*/ 582165 h 582165"/>
                    <a:gd name="connsiteX173" fmla="*/ 1237 w 118902"/>
                    <a:gd name="connsiteY173" fmla="*/ 576723 h 582165"/>
                    <a:gd name="connsiteX174" fmla="*/ 1687 w 118902"/>
                    <a:gd name="connsiteY174" fmla="*/ 570471 h 582165"/>
                    <a:gd name="connsiteX175" fmla="*/ 2249 w 118902"/>
                    <a:gd name="connsiteY175" fmla="*/ 564196 h 582165"/>
                    <a:gd name="connsiteX176" fmla="*/ 2969 w 118902"/>
                    <a:gd name="connsiteY176" fmla="*/ 557921 h 582165"/>
                    <a:gd name="connsiteX177" fmla="*/ 3846 w 118902"/>
                    <a:gd name="connsiteY177" fmla="*/ 551647 h 582165"/>
                    <a:gd name="connsiteX178" fmla="*/ 4948 w 118902"/>
                    <a:gd name="connsiteY178" fmla="*/ 545395 h 582165"/>
                    <a:gd name="connsiteX179" fmla="*/ 6275 w 118902"/>
                    <a:gd name="connsiteY179" fmla="*/ 539120 h 582165"/>
                    <a:gd name="connsiteX180" fmla="*/ 7871 w 118902"/>
                    <a:gd name="connsiteY180" fmla="*/ 532846 h 582165"/>
                    <a:gd name="connsiteX181" fmla="*/ 9760 w 118902"/>
                    <a:gd name="connsiteY181" fmla="*/ 526571 h 582165"/>
                    <a:gd name="connsiteX182" fmla="*/ 11942 w 118902"/>
                    <a:gd name="connsiteY182" fmla="*/ 520319 h 582165"/>
                    <a:gd name="connsiteX183" fmla="*/ 14416 w 118902"/>
                    <a:gd name="connsiteY183" fmla="*/ 514044 h 582165"/>
                    <a:gd name="connsiteX184" fmla="*/ 17227 w 118902"/>
                    <a:gd name="connsiteY184" fmla="*/ 507770 h 582165"/>
                    <a:gd name="connsiteX185" fmla="*/ 20308 w 118902"/>
                    <a:gd name="connsiteY185" fmla="*/ 501495 h 582165"/>
                    <a:gd name="connsiteX186" fmla="*/ 23682 w 118902"/>
                    <a:gd name="connsiteY186" fmla="*/ 495243 h 582165"/>
                    <a:gd name="connsiteX187" fmla="*/ 27257 w 118902"/>
                    <a:gd name="connsiteY187" fmla="*/ 488968 h 582165"/>
                    <a:gd name="connsiteX188" fmla="*/ 31013 w 118902"/>
                    <a:gd name="connsiteY188" fmla="*/ 482694 h 582165"/>
                    <a:gd name="connsiteX189" fmla="*/ 34859 w 118902"/>
                    <a:gd name="connsiteY189" fmla="*/ 476442 h 582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18902" h="582165">
                      <a:moveTo>
                        <a:pt x="34859" y="476442"/>
                      </a:moveTo>
                      <a:lnTo>
                        <a:pt x="38727" y="470167"/>
                      </a:lnTo>
                      <a:lnTo>
                        <a:pt x="42550" y="463893"/>
                      </a:lnTo>
                      <a:lnTo>
                        <a:pt x="46216" y="457618"/>
                      </a:lnTo>
                      <a:lnTo>
                        <a:pt x="49635" y="451366"/>
                      </a:lnTo>
                      <a:lnTo>
                        <a:pt x="52783" y="445091"/>
                      </a:lnTo>
                      <a:lnTo>
                        <a:pt x="55594" y="438817"/>
                      </a:lnTo>
                      <a:lnTo>
                        <a:pt x="58023" y="432542"/>
                      </a:lnTo>
                      <a:lnTo>
                        <a:pt x="60092" y="426290"/>
                      </a:lnTo>
                      <a:lnTo>
                        <a:pt x="61846" y="420015"/>
                      </a:lnTo>
                      <a:lnTo>
                        <a:pt x="63308" y="413741"/>
                      </a:lnTo>
                      <a:lnTo>
                        <a:pt x="64568" y="407466"/>
                      </a:lnTo>
                      <a:lnTo>
                        <a:pt x="65760" y="401214"/>
                      </a:lnTo>
                      <a:lnTo>
                        <a:pt x="66974" y="394939"/>
                      </a:lnTo>
                      <a:lnTo>
                        <a:pt x="68346" y="388665"/>
                      </a:lnTo>
                      <a:lnTo>
                        <a:pt x="69988" y="382390"/>
                      </a:lnTo>
                      <a:lnTo>
                        <a:pt x="71989" y="376138"/>
                      </a:lnTo>
                      <a:lnTo>
                        <a:pt x="74440" y="369864"/>
                      </a:lnTo>
                      <a:lnTo>
                        <a:pt x="77364" y="363589"/>
                      </a:lnTo>
                      <a:lnTo>
                        <a:pt x="80783" y="357314"/>
                      </a:lnTo>
                      <a:lnTo>
                        <a:pt x="84628" y="351062"/>
                      </a:lnTo>
                      <a:lnTo>
                        <a:pt x="88834" y="344788"/>
                      </a:lnTo>
                      <a:lnTo>
                        <a:pt x="93287" y="338513"/>
                      </a:lnTo>
                      <a:lnTo>
                        <a:pt x="97830" y="332261"/>
                      </a:lnTo>
                      <a:lnTo>
                        <a:pt x="102328" y="325987"/>
                      </a:lnTo>
                      <a:lnTo>
                        <a:pt x="106578" y="319712"/>
                      </a:lnTo>
                      <a:lnTo>
                        <a:pt x="110401" y="313437"/>
                      </a:lnTo>
                      <a:lnTo>
                        <a:pt x="113662" y="307185"/>
                      </a:lnTo>
                      <a:lnTo>
                        <a:pt x="116226" y="300911"/>
                      </a:lnTo>
                      <a:lnTo>
                        <a:pt x="117981" y="294636"/>
                      </a:lnTo>
                      <a:lnTo>
                        <a:pt x="118880" y="288361"/>
                      </a:lnTo>
                      <a:lnTo>
                        <a:pt x="118902" y="282109"/>
                      </a:lnTo>
                      <a:lnTo>
                        <a:pt x="118093" y="275835"/>
                      </a:lnTo>
                      <a:lnTo>
                        <a:pt x="116496" y="269560"/>
                      </a:lnTo>
                      <a:lnTo>
                        <a:pt x="114180" y="263286"/>
                      </a:lnTo>
                      <a:lnTo>
                        <a:pt x="111278" y="257033"/>
                      </a:lnTo>
                      <a:lnTo>
                        <a:pt x="107905" y="250759"/>
                      </a:lnTo>
                      <a:lnTo>
                        <a:pt x="104194" y="244484"/>
                      </a:lnTo>
                      <a:lnTo>
                        <a:pt x="100214" y="238210"/>
                      </a:lnTo>
                      <a:lnTo>
                        <a:pt x="96053" y="231957"/>
                      </a:lnTo>
                      <a:lnTo>
                        <a:pt x="91825" y="225683"/>
                      </a:lnTo>
                      <a:lnTo>
                        <a:pt x="87530" y="219408"/>
                      </a:lnTo>
                      <a:lnTo>
                        <a:pt x="83234" y="213134"/>
                      </a:lnTo>
                      <a:lnTo>
                        <a:pt x="78938" y="206882"/>
                      </a:lnTo>
                      <a:lnTo>
                        <a:pt x="74621" y="200607"/>
                      </a:lnTo>
                      <a:lnTo>
                        <a:pt x="70280" y="194332"/>
                      </a:lnTo>
                      <a:lnTo>
                        <a:pt x="65917" y="188080"/>
                      </a:lnTo>
                      <a:lnTo>
                        <a:pt x="61509" y="181806"/>
                      </a:lnTo>
                      <a:lnTo>
                        <a:pt x="57056" y="175531"/>
                      </a:lnTo>
                      <a:lnTo>
                        <a:pt x="52603" y="169257"/>
                      </a:lnTo>
                      <a:lnTo>
                        <a:pt x="48128" y="163004"/>
                      </a:lnTo>
                      <a:lnTo>
                        <a:pt x="43697" y="156730"/>
                      </a:lnTo>
                      <a:lnTo>
                        <a:pt x="39334" y="150455"/>
                      </a:lnTo>
                      <a:lnTo>
                        <a:pt x="35084" y="144181"/>
                      </a:lnTo>
                      <a:lnTo>
                        <a:pt x="30991" y="137929"/>
                      </a:lnTo>
                      <a:lnTo>
                        <a:pt x="27123" y="131654"/>
                      </a:lnTo>
                      <a:lnTo>
                        <a:pt x="23479" y="125379"/>
                      </a:lnTo>
                      <a:lnTo>
                        <a:pt x="20106" y="119105"/>
                      </a:lnTo>
                      <a:lnTo>
                        <a:pt x="17025" y="112853"/>
                      </a:lnTo>
                      <a:lnTo>
                        <a:pt x="14281" y="106578"/>
                      </a:lnTo>
                      <a:lnTo>
                        <a:pt x="11830" y="100304"/>
                      </a:lnTo>
                      <a:lnTo>
                        <a:pt x="9671" y="94029"/>
                      </a:lnTo>
                      <a:lnTo>
                        <a:pt x="7826" y="87777"/>
                      </a:lnTo>
                      <a:lnTo>
                        <a:pt x="6252" y="81502"/>
                      </a:lnTo>
                      <a:lnTo>
                        <a:pt x="4948" y="75228"/>
                      </a:lnTo>
                      <a:lnTo>
                        <a:pt x="3868" y="68953"/>
                      </a:lnTo>
                      <a:lnTo>
                        <a:pt x="2969" y="62701"/>
                      </a:lnTo>
                      <a:lnTo>
                        <a:pt x="2271" y="56426"/>
                      </a:lnTo>
                      <a:lnTo>
                        <a:pt x="1709" y="50152"/>
                      </a:lnTo>
                      <a:lnTo>
                        <a:pt x="1260" y="43877"/>
                      </a:lnTo>
                      <a:lnTo>
                        <a:pt x="922" y="37625"/>
                      </a:lnTo>
                      <a:lnTo>
                        <a:pt x="675" y="31350"/>
                      </a:lnTo>
                      <a:lnTo>
                        <a:pt x="472" y="25076"/>
                      </a:lnTo>
                      <a:lnTo>
                        <a:pt x="337" y="18824"/>
                      </a:lnTo>
                      <a:lnTo>
                        <a:pt x="225" y="12549"/>
                      </a:lnTo>
                      <a:lnTo>
                        <a:pt x="158" y="6275"/>
                      </a:lnTo>
                      <a:lnTo>
                        <a:pt x="113" y="0"/>
                      </a:lnTo>
                      <a:lnTo>
                        <a:pt x="0" y="0"/>
                      </a:lnTo>
                      <a:lnTo>
                        <a:pt x="0" y="6275"/>
                      </a:lnTo>
                      <a:lnTo>
                        <a:pt x="0" y="12549"/>
                      </a:lnTo>
                      <a:lnTo>
                        <a:pt x="0" y="18824"/>
                      </a:lnTo>
                      <a:lnTo>
                        <a:pt x="0" y="25076"/>
                      </a:lnTo>
                      <a:lnTo>
                        <a:pt x="0" y="31350"/>
                      </a:lnTo>
                      <a:lnTo>
                        <a:pt x="0" y="37625"/>
                      </a:lnTo>
                      <a:lnTo>
                        <a:pt x="0" y="43877"/>
                      </a:lnTo>
                      <a:lnTo>
                        <a:pt x="0" y="50152"/>
                      </a:lnTo>
                      <a:lnTo>
                        <a:pt x="0" y="56426"/>
                      </a:lnTo>
                      <a:lnTo>
                        <a:pt x="0" y="62701"/>
                      </a:lnTo>
                      <a:lnTo>
                        <a:pt x="0" y="68953"/>
                      </a:lnTo>
                      <a:lnTo>
                        <a:pt x="0" y="75228"/>
                      </a:lnTo>
                      <a:lnTo>
                        <a:pt x="0" y="81502"/>
                      </a:lnTo>
                      <a:lnTo>
                        <a:pt x="0" y="87777"/>
                      </a:lnTo>
                      <a:lnTo>
                        <a:pt x="0" y="94029"/>
                      </a:lnTo>
                      <a:lnTo>
                        <a:pt x="0" y="100304"/>
                      </a:lnTo>
                      <a:lnTo>
                        <a:pt x="0" y="106578"/>
                      </a:lnTo>
                      <a:lnTo>
                        <a:pt x="0" y="112853"/>
                      </a:lnTo>
                      <a:lnTo>
                        <a:pt x="0" y="119105"/>
                      </a:lnTo>
                      <a:lnTo>
                        <a:pt x="0" y="125379"/>
                      </a:lnTo>
                      <a:lnTo>
                        <a:pt x="0" y="131654"/>
                      </a:lnTo>
                      <a:lnTo>
                        <a:pt x="0" y="137929"/>
                      </a:lnTo>
                      <a:lnTo>
                        <a:pt x="0" y="144181"/>
                      </a:lnTo>
                      <a:lnTo>
                        <a:pt x="0" y="150455"/>
                      </a:lnTo>
                      <a:lnTo>
                        <a:pt x="0" y="156730"/>
                      </a:lnTo>
                      <a:lnTo>
                        <a:pt x="0" y="163004"/>
                      </a:lnTo>
                      <a:lnTo>
                        <a:pt x="0" y="169257"/>
                      </a:lnTo>
                      <a:lnTo>
                        <a:pt x="0" y="175531"/>
                      </a:lnTo>
                      <a:lnTo>
                        <a:pt x="0" y="181806"/>
                      </a:lnTo>
                      <a:lnTo>
                        <a:pt x="0" y="188080"/>
                      </a:lnTo>
                      <a:lnTo>
                        <a:pt x="0" y="194332"/>
                      </a:lnTo>
                      <a:lnTo>
                        <a:pt x="0" y="200607"/>
                      </a:lnTo>
                      <a:lnTo>
                        <a:pt x="0" y="206882"/>
                      </a:lnTo>
                      <a:lnTo>
                        <a:pt x="0" y="213134"/>
                      </a:lnTo>
                      <a:lnTo>
                        <a:pt x="0" y="219408"/>
                      </a:lnTo>
                      <a:lnTo>
                        <a:pt x="0" y="225683"/>
                      </a:lnTo>
                      <a:lnTo>
                        <a:pt x="0" y="231957"/>
                      </a:lnTo>
                      <a:lnTo>
                        <a:pt x="0" y="238210"/>
                      </a:lnTo>
                      <a:lnTo>
                        <a:pt x="0" y="244484"/>
                      </a:lnTo>
                      <a:lnTo>
                        <a:pt x="0" y="250759"/>
                      </a:lnTo>
                      <a:lnTo>
                        <a:pt x="0" y="257033"/>
                      </a:lnTo>
                      <a:lnTo>
                        <a:pt x="0" y="263286"/>
                      </a:lnTo>
                      <a:lnTo>
                        <a:pt x="0" y="269560"/>
                      </a:lnTo>
                      <a:lnTo>
                        <a:pt x="0" y="275835"/>
                      </a:lnTo>
                      <a:lnTo>
                        <a:pt x="0" y="282109"/>
                      </a:lnTo>
                      <a:lnTo>
                        <a:pt x="0" y="288361"/>
                      </a:lnTo>
                      <a:lnTo>
                        <a:pt x="0" y="294636"/>
                      </a:lnTo>
                      <a:lnTo>
                        <a:pt x="0" y="300911"/>
                      </a:lnTo>
                      <a:lnTo>
                        <a:pt x="0" y="307185"/>
                      </a:lnTo>
                      <a:lnTo>
                        <a:pt x="0" y="313437"/>
                      </a:lnTo>
                      <a:lnTo>
                        <a:pt x="0" y="319712"/>
                      </a:lnTo>
                      <a:lnTo>
                        <a:pt x="0" y="325987"/>
                      </a:lnTo>
                      <a:lnTo>
                        <a:pt x="0" y="332261"/>
                      </a:lnTo>
                      <a:lnTo>
                        <a:pt x="0" y="338513"/>
                      </a:lnTo>
                      <a:lnTo>
                        <a:pt x="0" y="344788"/>
                      </a:lnTo>
                      <a:lnTo>
                        <a:pt x="0" y="351062"/>
                      </a:lnTo>
                      <a:lnTo>
                        <a:pt x="0" y="357314"/>
                      </a:lnTo>
                      <a:lnTo>
                        <a:pt x="0" y="363589"/>
                      </a:lnTo>
                      <a:lnTo>
                        <a:pt x="0" y="369864"/>
                      </a:lnTo>
                      <a:lnTo>
                        <a:pt x="0" y="376138"/>
                      </a:lnTo>
                      <a:lnTo>
                        <a:pt x="0" y="382390"/>
                      </a:lnTo>
                      <a:lnTo>
                        <a:pt x="0" y="388665"/>
                      </a:lnTo>
                      <a:lnTo>
                        <a:pt x="0" y="394939"/>
                      </a:lnTo>
                      <a:lnTo>
                        <a:pt x="0" y="401214"/>
                      </a:lnTo>
                      <a:lnTo>
                        <a:pt x="0" y="407466"/>
                      </a:lnTo>
                      <a:lnTo>
                        <a:pt x="0" y="413741"/>
                      </a:lnTo>
                      <a:lnTo>
                        <a:pt x="0" y="420015"/>
                      </a:lnTo>
                      <a:lnTo>
                        <a:pt x="0" y="426290"/>
                      </a:lnTo>
                      <a:lnTo>
                        <a:pt x="0" y="432542"/>
                      </a:lnTo>
                      <a:lnTo>
                        <a:pt x="0" y="438817"/>
                      </a:lnTo>
                      <a:lnTo>
                        <a:pt x="0" y="445091"/>
                      </a:lnTo>
                      <a:lnTo>
                        <a:pt x="0" y="451366"/>
                      </a:lnTo>
                      <a:lnTo>
                        <a:pt x="0" y="457618"/>
                      </a:lnTo>
                      <a:lnTo>
                        <a:pt x="0" y="463893"/>
                      </a:lnTo>
                      <a:lnTo>
                        <a:pt x="0" y="470167"/>
                      </a:lnTo>
                      <a:lnTo>
                        <a:pt x="0" y="476442"/>
                      </a:lnTo>
                      <a:lnTo>
                        <a:pt x="0" y="482694"/>
                      </a:lnTo>
                      <a:lnTo>
                        <a:pt x="0" y="488968"/>
                      </a:lnTo>
                      <a:lnTo>
                        <a:pt x="0" y="495243"/>
                      </a:lnTo>
                      <a:lnTo>
                        <a:pt x="0" y="501495"/>
                      </a:lnTo>
                      <a:lnTo>
                        <a:pt x="0" y="507770"/>
                      </a:lnTo>
                      <a:lnTo>
                        <a:pt x="0" y="514044"/>
                      </a:lnTo>
                      <a:lnTo>
                        <a:pt x="0" y="520319"/>
                      </a:lnTo>
                      <a:lnTo>
                        <a:pt x="0" y="526571"/>
                      </a:lnTo>
                      <a:lnTo>
                        <a:pt x="0" y="532846"/>
                      </a:lnTo>
                      <a:lnTo>
                        <a:pt x="0" y="539120"/>
                      </a:lnTo>
                      <a:lnTo>
                        <a:pt x="0" y="545395"/>
                      </a:lnTo>
                      <a:lnTo>
                        <a:pt x="0" y="551647"/>
                      </a:lnTo>
                      <a:lnTo>
                        <a:pt x="0" y="557921"/>
                      </a:lnTo>
                      <a:lnTo>
                        <a:pt x="0" y="564196"/>
                      </a:lnTo>
                      <a:lnTo>
                        <a:pt x="0" y="570471"/>
                      </a:lnTo>
                      <a:lnTo>
                        <a:pt x="0" y="576723"/>
                      </a:lnTo>
                      <a:lnTo>
                        <a:pt x="0" y="582165"/>
                      </a:lnTo>
                      <a:lnTo>
                        <a:pt x="787" y="582165"/>
                      </a:lnTo>
                      <a:lnTo>
                        <a:pt x="967" y="582165"/>
                      </a:lnTo>
                      <a:lnTo>
                        <a:pt x="1237" y="576723"/>
                      </a:lnTo>
                      <a:lnTo>
                        <a:pt x="1687" y="570471"/>
                      </a:lnTo>
                      <a:lnTo>
                        <a:pt x="2249" y="564196"/>
                      </a:lnTo>
                      <a:lnTo>
                        <a:pt x="2969" y="557921"/>
                      </a:lnTo>
                      <a:lnTo>
                        <a:pt x="3846" y="551647"/>
                      </a:lnTo>
                      <a:lnTo>
                        <a:pt x="4948" y="545395"/>
                      </a:lnTo>
                      <a:lnTo>
                        <a:pt x="6275" y="539120"/>
                      </a:lnTo>
                      <a:lnTo>
                        <a:pt x="7871" y="532846"/>
                      </a:lnTo>
                      <a:lnTo>
                        <a:pt x="9760" y="526571"/>
                      </a:lnTo>
                      <a:lnTo>
                        <a:pt x="11942" y="520319"/>
                      </a:lnTo>
                      <a:lnTo>
                        <a:pt x="14416" y="514044"/>
                      </a:lnTo>
                      <a:lnTo>
                        <a:pt x="17227" y="507770"/>
                      </a:lnTo>
                      <a:lnTo>
                        <a:pt x="20308" y="501495"/>
                      </a:lnTo>
                      <a:lnTo>
                        <a:pt x="23682" y="495243"/>
                      </a:lnTo>
                      <a:lnTo>
                        <a:pt x="27257" y="488968"/>
                      </a:lnTo>
                      <a:lnTo>
                        <a:pt x="31013" y="482694"/>
                      </a:lnTo>
                      <a:lnTo>
                        <a:pt x="34859" y="476442"/>
                      </a:lnTo>
                      <a:close/>
                    </a:path>
                  </a:pathLst>
                </a:custGeom>
                <a:solidFill>
                  <a:srgbClr val="B4E4FA">
                    <a:alpha val="50000"/>
                  </a:srgbClr>
                </a:solidFill>
                <a:ln w="2249" cap="flat">
                  <a:noFill/>
                  <a:prstDash val="solid"/>
                  <a:miter/>
                </a:ln>
              </p:spPr>
              <p:txBody>
                <a:bodyPr rtlCol="0" anchor="ctr"/>
                <a:lstStyle/>
                <a:p>
                  <a:endParaRPr lang="en-US"/>
                </a:p>
              </p:txBody>
            </p:sp>
            <p:sp>
              <p:nvSpPr>
                <p:cNvPr id="3700" name="Freeform 3699">
                  <a:extLst>
                    <a:ext uri="{FF2B5EF4-FFF2-40B4-BE49-F238E27FC236}">
                      <a16:creationId xmlns:a16="http://schemas.microsoft.com/office/drawing/2014/main" id="{97C302AF-5F01-6D0F-7DE9-7B6BCB38BC07}"/>
                    </a:ext>
                  </a:extLst>
                </p:cNvPr>
                <p:cNvSpPr/>
                <p:nvPr/>
              </p:nvSpPr>
              <p:spPr>
                <a:xfrm>
                  <a:off x="3686247" y="5429487"/>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20"/>
                        <a:pt x="5960" y="11920"/>
                      </a:cubicBezTo>
                      <a:cubicBezTo>
                        <a:pt x="9243" y="11920"/>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1" name="Freeform 3700">
                  <a:extLst>
                    <a:ext uri="{FF2B5EF4-FFF2-40B4-BE49-F238E27FC236}">
                      <a16:creationId xmlns:a16="http://schemas.microsoft.com/office/drawing/2014/main" id="{C799C385-EA0B-8738-E04B-DB33DDB04246}"/>
                    </a:ext>
                  </a:extLst>
                </p:cNvPr>
                <p:cNvSpPr/>
                <p:nvPr/>
              </p:nvSpPr>
              <p:spPr>
                <a:xfrm>
                  <a:off x="3716220" y="5145248"/>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20"/>
                        <a:pt x="5960" y="11920"/>
                      </a:cubicBezTo>
                      <a:cubicBezTo>
                        <a:pt x="9243" y="11920"/>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2" name="Freeform 3701">
                  <a:extLst>
                    <a:ext uri="{FF2B5EF4-FFF2-40B4-BE49-F238E27FC236}">
                      <a16:creationId xmlns:a16="http://schemas.microsoft.com/office/drawing/2014/main" id="{CDB0C2B2-BAD1-6CCD-A6D0-8056F14C492A}"/>
                    </a:ext>
                  </a:extLst>
                </p:cNvPr>
                <p:cNvSpPr/>
                <p:nvPr/>
              </p:nvSpPr>
              <p:spPr>
                <a:xfrm>
                  <a:off x="3753773" y="502257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3" name="Freeform 3702">
                  <a:extLst>
                    <a:ext uri="{FF2B5EF4-FFF2-40B4-BE49-F238E27FC236}">
                      <a16:creationId xmlns:a16="http://schemas.microsoft.com/office/drawing/2014/main" id="{1315DEEB-AD34-EC01-E8EA-B870E2D3D155}"/>
                    </a:ext>
                  </a:extLst>
                </p:cNvPr>
                <p:cNvSpPr/>
                <p:nvPr/>
              </p:nvSpPr>
              <p:spPr>
                <a:xfrm>
                  <a:off x="3710495" y="5022573"/>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4" name="Freeform 3703">
                  <a:extLst>
                    <a:ext uri="{FF2B5EF4-FFF2-40B4-BE49-F238E27FC236}">
                      <a16:creationId xmlns:a16="http://schemas.microsoft.com/office/drawing/2014/main" id="{0AF9CFE2-3332-52FD-8D6E-594CAAC2E298}"/>
                    </a:ext>
                  </a:extLst>
                </p:cNvPr>
                <p:cNvSpPr/>
                <p:nvPr/>
              </p:nvSpPr>
              <p:spPr>
                <a:xfrm>
                  <a:off x="3777093" y="484812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5" name="Freeform 3704">
                  <a:extLst>
                    <a:ext uri="{FF2B5EF4-FFF2-40B4-BE49-F238E27FC236}">
                      <a16:creationId xmlns:a16="http://schemas.microsoft.com/office/drawing/2014/main" id="{45EE9543-379C-3DE5-F9EA-5147B29F08F9}"/>
                    </a:ext>
                  </a:extLst>
                </p:cNvPr>
                <p:cNvSpPr/>
                <p:nvPr/>
              </p:nvSpPr>
              <p:spPr>
                <a:xfrm>
                  <a:off x="3728933" y="5608655"/>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20"/>
                        <a:pt x="5960" y="11920"/>
                      </a:cubicBezTo>
                      <a:cubicBezTo>
                        <a:pt x="9243" y="11920"/>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6" name="Freeform 3705">
                  <a:extLst>
                    <a:ext uri="{FF2B5EF4-FFF2-40B4-BE49-F238E27FC236}">
                      <a16:creationId xmlns:a16="http://schemas.microsoft.com/office/drawing/2014/main" id="{ADAD0770-82E2-0ED2-CD7D-89F6859C02DB}"/>
                    </a:ext>
                  </a:extLst>
                </p:cNvPr>
                <p:cNvSpPr/>
                <p:nvPr/>
              </p:nvSpPr>
              <p:spPr>
                <a:xfrm>
                  <a:off x="3748637" y="5080668"/>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7" name="Freeform 3706">
                  <a:extLst>
                    <a:ext uri="{FF2B5EF4-FFF2-40B4-BE49-F238E27FC236}">
                      <a16:creationId xmlns:a16="http://schemas.microsoft.com/office/drawing/2014/main" id="{3D09FC25-9793-7DE3-9D43-D1A684191BDA}"/>
                    </a:ext>
                  </a:extLst>
                </p:cNvPr>
                <p:cNvSpPr/>
                <p:nvPr/>
              </p:nvSpPr>
              <p:spPr>
                <a:xfrm>
                  <a:off x="3761096" y="5628864"/>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20"/>
                        <a:pt x="5960" y="11920"/>
                      </a:cubicBezTo>
                      <a:cubicBezTo>
                        <a:pt x="9243" y="11920"/>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8" name="Freeform 3707">
                  <a:extLst>
                    <a:ext uri="{FF2B5EF4-FFF2-40B4-BE49-F238E27FC236}">
                      <a16:creationId xmlns:a16="http://schemas.microsoft.com/office/drawing/2014/main" id="{DB6484AB-E01A-CB90-DD29-62C7707898E9}"/>
                    </a:ext>
                  </a:extLst>
                </p:cNvPr>
                <p:cNvSpPr/>
                <p:nvPr/>
              </p:nvSpPr>
              <p:spPr>
                <a:xfrm rot="20194800">
                  <a:off x="3663912" y="5779092"/>
                  <a:ext cx="44622" cy="44622"/>
                </a:xfrm>
                <a:custGeom>
                  <a:avLst/>
                  <a:gdLst>
                    <a:gd name="connsiteX0" fmla="*/ 11919 w 11919"/>
                    <a:gd name="connsiteY0" fmla="*/ 5960 h 11919"/>
                    <a:gd name="connsiteX1" fmla="*/ 5960 w 11919"/>
                    <a:gd name="connsiteY1" fmla="*/ 11920 h 11919"/>
                    <a:gd name="connsiteX2" fmla="*/ 0 w 11919"/>
                    <a:gd name="connsiteY2" fmla="*/ 5960 h 11919"/>
                    <a:gd name="connsiteX3" fmla="*/ 5960 w 11919"/>
                    <a:gd name="connsiteY3" fmla="*/ 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9251"/>
                        <a:pt x="9251" y="11920"/>
                        <a:pt x="5960" y="11920"/>
                      </a:cubicBezTo>
                      <a:cubicBezTo>
                        <a:pt x="2668" y="11920"/>
                        <a:pt x="0" y="9251"/>
                        <a:pt x="0" y="5960"/>
                      </a:cubicBezTo>
                      <a:cubicBezTo>
                        <a:pt x="0" y="2668"/>
                        <a:pt x="2668" y="0"/>
                        <a:pt x="5960" y="0"/>
                      </a:cubicBezTo>
                      <a:cubicBezTo>
                        <a:pt x="9251" y="0"/>
                        <a:pt x="11919" y="2668"/>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09" name="Freeform 3708">
                  <a:extLst>
                    <a:ext uri="{FF2B5EF4-FFF2-40B4-BE49-F238E27FC236}">
                      <a16:creationId xmlns:a16="http://schemas.microsoft.com/office/drawing/2014/main" id="{A36A4D05-E5F2-6CED-6FF7-2E324055BAE7}"/>
                    </a:ext>
                  </a:extLst>
                </p:cNvPr>
                <p:cNvSpPr/>
                <p:nvPr/>
              </p:nvSpPr>
              <p:spPr>
                <a:xfrm>
                  <a:off x="3714284" y="5608655"/>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20"/>
                        <a:pt x="5960" y="11920"/>
                      </a:cubicBezTo>
                      <a:cubicBezTo>
                        <a:pt x="9243" y="11920"/>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0" name="Freeform 3709">
                  <a:extLst>
                    <a:ext uri="{FF2B5EF4-FFF2-40B4-BE49-F238E27FC236}">
                      <a16:creationId xmlns:a16="http://schemas.microsoft.com/office/drawing/2014/main" id="{28A9B5A0-0AF4-5C7E-BD23-0F2487C4FD06}"/>
                    </a:ext>
                  </a:extLst>
                </p:cNvPr>
                <p:cNvSpPr/>
                <p:nvPr/>
              </p:nvSpPr>
              <p:spPr>
                <a:xfrm>
                  <a:off x="3745859" y="525511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1" name="Freeform 3710">
                  <a:extLst>
                    <a:ext uri="{FF2B5EF4-FFF2-40B4-BE49-F238E27FC236}">
                      <a16:creationId xmlns:a16="http://schemas.microsoft.com/office/drawing/2014/main" id="{65B25C6A-1702-43F9-7382-C90D1EAA4972}"/>
                    </a:ext>
                  </a:extLst>
                </p:cNvPr>
                <p:cNvSpPr/>
                <p:nvPr/>
              </p:nvSpPr>
              <p:spPr>
                <a:xfrm>
                  <a:off x="3776086" y="5497855"/>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20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20"/>
                        <a:pt x="5960" y="11920"/>
                      </a:cubicBezTo>
                      <a:cubicBezTo>
                        <a:pt x="9243" y="11920"/>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2" name="Freeform 3711">
                  <a:extLst>
                    <a:ext uri="{FF2B5EF4-FFF2-40B4-BE49-F238E27FC236}">
                      <a16:creationId xmlns:a16="http://schemas.microsoft.com/office/drawing/2014/main" id="{612F61A0-9EE6-CBDE-5D14-59EFAFD6525B}"/>
                    </a:ext>
                  </a:extLst>
                </p:cNvPr>
                <p:cNvSpPr/>
                <p:nvPr/>
              </p:nvSpPr>
              <p:spPr>
                <a:xfrm>
                  <a:off x="3693742" y="4673754"/>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3" name="Freeform 3712">
                  <a:extLst>
                    <a:ext uri="{FF2B5EF4-FFF2-40B4-BE49-F238E27FC236}">
                      <a16:creationId xmlns:a16="http://schemas.microsoft.com/office/drawing/2014/main" id="{CC6B4B16-701C-B0E7-6DAB-78DBA3A2559D}"/>
                    </a:ext>
                  </a:extLst>
                </p:cNvPr>
                <p:cNvSpPr/>
                <p:nvPr/>
              </p:nvSpPr>
              <p:spPr>
                <a:xfrm>
                  <a:off x="3793344" y="4906300"/>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4" name="Freeform 3713">
                  <a:extLst>
                    <a:ext uri="{FF2B5EF4-FFF2-40B4-BE49-F238E27FC236}">
                      <a16:creationId xmlns:a16="http://schemas.microsoft.com/office/drawing/2014/main" id="{1EC4778E-EA94-A630-38E7-2F5FC2750B95}"/>
                    </a:ext>
                  </a:extLst>
                </p:cNvPr>
                <p:cNvSpPr/>
                <p:nvPr/>
              </p:nvSpPr>
              <p:spPr>
                <a:xfrm>
                  <a:off x="3654927" y="502257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5" name="Freeform 3714">
                  <a:extLst>
                    <a:ext uri="{FF2B5EF4-FFF2-40B4-BE49-F238E27FC236}">
                      <a16:creationId xmlns:a16="http://schemas.microsoft.com/office/drawing/2014/main" id="{767CA7D7-F16C-3EC5-6393-33DF0C5F6C11}"/>
                    </a:ext>
                  </a:extLst>
                </p:cNvPr>
                <p:cNvSpPr/>
                <p:nvPr/>
              </p:nvSpPr>
              <p:spPr>
                <a:xfrm>
                  <a:off x="3707718" y="5138846"/>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6" name="Freeform 3715">
                  <a:extLst>
                    <a:ext uri="{FF2B5EF4-FFF2-40B4-BE49-F238E27FC236}">
                      <a16:creationId xmlns:a16="http://schemas.microsoft.com/office/drawing/2014/main" id="{5FD01B27-B3FE-3826-BA2A-4861700E8DF6}"/>
                    </a:ext>
                  </a:extLst>
                </p:cNvPr>
                <p:cNvSpPr/>
                <p:nvPr/>
              </p:nvSpPr>
              <p:spPr>
                <a:xfrm>
                  <a:off x="3678415" y="4557481"/>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7" name="Freeform 3716">
                  <a:extLst>
                    <a:ext uri="{FF2B5EF4-FFF2-40B4-BE49-F238E27FC236}">
                      <a16:creationId xmlns:a16="http://schemas.microsoft.com/office/drawing/2014/main" id="{22ECE4D7-E70B-CCAE-B16C-FFF289266BAA}"/>
                    </a:ext>
                  </a:extLst>
                </p:cNvPr>
                <p:cNvSpPr/>
                <p:nvPr/>
              </p:nvSpPr>
              <p:spPr>
                <a:xfrm>
                  <a:off x="3672354" y="4790027"/>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8" name="Freeform 3717">
                  <a:extLst>
                    <a:ext uri="{FF2B5EF4-FFF2-40B4-BE49-F238E27FC236}">
                      <a16:creationId xmlns:a16="http://schemas.microsoft.com/office/drawing/2014/main" id="{9C2AD8BF-7E35-DA28-19C2-2DF4E24331E5}"/>
                    </a:ext>
                  </a:extLst>
                </p:cNvPr>
                <p:cNvSpPr/>
                <p:nvPr/>
              </p:nvSpPr>
              <p:spPr>
                <a:xfrm>
                  <a:off x="3808413" y="5083783"/>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19" name="Freeform 3718">
                  <a:extLst>
                    <a:ext uri="{FF2B5EF4-FFF2-40B4-BE49-F238E27FC236}">
                      <a16:creationId xmlns:a16="http://schemas.microsoft.com/office/drawing/2014/main" id="{C535242C-2A25-0741-7BE7-A93B2EB25237}"/>
                    </a:ext>
                  </a:extLst>
                </p:cNvPr>
                <p:cNvSpPr/>
                <p:nvPr/>
              </p:nvSpPr>
              <p:spPr>
                <a:xfrm>
                  <a:off x="3802520" y="502257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0" name="Freeform 3719">
                  <a:extLst>
                    <a:ext uri="{FF2B5EF4-FFF2-40B4-BE49-F238E27FC236}">
                      <a16:creationId xmlns:a16="http://schemas.microsoft.com/office/drawing/2014/main" id="{0BC753A5-F8C7-4E64-DB2C-4EC4E6493538}"/>
                    </a:ext>
                  </a:extLst>
                </p:cNvPr>
                <p:cNvSpPr/>
                <p:nvPr/>
              </p:nvSpPr>
              <p:spPr>
                <a:xfrm>
                  <a:off x="3787703" y="515114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1" name="Freeform 3720">
                  <a:extLst>
                    <a:ext uri="{FF2B5EF4-FFF2-40B4-BE49-F238E27FC236}">
                      <a16:creationId xmlns:a16="http://schemas.microsoft.com/office/drawing/2014/main" id="{DDCEC05E-315C-813A-350B-EF3F9F333972}"/>
                    </a:ext>
                  </a:extLst>
                </p:cNvPr>
                <p:cNvSpPr/>
                <p:nvPr/>
              </p:nvSpPr>
              <p:spPr>
                <a:xfrm>
                  <a:off x="3644404" y="5603942"/>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2" name="Freeform 3721">
                  <a:extLst>
                    <a:ext uri="{FF2B5EF4-FFF2-40B4-BE49-F238E27FC236}">
                      <a16:creationId xmlns:a16="http://schemas.microsoft.com/office/drawing/2014/main" id="{7232678D-A717-A59F-A38A-8858E3EFC5D4}"/>
                    </a:ext>
                  </a:extLst>
                </p:cNvPr>
                <p:cNvSpPr/>
                <p:nvPr/>
              </p:nvSpPr>
              <p:spPr>
                <a:xfrm>
                  <a:off x="3745436" y="473185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3" name="Freeform 3722">
                  <a:extLst>
                    <a:ext uri="{FF2B5EF4-FFF2-40B4-BE49-F238E27FC236}">
                      <a16:creationId xmlns:a16="http://schemas.microsoft.com/office/drawing/2014/main" id="{51800988-3039-8AE9-3E96-8412A7412AA0}"/>
                    </a:ext>
                  </a:extLst>
                </p:cNvPr>
                <p:cNvSpPr/>
                <p:nvPr/>
              </p:nvSpPr>
              <p:spPr>
                <a:xfrm>
                  <a:off x="3702330" y="5196941"/>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4" name="Freeform 3723">
                  <a:extLst>
                    <a:ext uri="{FF2B5EF4-FFF2-40B4-BE49-F238E27FC236}">
                      <a16:creationId xmlns:a16="http://schemas.microsoft.com/office/drawing/2014/main" id="{3B44A68D-65EF-D3A3-DDFA-C1E71E3C0A58}"/>
                    </a:ext>
                  </a:extLst>
                </p:cNvPr>
                <p:cNvSpPr/>
                <p:nvPr/>
              </p:nvSpPr>
              <p:spPr>
                <a:xfrm>
                  <a:off x="3723123" y="5138846"/>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5" name="Freeform 3724">
                  <a:extLst>
                    <a:ext uri="{FF2B5EF4-FFF2-40B4-BE49-F238E27FC236}">
                      <a16:creationId xmlns:a16="http://schemas.microsoft.com/office/drawing/2014/main" id="{20A388C0-AFBD-D928-D7DC-1CC8A4D3E994}"/>
                    </a:ext>
                  </a:extLst>
                </p:cNvPr>
                <p:cNvSpPr/>
                <p:nvPr/>
              </p:nvSpPr>
              <p:spPr>
                <a:xfrm>
                  <a:off x="3724557" y="5304544"/>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6" name="Freeform 3725">
                  <a:extLst>
                    <a:ext uri="{FF2B5EF4-FFF2-40B4-BE49-F238E27FC236}">
                      <a16:creationId xmlns:a16="http://schemas.microsoft.com/office/drawing/2014/main" id="{54462A1C-3263-3B00-F75C-07E7973BA43D}"/>
                    </a:ext>
                  </a:extLst>
                </p:cNvPr>
                <p:cNvSpPr/>
                <p:nvPr/>
              </p:nvSpPr>
              <p:spPr>
                <a:xfrm>
                  <a:off x="3777347" y="5138846"/>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7" name="Freeform 3726">
                  <a:extLst>
                    <a:ext uri="{FF2B5EF4-FFF2-40B4-BE49-F238E27FC236}">
                      <a16:creationId xmlns:a16="http://schemas.microsoft.com/office/drawing/2014/main" id="{591F99BE-9C6B-F3AA-CE37-733BA4D41E7D}"/>
                    </a:ext>
                  </a:extLst>
                </p:cNvPr>
                <p:cNvSpPr/>
                <p:nvPr/>
              </p:nvSpPr>
              <p:spPr>
                <a:xfrm>
                  <a:off x="3732808" y="473185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E4FA">
                    <a:alpha val="60000"/>
                  </a:srgbClr>
                </a:solidFill>
                <a:ln w="2249" cap="flat">
                  <a:noFill/>
                  <a:prstDash val="solid"/>
                  <a:miter/>
                </a:ln>
              </p:spPr>
              <p:txBody>
                <a:bodyPr rtlCol="0" anchor="ctr"/>
                <a:lstStyle/>
                <a:p>
                  <a:endParaRPr lang="en-US"/>
                </a:p>
              </p:txBody>
            </p:sp>
            <p:sp>
              <p:nvSpPr>
                <p:cNvPr id="3728" name="Freeform 3727">
                  <a:extLst>
                    <a:ext uri="{FF2B5EF4-FFF2-40B4-BE49-F238E27FC236}">
                      <a16:creationId xmlns:a16="http://schemas.microsoft.com/office/drawing/2014/main" id="{953F33D2-5F69-5702-229E-24C6E231B745}"/>
                    </a:ext>
                  </a:extLst>
                </p:cNvPr>
                <p:cNvSpPr/>
                <p:nvPr/>
              </p:nvSpPr>
              <p:spPr>
                <a:xfrm>
                  <a:off x="3966616" y="4957660"/>
                  <a:ext cx="133532" cy="462902"/>
                </a:xfrm>
                <a:custGeom>
                  <a:avLst/>
                  <a:gdLst>
                    <a:gd name="connsiteX0" fmla="*/ 0 w 35668"/>
                    <a:gd name="connsiteY0" fmla="*/ 0 h 123647"/>
                    <a:gd name="connsiteX1" fmla="*/ 35669 w 35668"/>
                    <a:gd name="connsiteY1" fmla="*/ 0 h 123647"/>
                    <a:gd name="connsiteX2" fmla="*/ 35669 w 35668"/>
                    <a:gd name="connsiteY2" fmla="*/ 123648 h 123647"/>
                    <a:gd name="connsiteX3" fmla="*/ 0 w 35668"/>
                    <a:gd name="connsiteY3" fmla="*/ 123648 h 123647"/>
                  </a:gdLst>
                  <a:ahLst/>
                  <a:cxnLst>
                    <a:cxn ang="0">
                      <a:pos x="connsiteX0" y="connsiteY0"/>
                    </a:cxn>
                    <a:cxn ang="0">
                      <a:pos x="connsiteX1" y="connsiteY1"/>
                    </a:cxn>
                    <a:cxn ang="0">
                      <a:pos x="connsiteX2" y="connsiteY2"/>
                    </a:cxn>
                    <a:cxn ang="0">
                      <a:pos x="connsiteX3" y="connsiteY3"/>
                    </a:cxn>
                  </a:cxnLst>
                  <a:rect l="l" t="t" r="r" b="b"/>
                  <a:pathLst>
                    <a:path w="35668" h="123647">
                      <a:moveTo>
                        <a:pt x="0" y="0"/>
                      </a:moveTo>
                      <a:lnTo>
                        <a:pt x="35669" y="0"/>
                      </a:lnTo>
                      <a:lnTo>
                        <a:pt x="35669" y="123648"/>
                      </a:lnTo>
                      <a:lnTo>
                        <a:pt x="0" y="123648"/>
                      </a:lnTo>
                      <a:close/>
                    </a:path>
                  </a:pathLst>
                </a:custGeom>
                <a:solidFill>
                  <a:srgbClr val="B4E4FA"/>
                </a:solidFill>
                <a:ln w="2249" cap="flat">
                  <a:noFill/>
                  <a:prstDash val="solid"/>
                  <a:miter/>
                </a:ln>
              </p:spPr>
              <p:txBody>
                <a:bodyPr rtlCol="0" anchor="ctr"/>
                <a:lstStyle/>
                <a:p>
                  <a:endParaRPr lang="en-US"/>
                </a:p>
              </p:txBody>
            </p:sp>
            <p:sp>
              <p:nvSpPr>
                <p:cNvPr id="3729" name="Freeform 3728">
                  <a:extLst>
                    <a:ext uri="{FF2B5EF4-FFF2-40B4-BE49-F238E27FC236}">
                      <a16:creationId xmlns:a16="http://schemas.microsoft.com/office/drawing/2014/main" id="{320A6016-201D-4747-C04C-D0C9F3351483}"/>
                    </a:ext>
                  </a:extLst>
                </p:cNvPr>
                <p:cNvSpPr/>
                <p:nvPr/>
              </p:nvSpPr>
              <p:spPr>
                <a:xfrm>
                  <a:off x="3966616" y="4957660"/>
                  <a:ext cx="133532" cy="462902"/>
                </a:xfrm>
                <a:custGeom>
                  <a:avLst/>
                  <a:gdLst>
                    <a:gd name="connsiteX0" fmla="*/ 0 w 35668"/>
                    <a:gd name="connsiteY0" fmla="*/ 0 h 123647"/>
                    <a:gd name="connsiteX1" fmla="*/ 35669 w 35668"/>
                    <a:gd name="connsiteY1" fmla="*/ 0 h 123647"/>
                    <a:gd name="connsiteX2" fmla="*/ 35669 w 35668"/>
                    <a:gd name="connsiteY2" fmla="*/ 123648 h 123647"/>
                    <a:gd name="connsiteX3" fmla="*/ 0 w 35668"/>
                    <a:gd name="connsiteY3" fmla="*/ 123648 h 123647"/>
                  </a:gdLst>
                  <a:ahLst/>
                  <a:cxnLst>
                    <a:cxn ang="0">
                      <a:pos x="connsiteX0" y="connsiteY0"/>
                    </a:cxn>
                    <a:cxn ang="0">
                      <a:pos x="connsiteX1" y="connsiteY1"/>
                    </a:cxn>
                    <a:cxn ang="0">
                      <a:pos x="connsiteX2" y="connsiteY2"/>
                    </a:cxn>
                    <a:cxn ang="0">
                      <a:pos x="connsiteX3" y="connsiteY3"/>
                    </a:cxn>
                  </a:cxnLst>
                  <a:rect l="l" t="t" r="r" b="b"/>
                  <a:pathLst>
                    <a:path w="35668" h="123647">
                      <a:moveTo>
                        <a:pt x="0" y="0"/>
                      </a:moveTo>
                      <a:lnTo>
                        <a:pt x="35669" y="0"/>
                      </a:lnTo>
                      <a:lnTo>
                        <a:pt x="35669" y="123648"/>
                      </a:lnTo>
                      <a:lnTo>
                        <a:pt x="0" y="123648"/>
                      </a:lnTo>
                      <a:close/>
                    </a:path>
                  </a:pathLst>
                </a:custGeom>
                <a:noFill/>
                <a:ln w="4498" cap="flat">
                  <a:solidFill>
                    <a:srgbClr val="000000"/>
                  </a:solidFill>
                  <a:prstDash val="solid"/>
                  <a:miter/>
                </a:ln>
              </p:spPr>
              <p:txBody>
                <a:bodyPr rtlCol="0" anchor="ctr"/>
                <a:lstStyle/>
                <a:p>
                  <a:endParaRPr lang="en-US"/>
                </a:p>
              </p:txBody>
            </p:sp>
            <p:sp>
              <p:nvSpPr>
                <p:cNvPr id="3730" name="Freeform 3729">
                  <a:extLst>
                    <a:ext uri="{FF2B5EF4-FFF2-40B4-BE49-F238E27FC236}">
                      <a16:creationId xmlns:a16="http://schemas.microsoft.com/office/drawing/2014/main" id="{68401D3E-CA8D-09CD-EFB6-3FBC1E55F4A5}"/>
                    </a:ext>
                  </a:extLst>
                </p:cNvPr>
                <p:cNvSpPr/>
                <p:nvPr/>
              </p:nvSpPr>
              <p:spPr>
                <a:xfrm>
                  <a:off x="3966616" y="5161159"/>
                  <a:ext cx="133532" cy="8416"/>
                </a:xfrm>
                <a:custGeom>
                  <a:avLst/>
                  <a:gdLst>
                    <a:gd name="connsiteX0" fmla="*/ 0 w 35668"/>
                    <a:gd name="connsiteY0" fmla="*/ 0 h 2248"/>
                    <a:gd name="connsiteX1" fmla="*/ 35669 w 35668"/>
                    <a:gd name="connsiteY1" fmla="*/ 0 h 2248"/>
                  </a:gdLst>
                  <a:ahLst/>
                  <a:cxnLst>
                    <a:cxn ang="0">
                      <a:pos x="connsiteX0" y="connsiteY0"/>
                    </a:cxn>
                    <a:cxn ang="0">
                      <a:pos x="connsiteX1" y="connsiteY1"/>
                    </a:cxn>
                  </a:cxnLst>
                  <a:rect l="l" t="t" r="r" b="b"/>
                  <a:pathLst>
                    <a:path w="35668" h="2248">
                      <a:moveTo>
                        <a:pt x="0" y="0"/>
                      </a:moveTo>
                      <a:lnTo>
                        <a:pt x="35669" y="0"/>
                      </a:lnTo>
                    </a:path>
                  </a:pathLst>
                </a:custGeom>
                <a:ln w="4498" cap="flat">
                  <a:solidFill>
                    <a:srgbClr val="000000"/>
                  </a:solidFill>
                  <a:prstDash val="solid"/>
                  <a:round/>
                </a:ln>
              </p:spPr>
              <p:txBody>
                <a:bodyPr rtlCol="0" anchor="ctr"/>
                <a:lstStyle/>
                <a:p>
                  <a:endParaRPr lang="en-US"/>
                </a:p>
              </p:txBody>
            </p:sp>
          </p:grpSp>
          <p:grpSp>
            <p:nvGrpSpPr>
              <p:cNvPr id="3657" name="Group 3656">
                <a:extLst>
                  <a:ext uri="{FF2B5EF4-FFF2-40B4-BE49-F238E27FC236}">
                    <a16:creationId xmlns:a16="http://schemas.microsoft.com/office/drawing/2014/main" id="{D6FFEEFE-0167-7C7A-809E-0F2303C5B46A}"/>
                  </a:ext>
                </a:extLst>
              </p:cNvPr>
              <p:cNvGrpSpPr/>
              <p:nvPr/>
            </p:nvGrpSpPr>
            <p:grpSpPr>
              <a:xfrm>
                <a:off x="8268734" y="3852517"/>
                <a:ext cx="847416" cy="2220473"/>
                <a:chOff x="8268734" y="3852517"/>
                <a:chExt cx="847416" cy="2220473"/>
              </a:xfrm>
            </p:grpSpPr>
            <p:grpSp>
              <p:nvGrpSpPr>
                <p:cNvPr id="3660" name="Group 3659">
                  <a:extLst>
                    <a:ext uri="{FF2B5EF4-FFF2-40B4-BE49-F238E27FC236}">
                      <a16:creationId xmlns:a16="http://schemas.microsoft.com/office/drawing/2014/main" id="{3A325908-D7AC-E826-368D-79F42C168220}"/>
                    </a:ext>
                  </a:extLst>
                </p:cNvPr>
                <p:cNvGrpSpPr/>
                <p:nvPr/>
              </p:nvGrpSpPr>
              <p:grpSpPr>
                <a:xfrm>
                  <a:off x="8268734" y="3852517"/>
                  <a:ext cx="847416" cy="2220473"/>
                  <a:chOff x="8268734" y="3852517"/>
                  <a:chExt cx="847416" cy="2220473"/>
                </a:xfrm>
              </p:grpSpPr>
              <p:sp>
                <p:nvSpPr>
                  <p:cNvPr id="3664" name="Freeform 3663">
                    <a:extLst>
                      <a:ext uri="{FF2B5EF4-FFF2-40B4-BE49-F238E27FC236}">
                        <a16:creationId xmlns:a16="http://schemas.microsoft.com/office/drawing/2014/main" id="{93C9E44F-56EF-9A93-B6BE-9E49DE79C241}"/>
                      </a:ext>
                    </a:extLst>
                  </p:cNvPr>
                  <p:cNvSpPr/>
                  <p:nvPr/>
                </p:nvSpPr>
                <p:spPr>
                  <a:xfrm>
                    <a:off x="8673371" y="3852517"/>
                    <a:ext cx="442779" cy="2220473"/>
                  </a:xfrm>
                  <a:custGeom>
                    <a:avLst/>
                    <a:gdLst>
                      <a:gd name="connsiteX0" fmla="*/ 135 w 118272"/>
                      <a:gd name="connsiteY0" fmla="*/ 587113 h 593117"/>
                      <a:gd name="connsiteX1" fmla="*/ 203 w 118272"/>
                      <a:gd name="connsiteY1" fmla="*/ 581131 h 593117"/>
                      <a:gd name="connsiteX2" fmla="*/ 315 w 118272"/>
                      <a:gd name="connsiteY2" fmla="*/ 575149 h 593117"/>
                      <a:gd name="connsiteX3" fmla="*/ 450 w 118272"/>
                      <a:gd name="connsiteY3" fmla="*/ 569144 h 593117"/>
                      <a:gd name="connsiteX4" fmla="*/ 652 w 118272"/>
                      <a:gd name="connsiteY4" fmla="*/ 563162 h 593117"/>
                      <a:gd name="connsiteX5" fmla="*/ 922 w 118272"/>
                      <a:gd name="connsiteY5" fmla="*/ 557157 h 593117"/>
                      <a:gd name="connsiteX6" fmla="*/ 1260 w 118272"/>
                      <a:gd name="connsiteY6" fmla="*/ 551175 h 593117"/>
                      <a:gd name="connsiteX7" fmla="*/ 1709 w 118272"/>
                      <a:gd name="connsiteY7" fmla="*/ 545192 h 593117"/>
                      <a:gd name="connsiteX8" fmla="*/ 2271 w 118272"/>
                      <a:gd name="connsiteY8" fmla="*/ 539188 h 593117"/>
                      <a:gd name="connsiteX9" fmla="*/ 2946 w 118272"/>
                      <a:gd name="connsiteY9" fmla="*/ 533206 h 593117"/>
                      <a:gd name="connsiteX10" fmla="*/ 3778 w 118272"/>
                      <a:gd name="connsiteY10" fmla="*/ 527201 h 593117"/>
                      <a:gd name="connsiteX11" fmla="*/ 4746 w 118272"/>
                      <a:gd name="connsiteY11" fmla="*/ 521219 h 593117"/>
                      <a:gd name="connsiteX12" fmla="*/ 5892 w 118272"/>
                      <a:gd name="connsiteY12" fmla="*/ 515236 h 593117"/>
                      <a:gd name="connsiteX13" fmla="*/ 7197 w 118272"/>
                      <a:gd name="connsiteY13" fmla="*/ 509232 h 593117"/>
                      <a:gd name="connsiteX14" fmla="*/ 8703 w 118272"/>
                      <a:gd name="connsiteY14" fmla="*/ 503249 h 593117"/>
                      <a:gd name="connsiteX15" fmla="*/ 10390 w 118272"/>
                      <a:gd name="connsiteY15" fmla="*/ 497245 h 593117"/>
                      <a:gd name="connsiteX16" fmla="*/ 12302 w 118272"/>
                      <a:gd name="connsiteY16" fmla="*/ 491262 h 593117"/>
                      <a:gd name="connsiteX17" fmla="*/ 14483 w 118272"/>
                      <a:gd name="connsiteY17" fmla="*/ 485280 h 593117"/>
                      <a:gd name="connsiteX18" fmla="*/ 16935 w 118272"/>
                      <a:gd name="connsiteY18" fmla="*/ 479275 h 593117"/>
                      <a:gd name="connsiteX19" fmla="*/ 19701 w 118272"/>
                      <a:gd name="connsiteY19" fmla="*/ 473293 h 593117"/>
                      <a:gd name="connsiteX20" fmla="*/ 22872 w 118272"/>
                      <a:gd name="connsiteY20" fmla="*/ 467289 h 593117"/>
                      <a:gd name="connsiteX21" fmla="*/ 26470 w 118272"/>
                      <a:gd name="connsiteY21" fmla="*/ 461306 h 593117"/>
                      <a:gd name="connsiteX22" fmla="*/ 30541 w 118272"/>
                      <a:gd name="connsiteY22" fmla="*/ 455324 h 593117"/>
                      <a:gd name="connsiteX23" fmla="*/ 35151 w 118272"/>
                      <a:gd name="connsiteY23" fmla="*/ 449319 h 593117"/>
                      <a:gd name="connsiteX24" fmla="*/ 40301 w 118272"/>
                      <a:gd name="connsiteY24" fmla="*/ 443337 h 593117"/>
                      <a:gd name="connsiteX25" fmla="*/ 46014 w 118272"/>
                      <a:gd name="connsiteY25" fmla="*/ 437332 h 593117"/>
                      <a:gd name="connsiteX26" fmla="*/ 52266 w 118272"/>
                      <a:gd name="connsiteY26" fmla="*/ 431350 h 593117"/>
                      <a:gd name="connsiteX27" fmla="*/ 58945 w 118272"/>
                      <a:gd name="connsiteY27" fmla="*/ 425368 h 593117"/>
                      <a:gd name="connsiteX28" fmla="*/ 66007 w 118272"/>
                      <a:gd name="connsiteY28" fmla="*/ 419363 h 593117"/>
                      <a:gd name="connsiteX29" fmla="*/ 73271 w 118272"/>
                      <a:gd name="connsiteY29" fmla="*/ 413381 h 593117"/>
                      <a:gd name="connsiteX30" fmla="*/ 80558 w 118272"/>
                      <a:gd name="connsiteY30" fmla="*/ 407399 h 593117"/>
                      <a:gd name="connsiteX31" fmla="*/ 87709 w 118272"/>
                      <a:gd name="connsiteY31" fmla="*/ 401394 h 593117"/>
                      <a:gd name="connsiteX32" fmla="*/ 94501 w 118272"/>
                      <a:gd name="connsiteY32" fmla="*/ 395412 h 593117"/>
                      <a:gd name="connsiteX33" fmla="*/ 100708 w 118272"/>
                      <a:gd name="connsiteY33" fmla="*/ 389407 h 593117"/>
                      <a:gd name="connsiteX34" fmla="*/ 106174 w 118272"/>
                      <a:gd name="connsiteY34" fmla="*/ 383425 h 593117"/>
                      <a:gd name="connsiteX35" fmla="*/ 110716 w 118272"/>
                      <a:gd name="connsiteY35" fmla="*/ 377443 h 593117"/>
                      <a:gd name="connsiteX36" fmla="*/ 114247 w 118272"/>
                      <a:gd name="connsiteY36" fmla="*/ 371438 h 593117"/>
                      <a:gd name="connsiteX37" fmla="*/ 116698 w 118272"/>
                      <a:gd name="connsiteY37" fmla="*/ 365456 h 593117"/>
                      <a:gd name="connsiteX38" fmla="*/ 118026 w 118272"/>
                      <a:gd name="connsiteY38" fmla="*/ 359451 h 593117"/>
                      <a:gd name="connsiteX39" fmla="*/ 118273 w 118272"/>
                      <a:gd name="connsiteY39" fmla="*/ 353469 h 593117"/>
                      <a:gd name="connsiteX40" fmla="*/ 117531 w 118272"/>
                      <a:gd name="connsiteY40" fmla="*/ 347486 h 593117"/>
                      <a:gd name="connsiteX41" fmla="*/ 115889 w 118272"/>
                      <a:gd name="connsiteY41" fmla="*/ 341482 h 593117"/>
                      <a:gd name="connsiteX42" fmla="*/ 113505 w 118272"/>
                      <a:gd name="connsiteY42" fmla="*/ 335500 h 593117"/>
                      <a:gd name="connsiteX43" fmla="*/ 110514 w 118272"/>
                      <a:gd name="connsiteY43" fmla="*/ 329495 h 593117"/>
                      <a:gd name="connsiteX44" fmla="*/ 107095 w 118272"/>
                      <a:gd name="connsiteY44" fmla="*/ 323513 h 593117"/>
                      <a:gd name="connsiteX45" fmla="*/ 103385 w 118272"/>
                      <a:gd name="connsiteY45" fmla="*/ 317530 h 593117"/>
                      <a:gd name="connsiteX46" fmla="*/ 99561 w 118272"/>
                      <a:gd name="connsiteY46" fmla="*/ 311526 h 593117"/>
                      <a:gd name="connsiteX47" fmla="*/ 95716 w 118272"/>
                      <a:gd name="connsiteY47" fmla="*/ 305543 h 593117"/>
                      <a:gd name="connsiteX48" fmla="*/ 92005 w 118272"/>
                      <a:gd name="connsiteY48" fmla="*/ 299539 h 593117"/>
                      <a:gd name="connsiteX49" fmla="*/ 88452 w 118272"/>
                      <a:gd name="connsiteY49" fmla="*/ 293557 h 593117"/>
                      <a:gd name="connsiteX50" fmla="*/ 85146 w 118272"/>
                      <a:gd name="connsiteY50" fmla="*/ 287574 h 593117"/>
                      <a:gd name="connsiteX51" fmla="*/ 82064 w 118272"/>
                      <a:gd name="connsiteY51" fmla="*/ 281570 h 593117"/>
                      <a:gd name="connsiteX52" fmla="*/ 79186 w 118272"/>
                      <a:gd name="connsiteY52" fmla="*/ 275587 h 593117"/>
                      <a:gd name="connsiteX53" fmla="*/ 76465 w 118272"/>
                      <a:gd name="connsiteY53" fmla="*/ 269583 h 593117"/>
                      <a:gd name="connsiteX54" fmla="*/ 73833 w 118272"/>
                      <a:gd name="connsiteY54" fmla="*/ 263600 h 593117"/>
                      <a:gd name="connsiteX55" fmla="*/ 71225 w 118272"/>
                      <a:gd name="connsiteY55" fmla="*/ 257618 h 593117"/>
                      <a:gd name="connsiteX56" fmla="*/ 68548 w 118272"/>
                      <a:gd name="connsiteY56" fmla="*/ 251613 h 593117"/>
                      <a:gd name="connsiteX57" fmla="*/ 65737 w 118272"/>
                      <a:gd name="connsiteY57" fmla="*/ 245631 h 593117"/>
                      <a:gd name="connsiteX58" fmla="*/ 62723 w 118272"/>
                      <a:gd name="connsiteY58" fmla="*/ 239626 h 593117"/>
                      <a:gd name="connsiteX59" fmla="*/ 59508 w 118272"/>
                      <a:gd name="connsiteY59" fmla="*/ 233644 h 593117"/>
                      <a:gd name="connsiteX60" fmla="*/ 56089 w 118272"/>
                      <a:gd name="connsiteY60" fmla="*/ 227662 h 593117"/>
                      <a:gd name="connsiteX61" fmla="*/ 52491 w 118272"/>
                      <a:gd name="connsiteY61" fmla="*/ 221657 h 593117"/>
                      <a:gd name="connsiteX62" fmla="*/ 48780 w 118272"/>
                      <a:gd name="connsiteY62" fmla="*/ 215675 h 593117"/>
                      <a:gd name="connsiteX63" fmla="*/ 45047 w 118272"/>
                      <a:gd name="connsiteY63" fmla="*/ 209670 h 593117"/>
                      <a:gd name="connsiteX64" fmla="*/ 41358 w 118272"/>
                      <a:gd name="connsiteY64" fmla="*/ 203688 h 593117"/>
                      <a:gd name="connsiteX65" fmla="*/ 37828 w 118272"/>
                      <a:gd name="connsiteY65" fmla="*/ 197706 h 593117"/>
                      <a:gd name="connsiteX66" fmla="*/ 34522 w 118272"/>
                      <a:gd name="connsiteY66" fmla="*/ 191701 h 593117"/>
                      <a:gd name="connsiteX67" fmla="*/ 31508 w 118272"/>
                      <a:gd name="connsiteY67" fmla="*/ 185719 h 593117"/>
                      <a:gd name="connsiteX68" fmla="*/ 28832 w 118272"/>
                      <a:gd name="connsiteY68" fmla="*/ 179714 h 593117"/>
                      <a:gd name="connsiteX69" fmla="*/ 26515 w 118272"/>
                      <a:gd name="connsiteY69" fmla="*/ 173732 h 593117"/>
                      <a:gd name="connsiteX70" fmla="*/ 24559 w 118272"/>
                      <a:gd name="connsiteY70" fmla="*/ 167750 h 593117"/>
                      <a:gd name="connsiteX71" fmla="*/ 22895 w 118272"/>
                      <a:gd name="connsiteY71" fmla="*/ 161745 h 593117"/>
                      <a:gd name="connsiteX72" fmla="*/ 21478 w 118272"/>
                      <a:gd name="connsiteY72" fmla="*/ 155763 h 593117"/>
                      <a:gd name="connsiteX73" fmla="*/ 20263 w 118272"/>
                      <a:gd name="connsiteY73" fmla="*/ 149758 h 593117"/>
                      <a:gd name="connsiteX74" fmla="*/ 19184 w 118272"/>
                      <a:gd name="connsiteY74" fmla="*/ 143776 h 593117"/>
                      <a:gd name="connsiteX75" fmla="*/ 18172 w 118272"/>
                      <a:gd name="connsiteY75" fmla="*/ 137794 h 593117"/>
                      <a:gd name="connsiteX76" fmla="*/ 17137 w 118272"/>
                      <a:gd name="connsiteY76" fmla="*/ 131789 h 593117"/>
                      <a:gd name="connsiteX77" fmla="*/ 16080 w 118272"/>
                      <a:gd name="connsiteY77" fmla="*/ 125807 h 593117"/>
                      <a:gd name="connsiteX78" fmla="*/ 14956 w 118272"/>
                      <a:gd name="connsiteY78" fmla="*/ 119802 h 593117"/>
                      <a:gd name="connsiteX79" fmla="*/ 13764 w 118272"/>
                      <a:gd name="connsiteY79" fmla="*/ 113820 h 593117"/>
                      <a:gd name="connsiteX80" fmla="*/ 12482 w 118272"/>
                      <a:gd name="connsiteY80" fmla="*/ 107838 h 593117"/>
                      <a:gd name="connsiteX81" fmla="*/ 11178 w 118272"/>
                      <a:gd name="connsiteY81" fmla="*/ 101833 h 593117"/>
                      <a:gd name="connsiteX82" fmla="*/ 9850 w 118272"/>
                      <a:gd name="connsiteY82" fmla="*/ 95851 h 593117"/>
                      <a:gd name="connsiteX83" fmla="*/ 8524 w 118272"/>
                      <a:gd name="connsiteY83" fmla="*/ 89846 h 593117"/>
                      <a:gd name="connsiteX84" fmla="*/ 7242 w 118272"/>
                      <a:gd name="connsiteY84" fmla="*/ 83864 h 593117"/>
                      <a:gd name="connsiteX85" fmla="*/ 6050 w 118272"/>
                      <a:gd name="connsiteY85" fmla="*/ 77881 h 593117"/>
                      <a:gd name="connsiteX86" fmla="*/ 4948 w 118272"/>
                      <a:gd name="connsiteY86" fmla="*/ 71877 h 593117"/>
                      <a:gd name="connsiteX87" fmla="*/ 3981 w 118272"/>
                      <a:gd name="connsiteY87" fmla="*/ 65894 h 593117"/>
                      <a:gd name="connsiteX88" fmla="*/ 3149 w 118272"/>
                      <a:gd name="connsiteY88" fmla="*/ 59890 h 593117"/>
                      <a:gd name="connsiteX89" fmla="*/ 2429 w 118272"/>
                      <a:gd name="connsiteY89" fmla="*/ 53908 h 593117"/>
                      <a:gd name="connsiteX90" fmla="*/ 1822 w 118272"/>
                      <a:gd name="connsiteY90" fmla="*/ 47925 h 593117"/>
                      <a:gd name="connsiteX91" fmla="*/ 1350 w 118272"/>
                      <a:gd name="connsiteY91" fmla="*/ 41921 h 593117"/>
                      <a:gd name="connsiteX92" fmla="*/ 990 w 118272"/>
                      <a:gd name="connsiteY92" fmla="*/ 35938 h 593117"/>
                      <a:gd name="connsiteX93" fmla="*/ 697 w 118272"/>
                      <a:gd name="connsiteY93" fmla="*/ 29934 h 593117"/>
                      <a:gd name="connsiteX94" fmla="*/ 495 w 118272"/>
                      <a:gd name="connsiteY94" fmla="*/ 23951 h 593117"/>
                      <a:gd name="connsiteX95" fmla="*/ 337 w 118272"/>
                      <a:gd name="connsiteY95" fmla="*/ 17969 h 593117"/>
                      <a:gd name="connsiteX96" fmla="*/ 225 w 118272"/>
                      <a:gd name="connsiteY96" fmla="*/ 11964 h 593117"/>
                      <a:gd name="connsiteX97" fmla="*/ 135 w 118272"/>
                      <a:gd name="connsiteY97" fmla="*/ 5982 h 593117"/>
                      <a:gd name="connsiteX98" fmla="*/ 90 w 118272"/>
                      <a:gd name="connsiteY98" fmla="*/ 0 h 593117"/>
                      <a:gd name="connsiteX99" fmla="*/ 0 w 118272"/>
                      <a:gd name="connsiteY99" fmla="*/ 0 h 593117"/>
                      <a:gd name="connsiteX100" fmla="*/ 0 w 118272"/>
                      <a:gd name="connsiteY100" fmla="*/ 5982 h 593117"/>
                      <a:gd name="connsiteX101" fmla="*/ 0 w 118272"/>
                      <a:gd name="connsiteY101" fmla="*/ 11964 h 593117"/>
                      <a:gd name="connsiteX102" fmla="*/ 0 w 118272"/>
                      <a:gd name="connsiteY102" fmla="*/ 17969 h 593117"/>
                      <a:gd name="connsiteX103" fmla="*/ 0 w 118272"/>
                      <a:gd name="connsiteY103" fmla="*/ 23951 h 593117"/>
                      <a:gd name="connsiteX104" fmla="*/ 0 w 118272"/>
                      <a:gd name="connsiteY104" fmla="*/ 29934 h 593117"/>
                      <a:gd name="connsiteX105" fmla="*/ 0 w 118272"/>
                      <a:gd name="connsiteY105" fmla="*/ 35938 h 593117"/>
                      <a:gd name="connsiteX106" fmla="*/ 0 w 118272"/>
                      <a:gd name="connsiteY106" fmla="*/ 41921 h 593117"/>
                      <a:gd name="connsiteX107" fmla="*/ 0 w 118272"/>
                      <a:gd name="connsiteY107" fmla="*/ 47925 h 593117"/>
                      <a:gd name="connsiteX108" fmla="*/ 0 w 118272"/>
                      <a:gd name="connsiteY108" fmla="*/ 53908 h 593117"/>
                      <a:gd name="connsiteX109" fmla="*/ 0 w 118272"/>
                      <a:gd name="connsiteY109" fmla="*/ 59890 h 593117"/>
                      <a:gd name="connsiteX110" fmla="*/ 0 w 118272"/>
                      <a:gd name="connsiteY110" fmla="*/ 65894 h 593117"/>
                      <a:gd name="connsiteX111" fmla="*/ 0 w 118272"/>
                      <a:gd name="connsiteY111" fmla="*/ 71877 h 593117"/>
                      <a:gd name="connsiteX112" fmla="*/ 0 w 118272"/>
                      <a:gd name="connsiteY112" fmla="*/ 77881 h 593117"/>
                      <a:gd name="connsiteX113" fmla="*/ 0 w 118272"/>
                      <a:gd name="connsiteY113" fmla="*/ 83864 h 593117"/>
                      <a:gd name="connsiteX114" fmla="*/ 0 w 118272"/>
                      <a:gd name="connsiteY114" fmla="*/ 89846 h 593117"/>
                      <a:gd name="connsiteX115" fmla="*/ 0 w 118272"/>
                      <a:gd name="connsiteY115" fmla="*/ 95851 h 593117"/>
                      <a:gd name="connsiteX116" fmla="*/ 0 w 118272"/>
                      <a:gd name="connsiteY116" fmla="*/ 101833 h 593117"/>
                      <a:gd name="connsiteX117" fmla="*/ 0 w 118272"/>
                      <a:gd name="connsiteY117" fmla="*/ 107838 h 593117"/>
                      <a:gd name="connsiteX118" fmla="*/ 0 w 118272"/>
                      <a:gd name="connsiteY118" fmla="*/ 113820 h 593117"/>
                      <a:gd name="connsiteX119" fmla="*/ 0 w 118272"/>
                      <a:gd name="connsiteY119" fmla="*/ 119802 h 593117"/>
                      <a:gd name="connsiteX120" fmla="*/ 0 w 118272"/>
                      <a:gd name="connsiteY120" fmla="*/ 125807 h 593117"/>
                      <a:gd name="connsiteX121" fmla="*/ 0 w 118272"/>
                      <a:gd name="connsiteY121" fmla="*/ 131789 h 593117"/>
                      <a:gd name="connsiteX122" fmla="*/ 0 w 118272"/>
                      <a:gd name="connsiteY122" fmla="*/ 137794 h 593117"/>
                      <a:gd name="connsiteX123" fmla="*/ 0 w 118272"/>
                      <a:gd name="connsiteY123" fmla="*/ 143776 h 593117"/>
                      <a:gd name="connsiteX124" fmla="*/ 0 w 118272"/>
                      <a:gd name="connsiteY124" fmla="*/ 149758 h 593117"/>
                      <a:gd name="connsiteX125" fmla="*/ 0 w 118272"/>
                      <a:gd name="connsiteY125" fmla="*/ 155763 h 593117"/>
                      <a:gd name="connsiteX126" fmla="*/ 0 w 118272"/>
                      <a:gd name="connsiteY126" fmla="*/ 161745 h 593117"/>
                      <a:gd name="connsiteX127" fmla="*/ 0 w 118272"/>
                      <a:gd name="connsiteY127" fmla="*/ 167750 h 593117"/>
                      <a:gd name="connsiteX128" fmla="*/ 0 w 118272"/>
                      <a:gd name="connsiteY128" fmla="*/ 173732 h 593117"/>
                      <a:gd name="connsiteX129" fmla="*/ 0 w 118272"/>
                      <a:gd name="connsiteY129" fmla="*/ 179714 h 593117"/>
                      <a:gd name="connsiteX130" fmla="*/ 0 w 118272"/>
                      <a:gd name="connsiteY130" fmla="*/ 185719 h 593117"/>
                      <a:gd name="connsiteX131" fmla="*/ 0 w 118272"/>
                      <a:gd name="connsiteY131" fmla="*/ 191701 h 593117"/>
                      <a:gd name="connsiteX132" fmla="*/ 0 w 118272"/>
                      <a:gd name="connsiteY132" fmla="*/ 197706 h 593117"/>
                      <a:gd name="connsiteX133" fmla="*/ 0 w 118272"/>
                      <a:gd name="connsiteY133" fmla="*/ 203688 h 593117"/>
                      <a:gd name="connsiteX134" fmla="*/ 0 w 118272"/>
                      <a:gd name="connsiteY134" fmla="*/ 209670 h 593117"/>
                      <a:gd name="connsiteX135" fmla="*/ 0 w 118272"/>
                      <a:gd name="connsiteY135" fmla="*/ 215675 h 593117"/>
                      <a:gd name="connsiteX136" fmla="*/ 0 w 118272"/>
                      <a:gd name="connsiteY136" fmla="*/ 221657 h 593117"/>
                      <a:gd name="connsiteX137" fmla="*/ 0 w 118272"/>
                      <a:gd name="connsiteY137" fmla="*/ 227662 h 593117"/>
                      <a:gd name="connsiteX138" fmla="*/ 0 w 118272"/>
                      <a:gd name="connsiteY138" fmla="*/ 233644 h 593117"/>
                      <a:gd name="connsiteX139" fmla="*/ 0 w 118272"/>
                      <a:gd name="connsiteY139" fmla="*/ 239626 h 593117"/>
                      <a:gd name="connsiteX140" fmla="*/ 0 w 118272"/>
                      <a:gd name="connsiteY140" fmla="*/ 245631 h 593117"/>
                      <a:gd name="connsiteX141" fmla="*/ 0 w 118272"/>
                      <a:gd name="connsiteY141" fmla="*/ 251613 h 593117"/>
                      <a:gd name="connsiteX142" fmla="*/ 0 w 118272"/>
                      <a:gd name="connsiteY142" fmla="*/ 257618 h 593117"/>
                      <a:gd name="connsiteX143" fmla="*/ 0 w 118272"/>
                      <a:gd name="connsiteY143" fmla="*/ 263600 h 593117"/>
                      <a:gd name="connsiteX144" fmla="*/ 0 w 118272"/>
                      <a:gd name="connsiteY144" fmla="*/ 269583 h 593117"/>
                      <a:gd name="connsiteX145" fmla="*/ 0 w 118272"/>
                      <a:gd name="connsiteY145" fmla="*/ 275587 h 593117"/>
                      <a:gd name="connsiteX146" fmla="*/ 0 w 118272"/>
                      <a:gd name="connsiteY146" fmla="*/ 281570 h 593117"/>
                      <a:gd name="connsiteX147" fmla="*/ 0 w 118272"/>
                      <a:gd name="connsiteY147" fmla="*/ 287574 h 593117"/>
                      <a:gd name="connsiteX148" fmla="*/ 0 w 118272"/>
                      <a:gd name="connsiteY148" fmla="*/ 293557 h 593117"/>
                      <a:gd name="connsiteX149" fmla="*/ 0 w 118272"/>
                      <a:gd name="connsiteY149" fmla="*/ 299539 h 593117"/>
                      <a:gd name="connsiteX150" fmla="*/ 0 w 118272"/>
                      <a:gd name="connsiteY150" fmla="*/ 305543 h 593117"/>
                      <a:gd name="connsiteX151" fmla="*/ 0 w 118272"/>
                      <a:gd name="connsiteY151" fmla="*/ 311526 h 593117"/>
                      <a:gd name="connsiteX152" fmla="*/ 0 w 118272"/>
                      <a:gd name="connsiteY152" fmla="*/ 317530 h 593117"/>
                      <a:gd name="connsiteX153" fmla="*/ 0 w 118272"/>
                      <a:gd name="connsiteY153" fmla="*/ 323513 h 593117"/>
                      <a:gd name="connsiteX154" fmla="*/ 0 w 118272"/>
                      <a:gd name="connsiteY154" fmla="*/ 329495 h 593117"/>
                      <a:gd name="connsiteX155" fmla="*/ 0 w 118272"/>
                      <a:gd name="connsiteY155" fmla="*/ 335500 h 593117"/>
                      <a:gd name="connsiteX156" fmla="*/ 0 w 118272"/>
                      <a:gd name="connsiteY156" fmla="*/ 341482 h 593117"/>
                      <a:gd name="connsiteX157" fmla="*/ 0 w 118272"/>
                      <a:gd name="connsiteY157" fmla="*/ 347486 h 593117"/>
                      <a:gd name="connsiteX158" fmla="*/ 0 w 118272"/>
                      <a:gd name="connsiteY158" fmla="*/ 353469 h 593117"/>
                      <a:gd name="connsiteX159" fmla="*/ 0 w 118272"/>
                      <a:gd name="connsiteY159" fmla="*/ 359451 h 593117"/>
                      <a:gd name="connsiteX160" fmla="*/ 0 w 118272"/>
                      <a:gd name="connsiteY160" fmla="*/ 365456 h 593117"/>
                      <a:gd name="connsiteX161" fmla="*/ 0 w 118272"/>
                      <a:gd name="connsiteY161" fmla="*/ 371438 h 593117"/>
                      <a:gd name="connsiteX162" fmla="*/ 0 w 118272"/>
                      <a:gd name="connsiteY162" fmla="*/ 377443 h 593117"/>
                      <a:gd name="connsiteX163" fmla="*/ 0 w 118272"/>
                      <a:gd name="connsiteY163" fmla="*/ 383425 h 593117"/>
                      <a:gd name="connsiteX164" fmla="*/ 0 w 118272"/>
                      <a:gd name="connsiteY164" fmla="*/ 389407 h 593117"/>
                      <a:gd name="connsiteX165" fmla="*/ 0 w 118272"/>
                      <a:gd name="connsiteY165" fmla="*/ 395412 h 593117"/>
                      <a:gd name="connsiteX166" fmla="*/ 0 w 118272"/>
                      <a:gd name="connsiteY166" fmla="*/ 401394 h 593117"/>
                      <a:gd name="connsiteX167" fmla="*/ 0 w 118272"/>
                      <a:gd name="connsiteY167" fmla="*/ 407399 h 593117"/>
                      <a:gd name="connsiteX168" fmla="*/ 0 w 118272"/>
                      <a:gd name="connsiteY168" fmla="*/ 413381 h 593117"/>
                      <a:gd name="connsiteX169" fmla="*/ 0 w 118272"/>
                      <a:gd name="connsiteY169" fmla="*/ 419363 h 593117"/>
                      <a:gd name="connsiteX170" fmla="*/ 0 w 118272"/>
                      <a:gd name="connsiteY170" fmla="*/ 425368 h 593117"/>
                      <a:gd name="connsiteX171" fmla="*/ 0 w 118272"/>
                      <a:gd name="connsiteY171" fmla="*/ 431350 h 593117"/>
                      <a:gd name="connsiteX172" fmla="*/ 0 w 118272"/>
                      <a:gd name="connsiteY172" fmla="*/ 437332 h 593117"/>
                      <a:gd name="connsiteX173" fmla="*/ 0 w 118272"/>
                      <a:gd name="connsiteY173" fmla="*/ 443337 h 593117"/>
                      <a:gd name="connsiteX174" fmla="*/ 0 w 118272"/>
                      <a:gd name="connsiteY174" fmla="*/ 449319 h 593117"/>
                      <a:gd name="connsiteX175" fmla="*/ 0 w 118272"/>
                      <a:gd name="connsiteY175" fmla="*/ 455324 h 593117"/>
                      <a:gd name="connsiteX176" fmla="*/ 0 w 118272"/>
                      <a:gd name="connsiteY176" fmla="*/ 461306 h 593117"/>
                      <a:gd name="connsiteX177" fmla="*/ 0 w 118272"/>
                      <a:gd name="connsiteY177" fmla="*/ 467289 h 593117"/>
                      <a:gd name="connsiteX178" fmla="*/ 0 w 118272"/>
                      <a:gd name="connsiteY178" fmla="*/ 473293 h 593117"/>
                      <a:gd name="connsiteX179" fmla="*/ 0 w 118272"/>
                      <a:gd name="connsiteY179" fmla="*/ 479275 h 593117"/>
                      <a:gd name="connsiteX180" fmla="*/ 0 w 118272"/>
                      <a:gd name="connsiteY180" fmla="*/ 485280 h 593117"/>
                      <a:gd name="connsiteX181" fmla="*/ 0 w 118272"/>
                      <a:gd name="connsiteY181" fmla="*/ 491262 h 593117"/>
                      <a:gd name="connsiteX182" fmla="*/ 0 w 118272"/>
                      <a:gd name="connsiteY182" fmla="*/ 497245 h 593117"/>
                      <a:gd name="connsiteX183" fmla="*/ 0 w 118272"/>
                      <a:gd name="connsiteY183" fmla="*/ 503249 h 593117"/>
                      <a:gd name="connsiteX184" fmla="*/ 0 w 118272"/>
                      <a:gd name="connsiteY184" fmla="*/ 509232 h 593117"/>
                      <a:gd name="connsiteX185" fmla="*/ 0 w 118272"/>
                      <a:gd name="connsiteY185" fmla="*/ 515236 h 593117"/>
                      <a:gd name="connsiteX186" fmla="*/ 0 w 118272"/>
                      <a:gd name="connsiteY186" fmla="*/ 521219 h 593117"/>
                      <a:gd name="connsiteX187" fmla="*/ 0 w 118272"/>
                      <a:gd name="connsiteY187" fmla="*/ 527201 h 593117"/>
                      <a:gd name="connsiteX188" fmla="*/ 0 w 118272"/>
                      <a:gd name="connsiteY188" fmla="*/ 533206 h 593117"/>
                      <a:gd name="connsiteX189" fmla="*/ 0 w 118272"/>
                      <a:gd name="connsiteY189" fmla="*/ 539188 h 593117"/>
                      <a:gd name="connsiteX190" fmla="*/ 0 w 118272"/>
                      <a:gd name="connsiteY190" fmla="*/ 545192 h 593117"/>
                      <a:gd name="connsiteX191" fmla="*/ 0 w 118272"/>
                      <a:gd name="connsiteY191" fmla="*/ 551175 h 593117"/>
                      <a:gd name="connsiteX192" fmla="*/ 0 w 118272"/>
                      <a:gd name="connsiteY192" fmla="*/ 557157 h 593117"/>
                      <a:gd name="connsiteX193" fmla="*/ 0 w 118272"/>
                      <a:gd name="connsiteY193" fmla="*/ 563162 h 593117"/>
                      <a:gd name="connsiteX194" fmla="*/ 0 w 118272"/>
                      <a:gd name="connsiteY194" fmla="*/ 569144 h 593117"/>
                      <a:gd name="connsiteX195" fmla="*/ 0 w 118272"/>
                      <a:gd name="connsiteY195" fmla="*/ 575149 h 593117"/>
                      <a:gd name="connsiteX196" fmla="*/ 0 w 118272"/>
                      <a:gd name="connsiteY196" fmla="*/ 581131 h 593117"/>
                      <a:gd name="connsiteX197" fmla="*/ 0 w 118272"/>
                      <a:gd name="connsiteY197" fmla="*/ 587113 h 593117"/>
                      <a:gd name="connsiteX198" fmla="*/ 0 w 118272"/>
                      <a:gd name="connsiteY198" fmla="*/ 593118 h 593117"/>
                      <a:gd name="connsiteX199" fmla="*/ 90 w 118272"/>
                      <a:gd name="connsiteY199" fmla="*/ 593118 h 593117"/>
                      <a:gd name="connsiteX200" fmla="*/ 135 w 118272"/>
                      <a:gd name="connsiteY200" fmla="*/ 587113 h 59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Lst>
                    <a:rect l="l" t="t" r="r" b="b"/>
                    <a:pathLst>
                      <a:path w="118272" h="593117">
                        <a:moveTo>
                          <a:pt x="135" y="587113"/>
                        </a:moveTo>
                        <a:lnTo>
                          <a:pt x="203" y="581131"/>
                        </a:lnTo>
                        <a:lnTo>
                          <a:pt x="315" y="575149"/>
                        </a:lnTo>
                        <a:lnTo>
                          <a:pt x="450" y="569144"/>
                        </a:lnTo>
                        <a:lnTo>
                          <a:pt x="652" y="563162"/>
                        </a:lnTo>
                        <a:lnTo>
                          <a:pt x="922" y="557157"/>
                        </a:lnTo>
                        <a:lnTo>
                          <a:pt x="1260" y="551175"/>
                        </a:lnTo>
                        <a:lnTo>
                          <a:pt x="1709" y="545192"/>
                        </a:lnTo>
                        <a:lnTo>
                          <a:pt x="2271" y="539188"/>
                        </a:lnTo>
                        <a:lnTo>
                          <a:pt x="2946" y="533206"/>
                        </a:lnTo>
                        <a:lnTo>
                          <a:pt x="3778" y="527201"/>
                        </a:lnTo>
                        <a:lnTo>
                          <a:pt x="4746" y="521219"/>
                        </a:lnTo>
                        <a:lnTo>
                          <a:pt x="5892" y="515236"/>
                        </a:lnTo>
                        <a:lnTo>
                          <a:pt x="7197" y="509232"/>
                        </a:lnTo>
                        <a:lnTo>
                          <a:pt x="8703" y="503249"/>
                        </a:lnTo>
                        <a:lnTo>
                          <a:pt x="10390" y="497245"/>
                        </a:lnTo>
                        <a:lnTo>
                          <a:pt x="12302" y="491262"/>
                        </a:lnTo>
                        <a:lnTo>
                          <a:pt x="14483" y="485280"/>
                        </a:lnTo>
                        <a:lnTo>
                          <a:pt x="16935" y="479275"/>
                        </a:lnTo>
                        <a:lnTo>
                          <a:pt x="19701" y="473293"/>
                        </a:lnTo>
                        <a:lnTo>
                          <a:pt x="22872" y="467289"/>
                        </a:lnTo>
                        <a:lnTo>
                          <a:pt x="26470" y="461306"/>
                        </a:lnTo>
                        <a:lnTo>
                          <a:pt x="30541" y="455324"/>
                        </a:lnTo>
                        <a:lnTo>
                          <a:pt x="35151" y="449319"/>
                        </a:lnTo>
                        <a:lnTo>
                          <a:pt x="40301" y="443337"/>
                        </a:lnTo>
                        <a:lnTo>
                          <a:pt x="46014" y="437332"/>
                        </a:lnTo>
                        <a:lnTo>
                          <a:pt x="52266" y="431350"/>
                        </a:lnTo>
                        <a:lnTo>
                          <a:pt x="58945" y="425368"/>
                        </a:lnTo>
                        <a:lnTo>
                          <a:pt x="66007" y="419363"/>
                        </a:lnTo>
                        <a:lnTo>
                          <a:pt x="73271" y="413381"/>
                        </a:lnTo>
                        <a:lnTo>
                          <a:pt x="80558" y="407399"/>
                        </a:lnTo>
                        <a:lnTo>
                          <a:pt x="87709" y="401394"/>
                        </a:lnTo>
                        <a:lnTo>
                          <a:pt x="94501" y="395412"/>
                        </a:lnTo>
                        <a:lnTo>
                          <a:pt x="100708" y="389407"/>
                        </a:lnTo>
                        <a:lnTo>
                          <a:pt x="106174" y="383425"/>
                        </a:lnTo>
                        <a:lnTo>
                          <a:pt x="110716" y="377443"/>
                        </a:lnTo>
                        <a:lnTo>
                          <a:pt x="114247" y="371438"/>
                        </a:lnTo>
                        <a:lnTo>
                          <a:pt x="116698" y="365456"/>
                        </a:lnTo>
                        <a:lnTo>
                          <a:pt x="118026" y="359451"/>
                        </a:lnTo>
                        <a:lnTo>
                          <a:pt x="118273" y="353469"/>
                        </a:lnTo>
                        <a:lnTo>
                          <a:pt x="117531" y="347486"/>
                        </a:lnTo>
                        <a:lnTo>
                          <a:pt x="115889" y="341482"/>
                        </a:lnTo>
                        <a:lnTo>
                          <a:pt x="113505" y="335500"/>
                        </a:lnTo>
                        <a:lnTo>
                          <a:pt x="110514" y="329495"/>
                        </a:lnTo>
                        <a:lnTo>
                          <a:pt x="107095" y="323513"/>
                        </a:lnTo>
                        <a:lnTo>
                          <a:pt x="103385" y="317530"/>
                        </a:lnTo>
                        <a:lnTo>
                          <a:pt x="99561" y="311526"/>
                        </a:lnTo>
                        <a:lnTo>
                          <a:pt x="95716" y="305543"/>
                        </a:lnTo>
                        <a:lnTo>
                          <a:pt x="92005" y="299539"/>
                        </a:lnTo>
                        <a:lnTo>
                          <a:pt x="88452" y="293557"/>
                        </a:lnTo>
                        <a:lnTo>
                          <a:pt x="85146" y="287574"/>
                        </a:lnTo>
                        <a:lnTo>
                          <a:pt x="82064" y="281570"/>
                        </a:lnTo>
                        <a:lnTo>
                          <a:pt x="79186" y="275587"/>
                        </a:lnTo>
                        <a:lnTo>
                          <a:pt x="76465" y="269583"/>
                        </a:lnTo>
                        <a:lnTo>
                          <a:pt x="73833" y="263600"/>
                        </a:lnTo>
                        <a:lnTo>
                          <a:pt x="71225" y="257618"/>
                        </a:lnTo>
                        <a:lnTo>
                          <a:pt x="68548" y="251613"/>
                        </a:lnTo>
                        <a:lnTo>
                          <a:pt x="65737" y="245631"/>
                        </a:lnTo>
                        <a:lnTo>
                          <a:pt x="62723" y="239626"/>
                        </a:lnTo>
                        <a:lnTo>
                          <a:pt x="59508" y="233644"/>
                        </a:lnTo>
                        <a:lnTo>
                          <a:pt x="56089" y="227662"/>
                        </a:lnTo>
                        <a:lnTo>
                          <a:pt x="52491" y="221657"/>
                        </a:lnTo>
                        <a:lnTo>
                          <a:pt x="48780" y="215675"/>
                        </a:lnTo>
                        <a:lnTo>
                          <a:pt x="45047" y="209670"/>
                        </a:lnTo>
                        <a:lnTo>
                          <a:pt x="41358" y="203688"/>
                        </a:lnTo>
                        <a:lnTo>
                          <a:pt x="37828" y="197706"/>
                        </a:lnTo>
                        <a:lnTo>
                          <a:pt x="34522" y="191701"/>
                        </a:lnTo>
                        <a:lnTo>
                          <a:pt x="31508" y="185719"/>
                        </a:lnTo>
                        <a:lnTo>
                          <a:pt x="28832" y="179714"/>
                        </a:lnTo>
                        <a:lnTo>
                          <a:pt x="26515" y="173732"/>
                        </a:lnTo>
                        <a:lnTo>
                          <a:pt x="24559" y="167750"/>
                        </a:lnTo>
                        <a:lnTo>
                          <a:pt x="22895" y="161745"/>
                        </a:lnTo>
                        <a:lnTo>
                          <a:pt x="21478" y="155763"/>
                        </a:lnTo>
                        <a:lnTo>
                          <a:pt x="20263" y="149758"/>
                        </a:lnTo>
                        <a:lnTo>
                          <a:pt x="19184" y="143776"/>
                        </a:lnTo>
                        <a:lnTo>
                          <a:pt x="18172" y="137794"/>
                        </a:lnTo>
                        <a:lnTo>
                          <a:pt x="17137" y="131789"/>
                        </a:lnTo>
                        <a:lnTo>
                          <a:pt x="16080" y="125807"/>
                        </a:lnTo>
                        <a:lnTo>
                          <a:pt x="14956" y="119802"/>
                        </a:lnTo>
                        <a:lnTo>
                          <a:pt x="13764" y="113820"/>
                        </a:lnTo>
                        <a:lnTo>
                          <a:pt x="12482" y="107838"/>
                        </a:lnTo>
                        <a:lnTo>
                          <a:pt x="11178" y="101833"/>
                        </a:lnTo>
                        <a:lnTo>
                          <a:pt x="9850" y="95851"/>
                        </a:lnTo>
                        <a:lnTo>
                          <a:pt x="8524" y="89846"/>
                        </a:lnTo>
                        <a:lnTo>
                          <a:pt x="7242" y="83864"/>
                        </a:lnTo>
                        <a:lnTo>
                          <a:pt x="6050" y="77881"/>
                        </a:lnTo>
                        <a:lnTo>
                          <a:pt x="4948" y="71877"/>
                        </a:lnTo>
                        <a:lnTo>
                          <a:pt x="3981" y="65894"/>
                        </a:lnTo>
                        <a:lnTo>
                          <a:pt x="3149" y="59890"/>
                        </a:lnTo>
                        <a:lnTo>
                          <a:pt x="2429" y="53908"/>
                        </a:lnTo>
                        <a:lnTo>
                          <a:pt x="1822" y="47925"/>
                        </a:lnTo>
                        <a:lnTo>
                          <a:pt x="1350" y="41921"/>
                        </a:lnTo>
                        <a:lnTo>
                          <a:pt x="990" y="35938"/>
                        </a:lnTo>
                        <a:lnTo>
                          <a:pt x="697" y="29934"/>
                        </a:lnTo>
                        <a:lnTo>
                          <a:pt x="495" y="23951"/>
                        </a:lnTo>
                        <a:lnTo>
                          <a:pt x="337" y="17969"/>
                        </a:lnTo>
                        <a:lnTo>
                          <a:pt x="225" y="11964"/>
                        </a:lnTo>
                        <a:lnTo>
                          <a:pt x="135" y="5982"/>
                        </a:lnTo>
                        <a:lnTo>
                          <a:pt x="90" y="0"/>
                        </a:lnTo>
                        <a:lnTo>
                          <a:pt x="0" y="0"/>
                        </a:lnTo>
                        <a:lnTo>
                          <a:pt x="0" y="5982"/>
                        </a:lnTo>
                        <a:lnTo>
                          <a:pt x="0" y="11964"/>
                        </a:lnTo>
                        <a:lnTo>
                          <a:pt x="0" y="17969"/>
                        </a:lnTo>
                        <a:lnTo>
                          <a:pt x="0" y="23951"/>
                        </a:lnTo>
                        <a:lnTo>
                          <a:pt x="0" y="29934"/>
                        </a:lnTo>
                        <a:lnTo>
                          <a:pt x="0" y="35938"/>
                        </a:lnTo>
                        <a:lnTo>
                          <a:pt x="0" y="41921"/>
                        </a:lnTo>
                        <a:lnTo>
                          <a:pt x="0" y="47925"/>
                        </a:lnTo>
                        <a:lnTo>
                          <a:pt x="0" y="53908"/>
                        </a:lnTo>
                        <a:lnTo>
                          <a:pt x="0" y="59890"/>
                        </a:lnTo>
                        <a:lnTo>
                          <a:pt x="0" y="65894"/>
                        </a:lnTo>
                        <a:lnTo>
                          <a:pt x="0" y="71877"/>
                        </a:lnTo>
                        <a:lnTo>
                          <a:pt x="0" y="77881"/>
                        </a:lnTo>
                        <a:lnTo>
                          <a:pt x="0" y="83864"/>
                        </a:lnTo>
                        <a:lnTo>
                          <a:pt x="0" y="89846"/>
                        </a:lnTo>
                        <a:lnTo>
                          <a:pt x="0" y="95851"/>
                        </a:lnTo>
                        <a:lnTo>
                          <a:pt x="0" y="101833"/>
                        </a:lnTo>
                        <a:lnTo>
                          <a:pt x="0" y="107838"/>
                        </a:lnTo>
                        <a:lnTo>
                          <a:pt x="0" y="113820"/>
                        </a:lnTo>
                        <a:lnTo>
                          <a:pt x="0" y="119802"/>
                        </a:lnTo>
                        <a:lnTo>
                          <a:pt x="0" y="125807"/>
                        </a:lnTo>
                        <a:lnTo>
                          <a:pt x="0" y="131789"/>
                        </a:lnTo>
                        <a:lnTo>
                          <a:pt x="0" y="137794"/>
                        </a:lnTo>
                        <a:lnTo>
                          <a:pt x="0" y="143776"/>
                        </a:lnTo>
                        <a:lnTo>
                          <a:pt x="0" y="149758"/>
                        </a:lnTo>
                        <a:lnTo>
                          <a:pt x="0" y="155763"/>
                        </a:lnTo>
                        <a:lnTo>
                          <a:pt x="0" y="161745"/>
                        </a:lnTo>
                        <a:lnTo>
                          <a:pt x="0" y="167750"/>
                        </a:lnTo>
                        <a:lnTo>
                          <a:pt x="0" y="173732"/>
                        </a:lnTo>
                        <a:lnTo>
                          <a:pt x="0" y="179714"/>
                        </a:lnTo>
                        <a:lnTo>
                          <a:pt x="0" y="185719"/>
                        </a:lnTo>
                        <a:lnTo>
                          <a:pt x="0" y="191701"/>
                        </a:lnTo>
                        <a:lnTo>
                          <a:pt x="0" y="197706"/>
                        </a:lnTo>
                        <a:lnTo>
                          <a:pt x="0" y="203688"/>
                        </a:lnTo>
                        <a:lnTo>
                          <a:pt x="0" y="209670"/>
                        </a:lnTo>
                        <a:lnTo>
                          <a:pt x="0" y="215675"/>
                        </a:lnTo>
                        <a:lnTo>
                          <a:pt x="0" y="221657"/>
                        </a:lnTo>
                        <a:lnTo>
                          <a:pt x="0" y="227662"/>
                        </a:lnTo>
                        <a:lnTo>
                          <a:pt x="0" y="233644"/>
                        </a:lnTo>
                        <a:lnTo>
                          <a:pt x="0" y="239626"/>
                        </a:lnTo>
                        <a:lnTo>
                          <a:pt x="0" y="245631"/>
                        </a:lnTo>
                        <a:lnTo>
                          <a:pt x="0" y="251613"/>
                        </a:lnTo>
                        <a:lnTo>
                          <a:pt x="0" y="257618"/>
                        </a:lnTo>
                        <a:lnTo>
                          <a:pt x="0" y="263600"/>
                        </a:lnTo>
                        <a:lnTo>
                          <a:pt x="0" y="269583"/>
                        </a:lnTo>
                        <a:lnTo>
                          <a:pt x="0" y="275587"/>
                        </a:lnTo>
                        <a:lnTo>
                          <a:pt x="0" y="281570"/>
                        </a:lnTo>
                        <a:lnTo>
                          <a:pt x="0" y="287574"/>
                        </a:lnTo>
                        <a:lnTo>
                          <a:pt x="0" y="293557"/>
                        </a:lnTo>
                        <a:lnTo>
                          <a:pt x="0" y="299539"/>
                        </a:lnTo>
                        <a:lnTo>
                          <a:pt x="0" y="305543"/>
                        </a:lnTo>
                        <a:lnTo>
                          <a:pt x="0" y="311526"/>
                        </a:lnTo>
                        <a:lnTo>
                          <a:pt x="0" y="317530"/>
                        </a:lnTo>
                        <a:lnTo>
                          <a:pt x="0" y="323513"/>
                        </a:lnTo>
                        <a:lnTo>
                          <a:pt x="0" y="329495"/>
                        </a:lnTo>
                        <a:lnTo>
                          <a:pt x="0" y="335500"/>
                        </a:lnTo>
                        <a:lnTo>
                          <a:pt x="0" y="341482"/>
                        </a:lnTo>
                        <a:lnTo>
                          <a:pt x="0" y="347486"/>
                        </a:lnTo>
                        <a:lnTo>
                          <a:pt x="0" y="353469"/>
                        </a:lnTo>
                        <a:lnTo>
                          <a:pt x="0" y="359451"/>
                        </a:lnTo>
                        <a:lnTo>
                          <a:pt x="0" y="365456"/>
                        </a:lnTo>
                        <a:lnTo>
                          <a:pt x="0" y="371438"/>
                        </a:lnTo>
                        <a:lnTo>
                          <a:pt x="0" y="377443"/>
                        </a:lnTo>
                        <a:lnTo>
                          <a:pt x="0" y="383425"/>
                        </a:lnTo>
                        <a:lnTo>
                          <a:pt x="0" y="389407"/>
                        </a:lnTo>
                        <a:lnTo>
                          <a:pt x="0" y="395412"/>
                        </a:lnTo>
                        <a:lnTo>
                          <a:pt x="0" y="401394"/>
                        </a:lnTo>
                        <a:lnTo>
                          <a:pt x="0" y="407399"/>
                        </a:lnTo>
                        <a:lnTo>
                          <a:pt x="0" y="413381"/>
                        </a:lnTo>
                        <a:lnTo>
                          <a:pt x="0" y="419363"/>
                        </a:lnTo>
                        <a:lnTo>
                          <a:pt x="0" y="425368"/>
                        </a:lnTo>
                        <a:lnTo>
                          <a:pt x="0" y="431350"/>
                        </a:lnTo>
                        <a:lnTo>
                          <a:pt x="0" y="437332"/>
                        </a:lnTo>
                        <a:lnTo>
                          <a:pt x="0" y="443337"/>
                        </a:lnTo>
                        <a:lnTo>
                          <a:pt x="0" y="449319"/>
                        </a:lnTo>
                        <a:lnTo>
                          <a:pt x="0" y="455324"/>
                        </a:lnTo>
                        <a:lnTo>
                          <a:pt x="0" y="461306"/>
                        </a:lnTo>
                        <a:lnTo>
                          <a:pt x="0" y="467289"/>
                        </a:lnTo>
                        <a:lnTo>
                          <a:pt x="0" y="473293"/>
                        </a:lnTo>
                        <a:lnTo>
                          <a:pt x="0" y="479275"/>
                        </a:lnTo>
                        <a:lnTo>
                          <a:pt x="0" y="485280"/>
                        </a:lnTo>
                        <a:lnTo>
                          <a:pt x="0" y="491262"/>
                        </a:lnTo>
                        <a:lnTo>
                          <a:pt x="0" y="497245"/>
                        </a:lnTo>
                        <a:lnTo>
                          <a:pt x="0" y="503249"/>
                        </a:lnTo>
                        <a:lnTo>
                          <a:pt x="0" y="509232"/>
                        </a:lnTo>
                        <a:lnTo>
                          <a:pt x="0" y="515236"/>
                        </a:lnTo>
                        <a:lnTo>
                          <a:pt x="0" y="521219"/>
                        </a:lnTo>
                        <a:lnTo>
                          <a:pt x="0" y="527201"/>
                        </a:lnTo>
                        <a:lnTo>
                          <a:pt x="0" y="533206"/>
                        </a:lnTo>
                        <a:lnTo>
                          <a:pt x="0" y="539188"/>
                        </a:lnTo>
                        <a:lnTo>
                          <a:pt x="0" y="545192"/>
                        </a:lnTo>
                        <a:lnTo>
                          <a:pt x="0" y="551175"/>
                        </a:lnTo>
                        <a:lnTo>
                          <a:pt x="0" y="557157"/>
                        </a:lnTo>
                        <a:lnTo>
                          <a:pt x="0" y="563162"/>
                        </a:lnTo>
                        <a:lnTo>
                          <a:pt x="0" y="569144"/>
                        </a:lnTo>
                        <a:lnTo>
                          <a:pt x="0" y="575149"/>
                        </a:lnTo>
                        <a:lnTo>
                          <a:pt x="0" y="581131"/>
                        </a:lnTo>
                        <a:lnTo>
                          <a:pt x="0" y="587113"/>
                        </a:lnTo>
                        <a:lnTo>
                          <a:pt x="0" y="593118"/>
                        </a:lnTo>
                        <a:lnTo>
                          <a:pt x="90" y="593118"/>
                        </a:lnTo>
                        <a:lnTo>
                          <a:pt x="135" y="587113"/>
                        </a:lnTo>
                        <a:close/>
                      </a:path>
                    </a:pathLst>
                  </a:custGeom>
                  <a:solidFill>
                    <a:srgbClr val="B4E4FA">
                      <a:alpha val="50000"/>
                    </a:srgbClr>
                  </a:solidFill>
                  <a:ln w="2249" cap="flat">
                    <a:noFill/>
                    <a:prstDash val="solid"/>
                    <a:miter/>
                  </a:ln>
                </p:spPr>
                <p:txBody>
                  <a:bodyPr rtlCol="0" anchor="ctr"/>
                  <a:lstStyle/>
                  <a:p>
                    <a:endParaRPr lang="en-US"/>
                  </a:p>
                </p:txBody>
              </p:sp>
              <p:sp>
                <p:nvSpPr>
                  <p:cNvPr id="3665" name="Freeform 3664">
                    <a:extLst>
                      <a:ext uri="{FF2B5EF4-FFF2-40B4-BE49-F238E27FC236}">
                        <a16:creationId xmlns:a16="http://schemas.microsoft.com/office/drawing/2014/main" id="{ED334C97-D93A-212C-C8EB-87028200B928}"/>
                      </a:ext>
                    </a:extLst>
                  </p:cNvPr>
                  <p:cNvSpPr/>
                  <p:nvPr/>
                </p:nvSpPr>
                <p:spPr>
                  <a:xfrm>
                    <a:off x="8287508" y="439422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66" name="Freeform 3665">
                    <a:extLst>
                      <a:ext uri="{FF2B5EF4-FFF2-40B4-BE49-F238E27FC236}">
                        <a16:creationId xmlns:a16="http://schemas.microsoft.com/office/drawing/2014/main" id="{CD56FE1A-18D1-5EEF-E98A-F6C62EE9D6D3}"/>
                      </a:ext>
                    </a:extLst>
                  </p:cNvPr>
                  <p:cNvSpPr/>
                  <p:nvPr/>
                </p:nvSpPr>
                <p:spPr>
                  <a:xfrm>
                    <a:off x="8437797" y="5215971"/>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67" name="Freeform 3666">
                    <a:extLst>
                      <a:ext uri="{FF2B5EF4-FFF2-40B4-BE49-F238E27FC236}">
                        <a16:creationId xmlns:a16="http://schemas.microsoft.com/office/drawing/2014/main" id="{8ACB2473-6BFE-30B3-85DB-A6274DCE3026}"/>
                      </a:ext>
                    </a:extLst>
                  </p:cNvPr>
                  <p:cNvSpPr/>
                  <p:nvPr/>
                </p:nvSpPr>
                <p:spPr>
                  <a:xfrm>
                    <a:off x="8411609" y="5126975"/>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68" name="Freeform 3667">
                    <a:extLst>
                      <a:ext uri="{FF2B5EF4-FFF2-40B4-BE49-F238E27FC236}">
                        <a16:creationId xmlns:a16="http://schemas.microsoft.com/office/drawing/2014/main" id="{F0E8E6C6-4A9D-02F1-7B73-93EC6189385D}"/>
                      </a:ext>
                    </a:extLst>
                  </p:cNvPr>
                  <p:cNvSpPr/>
                  <p:nvPr/>
                </p:nvSpPr>
                <p:spPr>
                  <a:xfrm>
                    <a:off x="8461540" y="476215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69" name="Freeform 3668">
                    <a:extLst>
                      <a:ext uri="{FF2B5EF4-FFF2-40B4-BE49-F238E27FC236}">
                        <a16:creationId xmlns:a16="http://schemas.microsoft.com/office/drawing/2014/main" id="{D5169026-586F-D47D-A549-E99FF5AA5843}"/>
                      </a:ext>
                    </a:extLst>
                  </p:cNvPr>
                  <p:cNvSpPr/>
                  <p:nvPr/>
                </p:nvSpPr>
                <p:spPr>
                  <a:xfrm>
                    <a:off x="8397046" y="5089002"/>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0" name="Freeform 3669">
                    <a:extLst>
                      <a:ext uri="{FF2B5EF4-FFF2-40B4-BE49-F238E27FC236}">
                        <a16:creationId xmlns:a16="http://schemas.microsoft.com/office/drawing/2014/main" id="{8C9018DB-01D8-1C1C-AE51-431F9A14FF77}"/>
                      </a:ext>
                    </a:extLst>
                  </p:cNvPr>
                  <p:cNvSpPr/>
                  <p:nvPr/>
                </p:nvSpPr>
                <p:spPr>
                  <a:xfrm>
                    <a:off x="8432406" y="475104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1" name="Freeform 3670">
                    <a:extLst>
                      <a:ext uri="{FF2B5EF4-FFF2-40B4-BE49-F238E27FC236}">
                        <a16:creationId xmlns:a16="http://schemas.microsoft.com/office/drawing/2014/main" id="{ABA0D126-6A2F-85AB-B561-98FB62DE86DC}"/>
                      </a:ext>
                    </a:extLst>
                  </p:cNvPr>
                  <p:cNvSpPr/>
                  <p:nvPr/>
                </p:nvSpPr>
                <p:spPr>
                  <a:xfrm>
                    <a:off x="8268734" y="463274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2" name="Freeform 3671">
                    <a:extLst>
                      <a:ext uri="{FF2B5EF4-FFF2-40B4-BE49-F238E27FC236}">
                        <a16:creationId xmlns:a16="http://schemas.microsoft.com/office/drawing/2014/main" id="{416F1C85-81AC-D848-FD7F-8AF9FB33FA51}"/>
                      </a:ext>
                    </a:extLst>
                  </p:cNvPr>
                  <p:cNvSpPr/>
                  <p:nvPr/>
                </p:nvSpPr>
                <p:spPr>
                  <a:xfrm>
                    <a:off x="8322026" y="5080500"/>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3" name="Freeform 3672">
                    <a:extLst>
                      <a:ext uri="{FF2B5EF4-FFF2-40B4-BE49-F238E27FC236}">
                        <a16:creationId xmlns:a16="http://schemas.microsoft.com/office/drawing/2014/main" id="{BFCB06EE-3355-AE15-BECE-9E4E050456EB}"/>
                      </a:ext>
                    </a:extLst>
                  </p:cNvPr>
                  <p:cNvSpPr/>
                  <p:nvPr/>
                </p:nvSpPr>
                <p:spPr>
                  <a:xfrm>
                    <a:off x="8350991" y="427879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4" name="Freeform 3673">
                    <a:extLst>
                      <a:ext uri="{FF2B5EF4-FFF2-40B4-BE49-F238E27FC236}">
                        <a16:creationId xmlns:a16="http://schemas.microsoft.com/office/drawing/2014/main" id="{02AA26C9-06C0-FE13-38DA-5CCC9B9A510B}"/>
                      </a:ext>
                    </a:extLst>
                  </p:cNvPr>
                  <p:cNvSpPr/>
                  <p:nvPr/>
                </p:nvSpPr>
                <p:spPr>
                  <a:xfrm>
                    <a:off x="8413800" y="475104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5" name="Freeform 3674">
                    <a:extLst>
                      <a:ext uri="{FF2B5EF4-FFF2-40B4-BE49-F238E27FC236}">
                        <a16:creationId xmlns:a16="http://schemas.microsoft.com/office/drawing/2014/main" id="{7B388533-7319-309F-2103-B9D956A64ED2}"/>
                      </a:ext>
                    </a:extLst>
                  </p:cNvPr>
                  <p:cNvSpPr/>
                  <p:nvPr/>
                </p:nvSpPr>
                <p:spPr>
                  <a:xfrm>
                    <a:off x="8421040" y="528719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6" name="Freeform 3675">
                    <a:extLst>
                      <a:ext uri="{FF2B5EF4-FFF2-40B4-BE49-F238E27FC236}">
                        <a16:creationId xmlns:a16="http://schemas.microsoft.com/office/drawing/2014/main" id="{B6C2FBC4-1309-BA12-71C0-9AC5CC6004B6}"/>
                      </a:ext>
                    </a:extLst>
                  </p:cNvPr>
                  <p:cNvSpPr/>
                  <p:nvPr/>
                </p:nvSpPr>
                <p:spPr>
                  <a:xfrm>
                    <a:off x="8373049" y="521916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7" name="Freeform 3676">
                    <a:extLst>
                      <a:ext uri="{FF2B5EF4-FFF2-40B4-BE49-F238E27FC236}">
                        <a16:creationId xmlns:a16="http://schemas.microsoft.com/office/drawing/2014/main" id="{2FA0448F-7823-A49A-A016-4EE61F7CAD0D}"/>
                      </a:ext>
                    </a:extLst>
                  </p:cNvPr>
                  <p:cNvSpPr/>
                  <p:nvPr/>
                </p:nvSpPr>
                <p:spPr>
                  <a:xfrm>
                    <a:off x="8434091" y="5405831"/>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8" name="Freeform 3677">
                    <a:extLst>
                      <a:ext uri="{FF2B5EF4-FFF2-40B4-BE49-F238E27FC236}">
                        <a16:creationId xmlns:a16="http://schemas.microsoft.com/office/drawing/2014/main" id="{4313F386-587B-7F8B-ED21-8DF95E4201B5}"/>
                      </a:ext>
                    </a:extLst>
                  </p:cNvPr>
                  <p:cNvSpPr/>
                  <p:nvPr/>
                </p:nvSpPr>
                <p:spPr>
                  <a:xfrm>
                    <a:off x="8395949" y="5280127"/>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79" name="Freeform 3678">
                    <a:extLst>
                      <a:ext uri="{FF2B5EF4-FFF2-40B4-BE49-F238E27FC236}">
                        <a16:creationId xmlns:a16="http://schemas.microsoft.com/office/drawing/2014/main" id="{3CB77BEB-2FFD-FD9E-7F11-471BF02E04E6}"/>
                      </a:ext>
                    </a:extLst>
                  </p:cNvPr>
                  <p:cNvSpPr/>
                  <p:nvPr/>
                </p:nvSpPr>
                <p:spPr>
                  <a:xfrm>
                    <a:off x="8295673" y="5274317"/>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0" name="Freeform 3679">
                    <a:extLst>
                      <a:ext uri="{FF2B5EF4-FFF2-40B4-BE49-F238E27FC236}">
                        <a16:creationId xmlns:a16="http://schemas.microsoft.com/office/drawing/2014/main" id="{6DC98900-CC01-B3E5-88D9-52CB98D74935}"/>
                      </a:ext>
                    </a:extLst>
                  </p:cNvPr>
                  <p:cNvSpPr/>
                  <p:nvPr/>
                </p:nvSpPr>
                <p:spPr>
                  <a:xfrm>
                    <a:off x="8458758" y="525511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1" name="Freeform 3680">
                    <a:extLst>
                      <a:ext uri="{FF2B5EF4-FFF2-40B4-BE49-F238E27FC236}">
                        <a16:creationId xmlns:a16="http://schemas.microsoft.com/office/drawing/2014/main" id="{725815F1-96B2-DBCD-FEE2-D31F9FF2B961}"/>
                      </a:ext>
                    </a:extLst>
                  </p:cNvPr>
                  <p:cNvSpPr/>
                  <p:nvPr/>
                </p:nvSpPr>
                <p:spPr>
                  <a:xfrm>
                    <a:off x="8312093" y="5427975"/>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2" name="Freeform 3681">
                    <a:extLst>
                      <a:ext uri="{FF2B5EF4-FFF2-40B4-BE49-F238E27FC236}">
                        <a16:creationId xmlns:a16="http://schemas.microsoft.com/office/drawing/2014/main" id="{0DC8C20E-D97A-ECFC-54DE-8830E796DF40}"/>
                      </a:ext>
                    </a:extLst>
                  </p:cNvPr>
                  <p:cNvSpPr/>
                  <p:nvPr/>
                </p:nvSpPr>
                <p:spPr>
                  <a:xfrm>
                    <a:off x="8435101" y="560233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3" name="Freeform 3682">
                    <a:extLst>
                      <a:ext uri="{FF2B5EF4-FFF2-40B4-BE49-F238E27FC236}">
                        <a16:creationId xmlns:a16="http://schemas.microsoft.com/office/drawing/2014/main" id="{13118210-2031-D381-712D-BA38A771B261}"/>
                      </a:ext>
                    </a:extLst>
                  </p:cNvPr>
                  <p:cNvSpPr/>
                  <p:nvPr/>
                </p:nvSpPr>
                <p:spPr>
                  <a:xfrm>
                    <a:off x="8421377" y="517353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4" name="Freeform 3683">
                    <a:extLst>
                      <a:ext uri="{FF2B5EF4-FFF2-40B4-BE49-F238E27FC236}">
                        <a16:creationId xmlns:a16="http://schemas.microsoft.com/office/drawing/2014/main" id="{12394C80-53C7-50B2-88F5-C2AE16E540A0}"/>
                      </a:ext>
                    </a:extLst>
                  </p:cNvPr>
                  <p:cNvSpPr/>
                  <p:nvPr/>
                </p:nvSpPr>
                <p:spPr>
                  <a:xfrm>
                    <a:off x="8464149" y="5049011"/>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5" name="Freeform 3684">
                    <a:extLst>
                      <a:ext uri="{FF2B5EF4-FFF2-40B4-BE49-F238E27FC236}">
                        <a16:creationId xmlns:a16="http://schemas.microsoft.com/office/drawing/2014/main" id="{50DEDB5C-C673-60CB-3F8B-3CC009F802BE}"/>
                      </a:ext>
                    </a:extLst>
                  </p:cNvPr>
                  <p:cNvSpPr/>
                  <p:nvPr/>
                </p:nvSpPr>
                <p:spPr>
                  <a:xfrm>
                    <a:off x="8407233" y="4856961"/>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6" name="Freeform 3685">
                    <a:extLst>
                      <a:ext uri="{FF2B5EF4-FFF2-40B4-BE49-F238E27FC236}">
                        <a16:creationId xmlns:a16="http://schemas.microsoft.com/office/drawing/2014/main" id="{E57D2EAF-BAA8-7133-6C90-62A7C530BBA5}"/>
                      </a:ext>
                    </a:extLst>
                  </p:cNvPr>
                  <p:cNvSpPr/>
                  <p:nvPr/>
                </p:nvSpPr>
                <p:spPr>
                  <a:xfrm>
                    <a:off x="8367999" y="4981572"/>
                    <a:ext cx="44285" cy="44285"/>
                  </a:xfrm>
                  <a:custGeom>
                    <a:avLst/>
                    <a:gdLst>
                      <a:gd name="connsiteX0" fmla="*/ 11829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29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29" y="5915"/>
                        </a:moveTo>
                        <a:cubicBezTo>
                          <a:pt x="11829" y="2654"/>
                          <a:pt x="9176" y="0"/>
                          <a:pt x="5915" y="0"/>
                        </a:cubicBezTo>
                        <a:cubicBezTo>
                          <a:pt x="2654" y="0"/>
                          <a:pt x="0" y="2654"/>
                          <a:pt x="0" y="5915"/>
                        </a:cubicBezTo>
                        <a:cubicBezTo>
                          <a:pt x="0" y="9176"/>
                          <a:pt x="2654" y="11829"/>
                          <a:pt x="5915" y="11829"/>
                        </a:cubicBezTo>
                        <a:cubicBezTo>
                          <a:pt x="9176" y="11829"/>
                          <a:pt x="11829" y="9176"/>
                          <a:pt x="11829"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7" name="Freeform 3686">
                    <a:extLst>
                      <a:ext uri="{FF2B5EF4-FFF2-40B4-BE49-F238E27FC236}">
                        <a16:creationId xmlns:a16="http://schemas.microsoft.com/office/drawing/2014/main" id="{B64485AC-0E77-20E8-1DF0-46CA49C3BF20}"/>
                      </a:ext>
                    </a:extLst>
                  </p:cNvPr>
                  <p:cNvSpPr/>
                  <p:nvPr/>
                </p:nvSpPr>
                <p:spPr>
                  <a:xfrm>
                    <a:off x="8333732" y="5253775"/>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8" name="Freeform 3687">
                    <a:extLst>
                      <a:ext uri="{FF2B5EF4-FFF2-40B4-BE49-F238E27FC236}">
                        <a16:creationId xmlns:a16="http://schemas.microsoft.com/office/drawing/2014/main" id="{2CA215DF-729B-FD0E-2964-7CFB6E57DCC5}"/>
                      </a:ext>
                    </a:extLst>
                  </p:cNvPr>
                  <p:cNvSpPr/>
                  <p:nvPr/>
                </p:nvSpPr>
                <p:spPr>
                  <a:xfrm>
                    <a:off x="8283465" y="489131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89" name="Freeform 3688">
                    <a:extLst>
                      <a:ext uri="{FF2B5EF4-FFF2-40B4-BE49-F238E27FC236}">
                        <a16:creationId xmlns:a16="http://schemas.microsoft.com/office/drawing/2014/main" id="{47558C06-01B0-FB88-5B83-256D611A07B5}"/>
                      </a:ext>
                    </a:extLst>
                  </p:cNvPr>
                  <p:cNvSpPr/>
                  <p:nvPr/>
                </p:nvSpPr>
                <p:spPr>
                  <a:xfrm>
                    <a:off x="8429209" y="4614397"/>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0" name="Freeform 3689">
                    <a:extLst>
                      <a:ext uri="{FF2B5EF4-FFF2-40B4-BE49-F238E27FC236}">
                        <a16:creationId xmlns:a16="http://schemas.microsoft.com/office/drawing/2014/main" id="{B6909346-8738-F46B-9064-3395EF44B69F}"/>
                      </a:ext>
                    </a:extLst>
                  </p:cNvPr>
                  <p:cNvSpPr/>
                  <p:nvPr/>
                </p:nvSpPr>
                <p:spPr>
                  <a:xfrm>
                    <a:off x="8477200" y="504715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1" name="Freeform 3690">
                    <a:extLst>
                      <a:ext uri="{FF2B5EF4-FFF2-40B4-BE49-F238E27FC236}">
                        <a16:creationId xmlns:a16="http://schemas.microsoft.com/office/drawing/2014/main" id="{3964C4EC-F1B8-FD6F-B92E-3A0F618290BF}"/>
                      </a:ext>
                    </a:extLst>
                  </p:cNvPr>
                  <p:cNvSpPr/>
                  <p:nvPr/>
                </p:nvSpPr>
                <p:spPr>
                  <a:xfrm>
                    <a:off x="8426768" y="4932570"/>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2" name="Freeform 3691">
                    <a:extLst>
                      <a:ext uri="{FF2B5EF4-FFF2-40B4-BE49-F238E27FC236}">
                        <a16:creationId xmlns:a16="http://schemas.microsoft.com/office/drawing/2014/main" id="{DB99BA7D-BCBE-0893-5390-A5310B3AD168}"/>
                      </a:ext>
                    </a:extLst>
                  </p:cNvPr>
                  <p:cNvSpPr/>
                  <p:nvPr/>
                </p:nvSpPr>
                <p:spPr>
                  <a:xfrm>
                    <a:off x="8370440" y="5148531"/>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3" name="Freeform 3692">
                    <a:extLst>
                      <a:ext uri="{FF2B5EF4-FFF2-40B4-BE49-F238E27FC236}">
                        <a16:creationId xmlns:a16="http://schemas.microsoft.com/office/drawing/2014/main" id="{A38ECF08-95D4-4C80-BE32-15000222273C}"/>
                      </a:ext>
                    </a:extLst>
                  </p:cNvPr>
                  <p:cNvSpPr/>
                  <p:nvPr/>
                </p:nvSpPr>
                <p:spPr>
                  <a:xfrm>
                    <a:off x="8340130" y="501777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4" name="Freeform 3693">
                    <a:extLst>
                      <a:ext uri="{FF2B5EF4-FFF2-40B4-BE49-F238E27FC236}">
                        <a16:creationId xmlns:a16="http://schemas.microsoft.com/office/drawing/2014/main" id="{3CF99858-A179-29ED-6934-DB38195E765D}"/>
                      </a:ext>
                    </a:extLst>
                  </p:cNvPr>
                  <p:cNvSpPr/>
                  <p:nvPr/>
                </p:nvSpPr>
                <p:spPr>
                  <a:xfrm>
                    <a:off x="8300304" y="4735721"/>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sp>
                <p:nvSpPr>
                  <p:cNvPr id="3695" name="Freeform 3694">
                    <a:extLst>
                      <a:ext uri="{FF2B5EF4-FFF2-40B4-BE49-F238E27FC236}">
                        <a16:creationId xmlns:a16="http://schemas.microsoft.com/office/drawing/2014/main" id="{3A2E3FEE-9735-5560-1B82-FADD7100C03D}"/>
                      </a:ext>
                    </a:extLst>
                  </p:cNvPr>
                  <p:cNvSpPr/>
                  <p:nvPr/>
                </p:nvSpPr>
                <p:spPr>
                  <a:xfrm>
                    <a:off x="8413717" y="5233315"/>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E4FA">
                      <a:alpha val="60000"/>
                    </a:srgbClr>
                  </a:solidFill>
                  <a:ln w="2249" cap="flat">
                    <a:noFill/>
                    <a:prstDash val="solid"/>
                    <a:miter/>
                  </a:ln>
                </p:spPr>
                <p:txBody>
                  <a:bodyPr rtlCol="0" anchor="ctr"/>
                  <a:lstStyle/>
                  <a:p>
                    <a:endParaRPr lang="en-US"/>
                  </a:p>
                </p:txBody>
              </p:sp>
            </p:grpSp>
            <p:sp>
              <p:nvSpPr>
                <p:cNvPr id="3661" name="Freeform 3660">
                  <a:extLst>
                    <a:ext uri="{FF2B5EF4-FFF2-40B4-BE49-F238E27FC236}">
                      <a16:creationId xmlns:a16="http://schemas.microsoft.com/office/drawing/2014/main" id="{E18821BF-77CD-648B-13E9-853FABEB5F50}"/>
                    </a:ext>
                  </a:extLst>
                </p:cNvPr>
                <p:cNvSpPr/>
                <p:nvPr/>
              </p:nvSpPr>
              <p:spPr>
                <a:xfrm>
                  <a:off x="8606943" y="4808046"/>
                  <a:ext cx="132858" cy="462819"/>
                </a:xfrm>
                <a:custGeom>
                  <a:avLst/>
                  <a:gdLst>
                    <a:gd name="connsiteX0" fmla="*/ 0 w 35488"/>
                    <a:gd name="connsiteY0" fmla="*/ 0 h 123625"/>
                    <a:gd name="connsiteX1" fmla="*/ 35489 w 35488"/>
                    <a:gd name="connsiteY1" fmla="*/ 0 h 123625"/>
                    <a:gd name="connsiteX2" fmla="*/ 35489 w 35488"/>
                    <a:gd name="connsiteY2" fmla="*/ 123625 h 123625"/>
                    <a:gd name="connsiteX3" fmla="*/ 0 w 35488"/>
                    <a:gd name="connsiteY3" fmla="*/ 123625 h 123625"/>
                  </a:gdLst>
                  <a:ahLst/>
                  <a:cxnLst>
                    <a:cxn ang="0">
                      <a:pos x="connsiteX0" y="connsiteY0"/>
                    </a:cxn>
                    <a:cxn ang="0">
                      <a:pos x="connsiteX1" y="connsiteY1"/>
                    </a:cxn>
                    <a:cxn ang="0">
                      <a:pos x="connsiteX2" y="connsiteY2"/>
                    </a:cxn>
                    <a:cxn ang="0">
                      <a:pos x="connsiteX3" y="connsiteY3"/>
                    </a:cxn>
                  </a:cxnLst>
                  <a:rect l="l" t="t" r="r" b="b"/>
                  <a:pathLst>
                    <a:path w="35488" h="123625">
                      <a:moveTo>
                        <a:pt x="0" y="0"/>
                      </a:moveTo>
                      <a:lnTo>
                        <a:pt x="35489" y="0"/>
                      </a:lnTo>
                      <a:lnTo>
                        <a:pt x="35489" y="123625"/>
                      </a:lnTo>
                      <a:lnTo>
                        <a:pt x="0" y="123625"/>
                      </a:lnTo>
                      <a:close/>
                    </a:path>
                  </a:pathLst>
                </a:custGeom>
                <a:solidFill>
                  <a:srgbClr val="B4E4FA"/>
                </a:solidFill>
                <a:ln w="2249" cap="flat">
                  <a:noFill/>
                  <a:prstDash val="solid"/>
                  <a:miter/>
                </a:ln>
              </p:spPr>
              <p:txBody>
                <a:bodyPr rtlCol="0" anchor="ctr"/>
                <a:lstStyle/>
                <a:p>
                  <a:endParaRPr lang="en-US"/>
                </a:p>
              </p:txBody>
            </p:sp>
            <p:sp>
              <p:nvSpPr>
                <p:cNvPr id="3662" name="Freeform 3661">
                  <a:extLst>
                    <a:ext uri="{FF2B5EF4-FFF2-40B4-BE49-F238E27FC236}">
                      <a16:creationId xmlns:a16="http://schemas.microsoft.com/office/drawing/2014/main" id="{ACE65007-E1F3-196C-8F60-D5498933A5F9}"/>
                    </a:ext>
                  </a:extLst>
                </p:cNvPr>
                <p:cNvSpPr/>
                <p:nvPr/>
              </p:nvSpPr>
              <p:spPr>
                <a:xfrm>
                  <a:off x="8606943" y="4808046"/>
                  <a:ext cx="132858" cy="462819"/>
                </a:xfrm>
                <a:custGeom>
                  <a:avLst/>
                  <a:gdLst>
                    <a:gd name="connsiteX0" fmla="*/ 0 w 35488"/>
                    <a:gd name="connsiteY0" fmla="*/ 0 h 123625"/>
                    <a:gd name="connsiteX1" fmla="*/ 35489 w 35488"/>
                    <a:gd name="connsiteY1" fmla="*/ 0 h 123625"/>
                    <a:gd name="connsiteX2" fmla="*/ 35489 w 35488"/>
                    <a:gd name="connsiteY2" fmla="*/ 123625 h 123625"/>
                    <a:gd name="connsiteX3" fmla="*/ 0 w 35488"/>
                    <a:gd name="connsiteY3" fmla="*/ 123625 h 123625"/>
                  </a:gdLst>
                  <a:ahLst/>
                  <a:cxnLst>
                    <a:cxn ang="0">
                      <a:pos x="connsiteX0" y="connsiteY0"/>
                    </a:cxn>
                    <a:cxn ang="0">
                      <a:pos x="connsiteX1" y="connsiteY1"/>
                    </a:cxn>
                    <a:cxn ang="0">
                      <a:pos x="connsiteX2" y="connsiteY2"/>
                    </a:cxn>
                    <a:cxn ang="0">
                      <a:pos x="connsiteX3" y="connsiteY3"/>
                    </a:cxn>
                  </a:cxnLst>
                  <a:rect l="l" t="t" r="r" b="b"/>
                  <a:pathLst>
                    <a:path w="35488" h="123625">
                      <a:moveTo>
                        <a:pt x="0" y="0"/>
                      </a:moveTo>
                      <a:lnTo>
                        <a:pt x="35489" y="0"/>
                      </a:lnTo>
                      <a:lnTo>
                        <a:pt x="35489" y="123625"/>
                      </a:lnTo>
                      <a:lnTo>
                        <a:pt x="0" y="123625"/>
                      </a:lnTo>
                      <a:close/>
                    </a:path>
                  </a:pathLst>
                </a:custGeom>
                <a:noFill/>
                <a:ln w="4498" cap="flat">
                  <a:solidFill>
                    <a:srgbClr val="000000"/>
                  </a:solidFill>
                  <a:prstDash val="solid"/>
                  <a:miter/>
                </a:ln>
              </p:spPr>
              <p:txBody>
                <a:bodyPr rtlCol="0" anchor="ctr"/>
                <a:lstStyle/>
                <a:p>
                  <a:endParaRPr lang="en-US"/>
                </a:p>
              </p:txBody>
            </p:sp>
            <p:sp>
              <p:nvSpPr>
                <p:cNvPr id="3663" name="Freeform 3662">
                  <a:extLst>
                    <a:ext uri="{FF2B5EF4-FFF2-40B4-BE49-F238E27FC236}">
                      <a16:creationId xmlns:a16="http://schemas.microsoft.com/office/drawing/2014/main" id="{1BF81F0A-CE7D-EB2A-2779-06D958C46436}"/>
                    </a:ext>
                  </a:extLst>
                </p:cNvPr>
                <p:cNvSpPr/>
                <p:nvPr/>
              </p:nvSpPr>
              <p:spPr>
                <a:xfrm>
                  <a:off x="8606943" y="5102644"/>
                  <a:ext cx="132858" cy="8416"/>
                </a:xfrm>
                <a:custGeom>
                  <a:avLst/>
                  <a:gdLst>
                    <a:gd name="connsiteX0" fmla="*/ 0 w 35488"/>
                    <a:gd name="connsiteY0" fmla="*/ 0 h 2248"/>
                    <a:gd name="connsiteX1" fmla="*/ 35488 w 35488"/>
                    <a:gd name="connsiteY1" fmla="*/ 0 h 2248"/>
                  </a:gdLst>
                  <a:ahLst/>
                  <a:cxnLst>
                    <a:cxn ang="0">
                      <a:pos x="connsiteX0" y="connsiteY0"/>
                    </a:cxn>
                    <a:cxn ang="0">
                      <a:pos x="connsiteX1" y="connsiteY1"/>
                    </a:cxn>
                  </a:cxnLst>
                  <a:rect l="l" t="t" r="r" b="b"/>
                  <a:pathLst>
                    <a:path w="35488" h="2248">
                      <a:moveTo>
                        <a:pt x="0" y="0"/>
                      </a:moveTo>
                      <a:lnTo>
                        <a:pt x="35488" y="0"/>
                      </a:lnTo>
                    </a:path>
                  </a:pathLst>
                </a:custGeom>
                <a:ln w="4498" cap="flat">
                  <a:solidFill>
                    <a:srgbClr val="000000"/>
                  </a:solidFill>
                  <a:prstDash val="solid"/>
                  <a:round/>
                </a:ln>
              </p:spPr>
              <p:txBody>
                <a:bodyPr rtlCol="0" anchor="ctr"/>
                <a:lstStyle/>
                <a:p>
                  <a:endParaRPr lang="en-US"/>
                </a:p>
              </p:txBody>
            </p:sp>
          </p:grpSp>
          <p:sp>
            <p:nvSpPr>
              <p:cNvPr id="3658" name="Freeform 3657">
                <a:extLst>
                  <a:ext uri="{FF2B5EF4-FFF2-40B4-BE49-F238E27FC236}">
                    <a16:creationId xmlns:a16="http://schemas.microsoft.com/office/drawing/2014/main" id="{380ED6A9-8C3C-D487-0A73-D00AE76E9217}"/>
                  </a:ext>
                </a:extLst>
              </p:cNvPr>
              <p:cNvSpPr/>
              <p:nvPr/>
            </p:nvSpPr>
            <p:spPr>
              <a:xfrm>
                <a:off x="8729531" y="3617444"/>
                <a:ext cx="1106996" cy="55568"/>
              </a:xfrm>
              <a:custGeom>
                <a:avLst/>
                <a:gdLst>
                  <a:gd name="connsiteX0" fmla="*/ 0 w 295693"/>
                  <a:gd name="connsiteY0" fmla="*/ 14843 h 14843"/>
                  <a:gd name="connsiteX1" fmla="*/ 0 w 295693"/>
                  <a:gd name="connsiteY1" fmla="*/ 0 h 14843"/>
                  <a:gd name="connsiteX2" fmla="*/ 295693 w 295693"/>
                  <a:gd name="connsiteY2" fmla="*/ 0 h 14843"/>
                  <a:gd name="connsiteX3" fmla="*/ 295693 w 295693"/>
                  <a:gd name="connsiteY3" fmla="*/ 14843 h 14843"/>
                </a:gdLst>
                <a:ahLst/>
                <a:cxnLst>
                  <a:cxn ang="0">
                    <a:pos x="connsiteX0" y="connsiteY0"/>
                  </a:cxn>
                  <a:cxn ang="0">
                    <a:pos x="connsiteX1" y="connsiteY1"/>
                  </a:cxn>
                  <a:cxn ang="0">
                    <a:pos x="connsiteX2" y="connsiteY2"/>
                  </a:cxn>
                  <a:cxn ang="0">
                    <a:pos x="connsiteX3" y="connsiteY3"/>
                  </a:cxn>
                </a:cxnLst>
                <a:rect l="l" t="t" r="r" b="b"/>
                <a:pathLst>
                  <a:path w="295693" h="14843">
                    <a:moveTo>
                      <a:pt x="0" y="14843"/>
                    </a:moveTo>
                    <a:lnTo>
                      <a:pt x="0" y="0"/>
                    </a:lnTo>
                    <a:lnTo>
                      <a:pt x="295693" y="0"/>
                    </a:lnTo>
                    <a:lnTo>
                      <a:pt x="295693" y="14843"/>
                    </a:lnTo>
                  </a:path>
                </a:pathLst>
              </a:custGeom>
              <a:noFill/>
              <a:ln w="4498" cap="flat">
                <a:solidFill>
                  <a:srgbClr val="000000"/>
                </a:solidFill>
                <a:prstDash val="solid"/>
                <a:round/>
              </a:ln>
            </p:spPr>
            <p:txBody>
              <a:bodyPr rtlCol="0" anchor="ctr"/>
              <a:lstStyle/>
              <a:p>
                <a:endParaRPr lang="en-US"/>
              </a:p>
            </p:txBody>
          </p:sp>
          <p:sp>
            <p:nvSpPr>
              <p:cNvPr id="3659" name="Freeform 3658">
                <a:extLst>
                  <a:ext uri="{FF2B5EF4-FFF2-40B4-BE49-F238E27FC236}">
                    <a16:creationId xmlns:a16="http://schemas.microsoft.com/office/drawing/2014/main" id="{BEE00E33-D315-6169-9752-C2A80F517D71}"/>
                  </a:ext>
                </a:extLst>
              </p:cNvPr>
              <p:cNvSpPr/>
              <p:nvPr/>
            </p:nvSpPr>
            <p:spPr>
              <a:xfrm>
                <a:off x="9249521" y="3491486"/>
                <a:ext cx="75773" cy="72239"/>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0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2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0" y="8029"/>
                    </a:lnTo>
                    <a:lnTo>
                      <a:pt x="12549" y="10525"/>
                    </a:lnTo>
                    <a:lnTo>
                      <a:pt x="17609" y="17677"/>
                    </a:lnTo>
                    <a:lnTo>
                      <a:pt x="14978" y="19296"/>
                    </a:lnTo>
                    <a:lnTo>
                      <a:pt x="9985" y="12009"/>
                    </a:lnTo>
                    <a:lnTo>
                      <a:pt x="4723" y="19161"/>
                    </a:lnTo>
                    <a:lnTo>
                      <a:pt x="2362" y="17339"/>
                    </a:lnTo>
                    <a:lnTo>
                      <a:pt x="7556" y="10525"/>
                    </a:lnTo>
                    <a:lnTo>
                      <a:pt x="0" y="7826"/>
                    </a:lnTo>
                    <a:lnTo>
                      <a:pt x="1215" y="4993"/>
                    </a:lnTo>
                    <a:lnTo>
                      <a:pt x="8703" y="7894"/>
                    </a:lnTo>
                    <a:close/>
                  </a:path>
                </a:pathLst>
              </a:custGeom>
              <a:solidFill>
                <a:srgbClr val="000000"/>
              </a:solidFill>
              <a:ln w="2249" cap="flat">
                <a:noFill/>
                <a:prstDash val="solid"/>
                <a:miter/>
              </a:ln>
            </p:spPr>
            <p:txBody>
              <a:bodyPr rtlCol="0" anchor="ctr"/>
              <a:lstStyle/>
              <a:p>
                <a:endParaRPr lang="en-US"/>
              </a:p>
            </p:txBody>
          </p:sp>
        </p:grpSp>
        <p:grpSp>
          <p:nvGrpSpPr>
            <p:cNvPr id="9" name="Group 8">
              <a:extLst>
                <a:ext uri="{FF2B5EF4-FFF2-40B4-BE49-F238E27FC236}">
                  <a16:creationId xmlns:a16="http://schemas.microsoft.com/office/drawing/2014/main" id="{3C4C479B-4091-AED7-5CDE-D59BF2874471}"/>
                </a:ext>
              </a:extLst>
            </p:cNvPr>
            <p:cNvGrpSpPr/>
            <p:nvPr/>
          </p:nvGrpSpPr>
          <p:grpSpPr>
            <a:xfrm>
              <a:off x="3148305" y="1422577"/>
              <a:ext cx="7319497" cy="2889404"/>
              <a:chOff x="2517030" y="3292787"/>
              <a:chExt cx="7319497" cy="2889404"/>
            </a:xfrm>
          </p:grpSpPr>
          <p:grpSp>
            <p:nvGrpSpPr>
              <p:cNvPr id="3541" name="Group 3540">
                <a:extLst>
                  <a:ext uri="{FF2B5EF4-FFF2-40B4-BE49-F238E27FC236}">
                    <a16:creationId xmlns:a16="http://schemas.microsoft.com/office/drawing/2014/main" id="{B401A86F-7A12-5E2A-5066-1CDD836EF2E3}"/>
                  </a:ext>
                </a:extLst>
              </p:cNvPr>
              <p:cNvGrpSpPr/>
              <p:nvPr/>
            </p:nvGrpSpPr>
            <p:grpSpPr>
              <a:xfrm>
                <a:off x="2517030" y="3701218"/>
                <a:ext cx="848682" cy="2335653"/>
                <a:chOff x="2517030" y="3701218"/>
                <a:chExt cx="848682" cy="2335653"/>
              </a:xfrm>
            </p:grpSpPr>
            <p:sp>
              <p:nvSpPr>
                <p:cNvPr id="3619" name="Freeform 3618">
                  <a:extLst>
                    <a:ext uri="{FF2B5EF4-FFF2-40B4-BE49-F238E27FC236}">
                      <a16:creationId xmlns:a16="http://schemas.microsoft.com/office/drawing/2014/main" id="{DC890E79-AFAE-470F-2308-BC1557870AEB}"/>
                    </a:ext>
                  </a:extLst>
                </p:cNvPr>
                <p:cNvSpPr/>
                <p:nvPr/>
              </p:nvSpPr>
              <p:spPr>
                <a:xfrm>
                  <a:off x="2920492" y="3701218"/>
                  <a:ext cx="445220" cy="2335653"/>
                </a:xfrm>
                <a:custGeom>
                  <a:avLst/>
                  <a:gdLst>
                    <a:gd name="connsiteX0" fmla="*/ 180 w 118924"/>
                    <a:gd name="connsiteY0" fmla="*/ 617586 h 623883"/>
                    <a:gd name="connsiteX1" fmla="*/ 292 w 118924"/>
                    <a:gd name="connsiteY1" fmla="*/ 611289 h 623883"/>
                    <a:gd name="connsiteX2" fmla="*/ 450 w 118924"/>
                    <a:gd name="connsiteY2" fmla="*/ 604992 h 623883"/>
                    <a:gd name="connsiteX3" fmla="*/ 697 w 118924"/>
                    <a:gd name="connsiteY3" fmla="*/ 598673 h 623883"/>
                    <a:gd name="connsiteX4" fmla="*/ 1012 w 118924"/>
                    <a:gd name="connsiteY4" fmla="*/ 592376 h 623883"/>
                    <a:gd name="connsiteX5" fmla="*/ 1462 w 118924"/>
                    <a:gd name="connsiteY5" fmla="*/ 586079 h 623883"/>
                    <a:gd name="connsiteX6" fmla="*/ 2069 w 118924"/>
                    <a:gd name="connsiteY6" fmla="*/ 579781 h 623883"/>
                    <a:gd name="connsiteX7" fmla="*/ 2834 w 118924"/>
                    <a:gd name="connsiteY7" fmla="*/ 573484 h 623883"/>
                    <a:gd name="connsiteX8" fmla="*/ 3801 w 118924"/>
                    <a:gd name="connsiteY8" fmla="*/ 567165 h 623883"/>
                    <a:gd name="connsiteX9" fmla="*/ 4970 w 118924"/>
                    <a:gd name="connsiteY9" fmla="*/ 560868 h 623883"/>
                    <a:gd name="connsiteX10" fmla="*/ 6319 w 118924"/>
                    <a:gd name="connsiteY10" fmla="*/ 554571 h 623883"/>
                    <a:gd name="connsiteX11" fmla="*/ 7871 w 118924"/>
                    <a:gd name="connsiteY11" fmla="*/ 548273 h 623883"/>
                    <a:gd name="connsiteX12" fmla="*/ 9603 w 118924"/>
                    <a:gd name="connsiteY12" fmla="*/ 541976 h 623883"/>
                    <a:gd name="connsiteX13" fmla="*/ 11470 w 118924"/>
                    <a:gd name="connsiteY13" fmla="*/ 535657 h 623883"/>
                    <a:gd name="connsiteX14" fmla="*/ 13449 w 118924"/>
                    <a:gd name="connsiteY14" fmla="*/ 529360 h 623883"/>
                    <a:gd name="connsiteX15" fmla="*/ 15518 w 118924"/>
                    <a:gd name="connsiteY15" fmla="*/ 523063 h 623883"/>
                    <a:gd name="connsiteX16" fmla="*/ 17654 w 118924"/>
                    <a:gd name="connsiteY16" fmla="*/ 516766 h 623883"/>
                    <a:gd name="connsiteX17" fmla="*/ 19836 w 118924"/>
                    <a:gd name="connsiteY17" fmla="*/ 510446 h 623883"/>
                    <a:gd name="connsiteX18" fmla="*/ 22085 w 118924"/>
                    <a:gd name="connsiteY18" fmla="*/ 504149 h 623883"/>
                    <a:gd name="connsiteX19" fmla="*/ 24424 w 118924"/>
                    <a:gd name="connsiteY19" fmla="*/ 497852 h 623883"/>
                    <a:gd name="connsiteX20" fmla="*/ 26897 w 118924"/>
                    <a:gd name="connsiteY20" fmla="*/ 491555 h 623883"/>
                    <a:gd name="connsiteX21" fmla="*/ 29506 w 118924"/>
                    <a:gd name="connsiteY21" fmla="*/ 485258 h 623883"/>
                    <a:gd name="connsiteX22" fmla="*/ 32272 w 118924"/>
                    <a:gd name="connsiteY22" fmla="*/ 478938 h 623883"/>
                    <a:gd name="connsiteX23" fmla="*/ 35218 w 118924"/>
                    <a:gd name="connsiteY23" fmla="*/ 472641 h 623883"/>
                    <a:gd name="connsiteX24" fmla="*/ 38300 w 118924"/>
                    <a:gd name="connsiteY24" fmla="*/ 466344 h 623883"/>
                    <a:gd name="connsiteX25" fmla="*/ 41448 w 118924"/>
                    <a:gd name="connsiteY25" fmla="*/ 460047 h 623883"/>
                    <a:gd name="connsiteX26" fmla="*/ 44642 w 118924"/>
                    <a:gd name="connsiteY26" fmla="*/ 453750 h 623883"/>
                    <a:gd name="connsiteX27" fmla="*/ 47768 w 118924"/>
                    <a:gd name="connsiteY27" fmla="*/ 447430 h 623883"/>
                    <a:gd name="connsiteX28" fmla="*/ 50781 w 118924"/>
                    <a:gd name="connsiteY28" fmla="*/ 441133 h 623883"/>
                    <a:gd name="connsiteX29" fmla="*/ 53593 w 118924"/>
                    <a:gd name="connsiteY29" fmla="*/ 434836 h 623883"/>
                    <a:gd name="connsiteX30" fmla="*/ 56201 w 118924"/>
                    <a:gd name="connsiteY30" fmla="*/ 428539 h 623883"/>
                    <a:gd name="connsiteX31" fmla="*/ 58608 w 118924"/>
                    <a:gd name="connsiteY31" fmla="*/ 422219 h 623883"/>
                    <a:gd name="connsiteX32" fmla="*/ 60879 w 118924"/>
                    <a:gd name="connsiteY32" fmla="*/ 415922 h 623883"/>
                    <a:gd name="connsiteX33" fmla="*/ 63061 w 118924"/>
                    <a:gd name="connsiteY33" fmla="*/ 409625 h 623883"/>
                    <a:gd name="connsiteX34" fmla="*/ 65265 w 118924"/>
                    <a:gd name="connsiteY34" fmla="*/ 403328 h 623883"/>
                    <a:gd name="connsiteX35" fmla="*/ 67604 w 118924"/>
                    <a:gd name="connsiteY35" fmla="*/ 397031 h 623883"/>
                    <a:gd name="connsiteX36" fmla="*/ 70145 w 118924"/>
                    <a:gd name="connsiteY36" fmla="*/ 390711 h 623883"/>
                    <a:gd name="connsiteX37" fmla="*/ 72979 w 118924"/>
                    <a:gd name="connsiteY37" fmla="*/ 384414 h 623883"/>
                    <a:gd name="connsiteX38" fmla="*/ 76195 w 118924"/>
                    <a:gd name="connsiteY38" fmla="*/ 378117 h 623883"/>
                    <a:gd name="connsiteX39" fmla="*/ 79770 w 118924"/>
                    <a:gd name="connsiteY39" fmla="*/ 371820 h 623883"/>
                    <a:gd name="connsiteX40" fmla="*/ 83774 w 118924"/>
                    <a:gd name="connsiteY40" fmla="*/ 365523 h 623883"/>
                    <a:gd name="connsiteX41" fmla="*/ 88114 w 118924"/>
                    <a:gd name="connsiteY41" fmla="*/ 359204 h 623883"/>
                    <a:gd name="connsiteX42" fmla="*/ 92747 w 118924"/>
                    <a:gd name="connsiteY42" fmla="*/ 352906 h 623883"/>
                    <a:gd name="connsiteX43" fmla="*/ 97560 w 118924"/>
                    <a:gd name="connsiteY43" fmla="*/ 346609 h 623883"/>
                    <a:gd name="connsiteX44" fmla="*/ 102372 w 118924"/>
                    <a:gd name="connsiteY44" fmla="*/ 340312 h 623883"/>
                    <a:gd name="connsiteX45" fmla="*/ 106983 w 118924"/>
                    <a:gd name="connsiteY45" fmla="*/ 334015 h 623883"/>
                    <a:gd name="connsiteX46" fmla="*/ 111143 w 118924"/>
                    <a:gd name="connsiteY46" fmla="*/ 327696 h 623883"/>
                    <a:gd name="connsiteX47" fmla="*/ 114629 w 118924"/>
                    <a:gd name="connsiteY47" fmla="*/ 321399 h 623883"/>
                    <a:gd name="connsiteX48" fmla="*/ 117216 w 118924"/>
                    <a:gd name="connsiteY48" fmla="*/ 315102 h 623883"/>
                    <a:gd name="connsiteX49" fmla="*/ 118700 w 118924"/>
                    <a:gd name="connsiteY49" fmla="*/ 308804 h 623883"/>
                    <a:gd name="connsiteX50" fmla="*/ 118925 w 118924"/>
                    <a:gd name="connsiteY50" fmla="*/ 302485 h 623883"/>
                    <a:gd name="connsiteX51" fmla="*/ 117823 w 118924"/>
                    <a:gd name="connsiteY51" fmla="*/ 296188 h 623883"/>
                    <a:gd name="connsiteX52" fmla="*/ 115461 w 118924"/>
                    <a:gd name="connsiteY52" fmla="*/ 289891 h 623883"/>
                    <a:gd name="connsiteX53" fmla="*/ 111886 w 118924"/>
                    <a:gd name="connsiteY53" fmla="*/ 283594 h 623883"/>
                    <a:gd name="connsiteX54" fmla="*/ 107298 w 118924"/>
                    <a:gd name="connsiteY54" fmla="*/ 277297 h 623883"/>
                    <a:gd name="connsiteX55" fmla="*/ 101878 w 118924"/>
                    <a:gd name="connsiteY55" fmla="*/ 270977 h 623883"/>
                    <a:gd name="connsiteX56" fmla="*/ 95851 w 118924"/>
                    <a:gd name="connsiteY56" fmla="*/ 264680 h 623883"/>
                    <a:gd name="connsiteX57" fmla="*/ 89486 w 118924"/>
                    <a:gd name="connsiteY57" fmla="*/ 258383 h 623883"/>
                    <a:gd name="connsiteX58" fmla="*/ 82986 w 118924"/>
                    <a:gd name="connsiteY58" fmla="*/ 252086 h 623883"/>
                    <a:gd name="connsiteX59" fmla="*/ 76509 w 118924"/>
                    <a:gd name="connsiteY59" fmla="*/ 245789 h 623883"/>
                    <a:gd name="connsiteX60" fmla="*/ 70235 w 118924"/>
                    <a:gd name="connsiteY60" fmla="*/ 239469 h 623883"/>
                    <a:gd name="connsiteX61" fmla="*/ 64253 w 118924"/>
                    <a:gd name="connsiteY61" fmla="*/ 233172 h 623883"/>
                    <a:gd name="connsiteX62" fmla="*/ 58653 w 118924"/>
                    <a:gd name="connsiteY62" fmla="*/ 226875 h 623883"/>
                    <a:gd name="connsiteX63" fmla="*/ 53458 w 118924"/>
                    <a:gd name="connsiteY63" fmla="*/ 220578 h 623883"/>
                    <a:gd name="connsiteX64" fmla="*/ 48712 w 118924"/>
                    <a:gd name="connsiteY64" fmla="*/ 214258 h 623883"/>
                    <a:gd name="connsiteX65" fmla="*/ 44394 w 118924"/>
                    <a:gd name="connsiteY65" fmla="*/ 207961 h 623883"/>
                    <a:gd name="connsiteX66" fmla="*/ 40504 w 118924"/>
                    <a:gd name="connsiteY66" fmla="*/ 201664 h 623883"/>
                    <a:gd name="connsiteX67" fmla="*/ 36995 w 118924"/>
                    <a:gd name="connsiteY67" fmla="*/ 195367 h 623883"/>
                    <a:gd name="connsiteX68" fmla="*/ 33824 w 118924"/>
                    <a:gd name="connsiteY68" fmla="*/ 189070 h 623883"/>
                    <a:gd name="connsiteX69" fmla="*/ 30968 w 118924"/>
                    <a:gd name="connsiteY69" fmla="*/ 182750 h 623883"/>
                    <a:gd name="connsiteX70" fmla="*/ 28359 w 118924"/>
                    <a:gd name="connsiteY70" fmla="*/ 176453 h 623883"/>
                    <a:gd name="connsiteX71" fmla="*/ 25975 w 118924"/>
                    <a:gd name="connsiteY71" fmla="*/ 170156 h 623883"/>
                    <a:gd name="connsiteX72" fmla="*/ 23816 w 118924"/>
                    <a:gd name="connsiteY72" fmla="*/ 163859 h 623883"/>
                    <a:gd name="connsiteX73" fmla="*/ 21837 w 118924"/>
                    <a:gd name="connsiteY73" fmla="*/ 157562 h 623883"/>
                    <a:gd name="connsiteX74" fmla="*/ 20083 w 118924"/>
                    <a:gd name="connsiteY74" fmla="*/ 151242 h 623883"/>
                    <a:gd name="connsiteX75" fmla="*/ 18509 w 118924"/>
                    <a:gd name="connsiteY75" fmla="*/ 144945 h 623883"/>
                    <a:gd name="connsiteX76" fmla="*/ 17115 w 118924"/>
                    <a:gd name="connsiteY76" fmla="*/ 138648 h 623883"/>
                    <a:gd name="connsiteX77" fmla="*/ 15855 w 118924"/>
                    <a:gd name="connsiteY77" fmla="*/ 132351 h 623883"/>
                    <a:gd name="connsiteX78" fmla="*/ 14731 w 118924"/>
                    <a:gd name="connsiteY78" fmla="*/ 126054 h 623883"/>
                    <a:gd name="connsiteX79" fmla="*/ 13674 w 118924"/>
                    <a:gd name="connsiteY79" fmla="*/ 119735 h 623883"/>
                    <a:gd name="connsiteX80" fmla="*/ 12639 w 118924"/>
                    <a:gd name="connsiteY80" fmla="*/ 113437 h 623883"/>
                    <a:gd name="connsiteX81" fmla="*/ 11627 w 118924"/>
                    <a:gd name="connsiteY81" fmla="*/ 107140 h 623883"/>
                    <a:gd name="connsiteX82" fmla="*/ 10570 w 118924"/>
                    <a:gd name="connsiteY82" fmla="*/ 100843 h 623883"/>
                    <a:gd name="connsiteX83" fmla="*/ 9468 w 118924"/>
                    <a:gd name="connsiteY83" fmla="*/ 94524 h 623883"/>
                    <a:gd name="connsiteX84" fmla="*/ 8344 w 118924"/>
                    <a:gd name="connsiteY84" fmla="*/ 88227 h 623883"/>
                    <a:gd name="connsiteX85" fmla="*/ 7197 w 118924"/>
                    <a:gd name="connsiteY85" fmla="*/ 81930 h 623883"/>
                    <a:gd name="connsiteX86" fmla="*/ 6095 w 118924"/>
                    <a:gd name="connsiteY86" fmla="*/ 75632 h 623883"/>
                    <a:gd name="connsiteX87" fmla="*/ 5015 w 118924"/>
                    <a:gd name="connsiteY87" fmla="*/ 69335 h 623883"/>
                    <a:gd name="connsiteX88" fmla="*/ 4048 w 118924"/>
                    <a:gd name="connsiteY88" fmla="*/ 63016 h 623883"/>
                    <a:gd name="connsiteX89" fmla="*/ 3171 w 118924"/>
                    <a:gd name="connsiteY89" fmla="*/ 56719 h 623883"/>
                    <a:gd name="connsiteX90" fmla="*/ 2429 w 118924"/>
                    <a:gd name="connsiteY90" fmla="*/ 50422 h 623883"/>
                    <a:gd name="connsiteX91" fmla="*/ 1799 w 118924"/>
                    <a:gd name="connsiteY91" fmla="*/ 44125 h 623883"/>
                    <a:gd name="connsiteX92" fmla="*/ 1304 w 118924"/>
                    <a:gd name="connsiteY92" fmla="*/ 37827 h 623883"/>
                    <a:gd name="connsiteX93" fmla="*/ 922 w 118924"/>
                    <a:gd name="connsiteY93" fmla="*/ 31508 h 623883"/>
                    <a:gd name="connsiteX94" fmla="*/ 629 w 118924"/>
                    <a:gd name="connsiteY94" fmla="*/ 25211 h 623883"/>
                    <a:gd name="connsiteX95" fmla="*/ 405 w 118924"/>
                    <a:gd name="connsiteY95" fmla="*/ 18914 h 623883"/>
                    <a:gd name="connsiteX96" fmla="*/ 270 w 118924"/>
                    <a:gd name="connsiteY96" fmla="*/ 12617 h 623883"/>
                    <a:gd name="connsiteX97" fmla="*/ 180 w 118924"/>
                    <a:gd name="connsiteY97" fmla="*/ 6297 h 623883"/>
                    <a:gd name="connsiteX98" fmla="*/ 112 w 118924"/>
                    <a:gd name="connsiteY98" fmla="*/ 0 h 623883"/>
                    <a:gd name="connsiteX99" fmla="*/ 0 w 118924"/>
                    <a:gd name="connsiteY99" fmla="*/ 0 h 623883"/>
                    <a:gd name="connsiteX100" fmla="*/ 0 w 118924"/>
                    <a:gd name="connsiteY100" fmla="*/ 6297 h 623883"/>
                    <a:gd name="connsiteX101" fmla="*/ 0 w 118924"/>
                    <a:gd name="connsiteY101" fmla="*/ 12617 h 623883"/>
                    <a:gd name="connsiteX102" fmla="*/ 0 w 118924"/>
                    <a:gd name="connsiteY102" fmla="*/ 18914 h 623883"/>
                    <a:gd name="connsiteX103" fmla="*/ 0 w 118924"/>
                    <a:gd name="connsiteY103" fmla="*/ 25211 h 623883"/>
                    <a:gd name="connsiteX104" fmla="*/ 0 w 118924"/>
                    <a:gd name="connsiteY104" fmla="*/ 31508 h 623883"/>
                    <a:gd name="connsiteX105" fmla="*/ 0 w 118924"/>
                    <a:gd name="connsiteY105" fmla="*/ 37827 h 623883"/>
                    <a:gd name="connsiteX106" fmla="*/ 0 w 118924"/>
                    <a:gd name="connsiteY106" fmla="*/ 44125 h 623883"/>
                    <a:gd name="connsiteX107" fmla="*/ 0 w 118924"/>
                    <a:gd name="connsiteY107" fmla="*/ 50422 h 623883"/>
                    <a:gd name="connsiteX108" fmla="*/ 0 w 118924"/>
                    <a:gd name="connsiteY108" fmla="*/ 56719 h 623883"/>
                    <a:gd name="connsiteX109" fmla="*/ 0 w 118924"/>
                    <a:gd name="connsiteY109" fmla="*/ 63016 h 623883"/>
                    <a:gd name="connsiteX110" fmla="*/ 0 w 118924"/>
                    <a:gd name="connsiteY110" fmla="*/ 69335 h 623883"/>
                    <a:gd name="connsiteX111" fmla="*/ 0 w 118924"/>
                    <a:gd name="connsiteY111" fmla="*/ 75632 h 623883"/>
                    <a:gd name="connsiteX112" fmla="*/ 0 w 118924"/>
                    <a:gd name="connsiteY112" fmla="*/ 81930 h 623883"/>
                    <a:gd name="connsiteX113" fmla="*/ 0 w 118924"/>
                    <a:gd name="connsiteY113" fmla="*/ 88227 h 623883"/>
                    <a:gd name="connsiteX114" fmla="*/ 0 w 118924"/>
                    <a:gd name="connsiteY114" fmla="*/ 94524 h 623883"/>
                    <a:gd name="connsiteX115" fmla="*/ 0 w 118924"/>
                    <a:gd name="connsiteY115" fmla="*/ 100843 h 623883"/>
                    <a:gd name="connsiteX116" fmla="*/ 0 w 118924"/>
                    <a:gd name="connsiteY116" fmla="*/ 107140 h 623883"/>
                    <a:gd name="connsiteX117" fmla="*/ 0 w 118924"/>
                    <a:gd name="connsiteY117" fmla="*/ 113437 h 623883"/>
                    <a:gd name="connsiteX118" fmla="*/ 0 w 118924"/>
                    <a:gd name="connsiteY118" fmla="*/ 119735 h 623883"/>
                    <a:gd name="connsiteX119" fmla="*/ 0 w 118924"/>
                    <a:gd name="connsiteY119" fmla="*/ 126054 h 623883"/>
                    <a:gd name="connsiteX120" fmla="*/ 0 w 118924"/>
                    <a:gd name="connsiteY120" fmla="*/ 132351 h 623883"/>
                    <a:gd name="connsiteX121" fmla="*/ 0 w 118924"/>
                    <a:gd name="connsiteY121" fmla="*/ 138648 h 623883"/>
                    <a:gd name="connsiteX122" fmla="*/ 0 w 118924"/>
                    <a:gd name="connsiteY122" fmla="*/ 144945 h 623883"/>
                    <a:gd name="connsiteX123" fmla="*/ 0 w 118924"/>
                    <a:gd name="connsiteY123" fmla="*/ 151242 h 623883"/>
                    <a:gd name="connsiteX124" fmla="*/ 0 w 118924"/>
                    <a:gd name="connsiteY124" fmla="*/ 157562 h 623883"/>
                    <a:gd name="connsiteX125" fmla="*/ 0 w 118924"/>
                    <a:gd name="connsiteY125" fmla="*/ 163859 h 623883"/>
                    <a:gd name="connsiteX126" fmla="*/ 0 w 118924"/>
                    <a:gd name="connsiteY126" fmla="*/ 170156 h 623883"/>
                    <a:gd name="connsiteX127" fmla="*/ 0 w 118924"/>
                    <a:gd name="connsiteY127" fmla="*/ 176453 h 623883"/>
                    <a:gd name="connsiteX128" fmla="*/ 0 w 118924"/>
                    <a:gd name="connsiteY128" fmla="*/ 182750 h 623883"/>
                    <a:gd name="connsiteX129" fmla="*/ 0 w 118924"/>
                    <a:gd name="connsiteY129" fmla="*/ 189070 h 623883"/>
                    <a:gd name="connsiteX130" fmla="*/ 0 w 118924"/>
                    <a:gd name="connsiteY130" fmla="*/ 195367 h 623883"/>
                    <a:gd name="connsiteX131" fmla="*/ 0 w 118924"/>
                    <a:gd name="connsiteY131" fmla="*/ 201664 h 623883"/>
                    <a:gd name="connsiteX132" fmla="*/ 0 w 118924"/>
                    <a:gd name="connsiteY132" fmla="*/ 207961 h 623883"/>
                    <a:gd name="connsiteX133" fmla="*/ 0 w 118924"/>
                    <a:gd name="connsiteY133" fmla="*/ 214258 h 623883"/>
                    <a:gd name="connsiteX134" fmla="*/ 0 w 118924"/>
                    <a:gd name="connsiteY134" fmla="*/ 220578 h 623883"/>
                    <a:gd name="connsiteX135" fmla="*/ 0 w 118924"/>
                    <a:gd name="connsiteY135" fmla="*/ 226875 h 623883"/>
                    <a:gd name="connsiteX136" fmla="*/ 0 w 118924"/>
                    <a:gd name="connsiteY136" fmla="*/ 233172 h 623883"/>
                    <a:gd name="connsiteX137" fmla="*/ 0 w 118924"/>
                    <a:gd name="connsiteY137" fmla="*/ 239469 h 623883"/>
                    <a:gd name="connsiteX138" fmla="*/ 0 w 118924"/>
                    <a:gd name="connsiteY138" fmla="*/ 245789 h 623883"/>
                    <a:gd name="connsiteX139" fmla="*/ 0 w 118924"/>
                    <a:gd name="connsiteY139" fmla="*/ 252086 h 623883"/>
                    <a:gd name="connsiteX140" fmla="*/ 0 w 118924"/>
                    <a:gd name="connsiteY140" fmla="*/ 258383 h 623883"/>
                    <a:gd name="connsiteX141" fmla="*/ 0 w 118924"/>
                    <a:gd name="connsiteY141" fmla="*/ 264680 h 623883"/>
                    <a:gd name="connsiteX142" fmla="*/ 0 w 118924"/>
                    <a:gd name="connsiteY142" fmla="*/ 270977 h 623883"/>
                    <a:gd name="connsiteX143" fmla="*/ 0 w 118924"/>
                    <a:gd name="connsiteY143" fmla="*/ 277297 h 623883"/>
                    <a:gd name="connsiteX144" fmla="*/ 0 w 118924"/>
                    <a:gd name="connsiteY144" fmla="*/ 283594 h 623883"/>
                    <a:gd name="connsiteX145" fmla="*/ 0 w 118924"/>
                    <a:gd name="connsiteY145" fmla="*/ 289891 h 623883"/>
                    <a:gd name="connsiteX146" fmla="*/ 0 w 118924"/>
                    <a:gd name="connsiteY146" fmla="*/ 296188 h 623883"/>
                    <a:gd name="connsiteX147" fmla="*/ 0 w 118924"/>
                    <a:gd name="connsiteY147" fmla="*/ 302485 h 623883"/>
                    <a:gd name="connsiteX148" fmla="*/ 0 w 118924"/>
                    <a:gd name="connsiteY148" fmla="*/ 308804 h 623883"/>
                    <a:gd name="connsiteX149" fmla="*/ 0 w 118924"/>
                    <a:gd name="connsiteY149" fmla="*/ 315102 h 623883"/>
                    <a:gd name="connsiteX150" fmla="*/ 0 w 118924"/>
                    <a:gd name="connsiteY150" fmla="*/ 321399 h 623883"/>
                    <a:gd name="connsiteX151" fmla="*/ 0 w 118924"/>
                    <a:gd name="connsiteY151" fmla="*/ 327696 h 623883"/>
                    <a:gd name="connsiteX152" fmla="*/ 0 w 118924"/>
                    <a:gd name="connsiteY152" fmla="*/ 334015 h 623883"/>
                    <a:gd name="connsiteX153" fmla="*/ 0 w 118924"/>
                    <a:gd name="connsiteY153" fmla="*/ 340312 h 623883"/>
                    <a:gd name="connsiteX154" fmla="*/ 0 w 118924"/>
                    <a:gd name="connsiteY154" fmla="*/ 346609 h 623883"/>
                    <a:gd name="connsiteX155" fmla="*/ 0 w 118924"/>
                    <a:gd name="connsiteY155" fmla="*/ 352906 h 623883"/>
                    <a:gd name="connsiteX156" fmla="*/ 0 w 118924"/>
                    <a:gd name="connsiteY156" fmla="*/ 359204 h 623883"/>
                    <a:gd name="connsiteX157" fmla="*/ 0 w 118924"/>
                    <a:gd name="connsiteY157" fmla="*/ 365523 h 623883"/>
                    <a:gd name="connsiteX158" fmla="*/ 0 w 118924"/>
                    <a:gd name="connsiteY158" fmla="*/ 371820 h 623883"/>
                    <a:gd name="connsiteX159" fmla="*/ 0 w 118924"/>
                    <a:gd name="connsiteY159" fmla="*/ 378117 h 623883"/>
                    <a:gd name="connsiteX160" fmla="*/ 0 w 118924"/>
                    <a:gd name="connsiteY160" fmla="*/ 384414 h 623883"/>
                    <a:gd name="connsiteX161" fmla="*/ 0 w 118924"/>
                    <a:gd name="connsiteY161" fmla="*/ 390711 h 623883"/>
                    <a:gd name="connsiteX162" fmla="*/ 0 w 118924"/>
                    <a:gd name="connsiteY162" fmla="*/ 397031 h 623883"/>
                    <a:gd name="connsiteX163" fmla="*/ 0 w 118924"/>
                    <a:gd name="connsiteY163" fmla="*/ 403328 h 623883"/>
                    <a:gd name="connsiteX164" fmla="*/ 0 w 118924"/>
                    <a:gd name="connsiteY164" fmla="*/ 409625 h 623883"/>
                    <a:gd name="connsiteX165" fmla="*/ 0 w 118924"/>
                    <a:gd name="connsiteY165" fmla="*/ 415922 h 623883"/>
                    <a:gd name="connsiteX166" fmla="*/ 0 w 118924"/>
                    <a:gd name="connsiteY166" fmla="*/ 422219 h 623883"/>
                    <a:gd name="connsiteX167" fmla="*/ 0 w 118924"/>
                    <a:gd name="connsiteY167" fmla="*/ 428539 h 623883"/>
                    <a:gd name="connsiteX168" fmla="*/ 0 w 118924"/>
                    <a:gd name="connsiteY168" fmla="*/ 434836 h 623883"/>
                    <a:gd name="connsiteX169" fmla="*/ 0 w 118924"/>
                    <a:gd name="connsiteY169" fmla="*/ 441133 h 623883"/>
                    <a:gd name="connsiteX170" fmla="*/ 0 w 118924"/>
                    <a:gd name="connsiteY170" fmla="*/ 447430 h 623883"/>
                    <a:gd name="connsiteX171" fmla="*/ 0 w 118924"/>
                    <a:gd name="connsiteY171" fmla="*/ 453750 h 623883"/>
                    <a:gd name="connsiteX172" fmla="*/ 0 w 118924"/>
                    <a:gd name="connsiteY172" fmla="*/ 460047 h 623883"/>
                    <a:gd name="connsiteX173" fmla="*/ 0 w 118924"/>
                    <a:gd name="connsiteY173" fmla="*/ 466344 h 623883"/>
                    <a:gd name="connsiteX174" fmla="*/ 0 w 118924"/>
                    <a:gd name="connsiteY174" fmla="*/ 472641 h 623883"/>
                    <a:gd name="connsiteX175" fmla="*/ 0 w 118924"/>
                    <a:gd name="connsiteY175" fmla="*/ 478938 h 623883"/>
                    <a:gd name="connsiteX176" fmla="*/ 0 w 118924"/>
                    <a:gd name="connsiteY176" fmla="*/ 485258 h 623883"/>
                    <a:gd name="connsiteX177" fmla="*/ 0 w 118924"/>
                    <a:gd name="connsiteY177" fmla="*/ 491555 h 623883"/>
                    <a:gd name="connsiteX178" fmla="*/ 0 w 118924"/>
                    <a:gd name="connsiteY178" fmla="*/ 497852 h 623883"/>
                    <a:gd name="connsiteX179" fmla="*/ 0 w 118924"/>
                    <a:gd name="connsiteY179" fmla="*/ 504149 h 623883"/>
                    <a:gd name="connsiteX180" fmla="*/ 0 w 118924"/>
                    <a:gd name="connsiteY180" fmla="*/ 510446 h 623883"/>
                    <a:gd name="connsiteX181" fmla="*/ 0 w 118924"/>
                    <a:gd name="connsiteY181" fmla="*/ 516766 h 623883"/>
                    <a:gd name="connsiteX182" fmla="*/ 0 w 118924"/>
                    <a:gd name="connsiteY182" fmla="*/ 523063 h 623883"/>
                    <a:gd name="connsiteX183" fmla="*/ 0 w 118924"/>
                    <a:gd name="connsiteY183" fmla="*/ 529360 h 623883"/>
                    <a:gd name="connsiteX184" fmla="*/ 0 w 118924"/>
                    <a:gd name="connsiteY184" fmla="*/ 535657 h 623883"/>
                    <a:gd name="connsiteX185" fmla="*/ 0 w 118924"/>
                    <a:gd name="connsiteY185" fmla="*/ 541976 h 623883"/>
                    <a:gd name="connsiteX186" fmla="*/ 0 w 118924"/>
                    <a:gd name="connsiteY186" fmla="*/ 548273 h 623883"/>
                    <a:gd name="connsiteX187" fmla="*/ 0 w 118924"/>
                    <a:gd name="connsiteY187" fmla="*/ 554571 h 623883"/>
                    <a:gd name="connsiteX188" fmla="*/ 0 w 118924"/>
                    <a:gd name="connsiteY188" fmla="*/ 560868 h 623883"/>
                    <a:gd name="connsiteX189" fmla="*/ 0 w 118924"/>
                    <a:gd name="connsiteY189" fmla="*/ 567165 h 623883"/>
                    <a:gd name="connsiteX190" fmla="*/ 0 w 118924"/>
                    <a:gd name="connsiteY190" fmla="*/ 573484 h 623883"/>
                    <a:gd name="connsiteX191" fmla="*/ 0 w 118924"/>
                    <a:gd name="connsiteY191" fmla="*/ 579781 h 623883"/>
                    <a:gd name="connsiteX192" fmla="*/ 0 w 118924"/>
                    <a:gd name="connsiteY192" fmla="*/ 586079 h 623883"/>
                    <a:gd name="connsiteX193" fmla="*/ 0 w 118924"/>
                    <a:gd name="connsiteY193" fmla="*/ 592376 h 623883"/>
                    <a:gd name="connsiteX194" fmla="*/ 0 w 118924"/>
                    <a:gd name="connsiteY194" fmla="*/ 598673 h 623883"/>
                    <a:gd name="connsiteX195" fmla="*/ 0 w 118924"/>
                    <a:gd name="connsiteY195" fmla="*/ 604992 h 623883"/>
                    <a:gd name="connsiteX196" fmla="*/ 0 w 118924"/>
                    <a:gd name="connsiteY196" fmla="*/ 611289 h 623883"/>
                    <a:gd name="connsiteX197" fmla="*/ 0 w 118924"/>
                    <a:gd name="connsiteY197" fmla="*/ 617586 h 623883"/>
                    <a:gd name="connsiteX198" fmla="*/ 0 w 118924"/>
                    <a:gd name="connsiteY198" fmla="*/ 623883 h 623883"/>
                    <a:gd name="connsiteX199" fmla="*/ 112 w 118924"/>
                    <a:gd name="connsiteY199" fmla="*/ 623883 h 623883"/>
                    <a:gd name="connsiteX200" fmla="*/ 180 w 118924"/>
                    <a:gd name="connsiteY200" fmla="*/ 617586 h 6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Lst>
                  <a:rect l="l" t="t" r="r" b="b"/>
                  <a:pathLst>
                    <a:path w="118924" h="623883">
                      <a:moveTo>
                        <a:pt x="180" y="617586"/>
                      </a:moveTo>
                      <a:lnTo>
                        <a:pt x="292" y="611289"/>
                      </a:lnTo>
                      <a:lnTo>
                        <a:pt x="450" y="604992"/>
                      </a:lnTo>
                      <a:lnTo>
                        <a:pt x="697" y="598673"/>
                      </a:lnTo>
                      <a:lnTo>
                        <a:pt x="1012" y="592376"/>
                      </a:lnTo>
                      <a:lnTo>
                        <a:pt x="1462" y="586079"/>
                      </a:lnTo>
                      <a:lnTo>
                        <a:pt x="2069" y="579781"/>
                      </a:lnTo>
                      <a:lnTo>
                        <a:pt x="2834" y="573484"/>
                      </a:lnTo>
                      <a:lnTo>
                        <a:pt x="3801" y="567165"/>
                      </a:lnTo>
                      <a:lnTo>
                        <a:pt x="4970" y="560868"/>
                      </a:lnTo>
                      <a:lnTo>
                        <a:pt x="6319" y="554571"/>
                      </a:lnTo>
                      <a:lnTo>
                        <a:pt x="7871" y="548273"/>
                      </a:lnTo>
                      <a:lnTo>
                        <a:pt x="9603" y="541976"/>
                      </a:lnTo>
                      <a:lnTo>
                        <a:pt x="11470" y="535657"/>
                      </a:lnTo>
                      <a:lnTo>
                        <a:pt x="13449" y="529360"/>
                      </a:lnTo>
                      <a:lnTo>
                        <a:pt x="15518" y="523063"/>
                      </a:lnTo>
                      <a:lnTo>
                        <a:pt x="17654" y="516766"/>
                      </a:lnTo>
                      <a:lnTo>
                        <a:pt x="19836" y="510446"/>
                      </a:lnTo>
                      <a:lnTo>
                        <a:pt x="22085" y="504149"/>
                      </a:lnTo>
                      <a:lnTo>
                        <a:pt x="24424" y="497852"/>
                      </a:lnTo>
                      <a:lnTo>
                        <a:pt x="26897" y="491555"/>
                      </a:lnTo>
                      <a:lnTo>
                        <a:pt x="29506" y="485258"/>
                      </a:lnTo>
                      <a:lnTo>
                        <a:pt x="32272" y="478938"/>
                      </a:lnTo>
                      <a:lnTo>
                        <a:pt x="35218" y="472641"/>
                      </a:lnTo>
                      <a:lnTo>
                        <a:pt x="38300" y="466344"/>
                      </a:lnTo>
                      <a:lnTo>
                        <a:pt x="41448" y="460047"/>
                      </a:lnTo>
                      <a:lnTo>
                        <a:pt x="44642" y="453750"/>
                      </a:lnTo>
                      <a:lnTo>
                        <a:pt x="47768" y="447430"/>
                      </a:lnTo>
                      <a:lnTo>
                        <a:pt x="50781" y="441133"/>
                      </a:lnTo>
                      <a:lnTo>
                        <a:pt x="53593" y="434836"/>
                      </a:lnTo>
                      <a:lnTo>
                        <a:pt x="56201" y="428539"/>
                      </a:lnTo>
                      <a:lnTo>
                        <a:pt x="58608" y="422219"/>
                      </a:lnTo>
                      <a:lnTo>
                        <a:pt x="60879" y="415922"/>
                      </a:lnTo>
                      <a:lnTo>
                        <a:pt x="63061" y="409625"/>
                      </a:lnTo>
                      <a:lnTo>
                        <a:pt x="65265" y="403328"/>
                      </a:lnTo>
                      <a:lnTo>
                        <a:pt x="67604" y="397031"/>
                      </a:lnTo>
                      <a:lnTo>
                        <a:pt x="70145" y="390711"/>
                      </a:lnTo>
                      <a:lnTo>
                        <a:pt x="72979" y="384414"/>
                      </a:lnTo>
                      <a:lnTo>
                        <a:pt x="76195" y="378117"/>
                      </a:lnTo>
                      <a:lnTo>
                        <a:pt x="79770" y="371820"/>
                      </a:lnTo>
                      <a:lnTo>
                        <a:pt x="83774" y="365523"/>
                      </a:lnTo>
                      <a:lnTo>
                        <a:pt x="88114" y="359204"/>
                      </a:lnTo>
                      <a:lnTo>
                        <a:pt x="92747" y="352906"/>
                      </a:lnTo>
                      <a:lnTo>
                        <a:pt x="97560" y="346609"/>
                      </a:lnTo>
                      <a:lnTo>
                        <a:pt x="102372" y="340312"/>
                      </a:lnTo>
                      <a:lnTo>
                        <a:pt x="106983" y="334015"/>
                      </a:lnTo>
                      <a:lnTo>
                        <a:pt x="111143" y="327696"/>
                      </a:lnTo>
                      <a:lnTo>
                        <a:pt x="114629" y="321399"/>
                      </a:lnTo>
                      <a:lnTo>
                        <a:pt x="117216" y="315102"/>
                      </a:lnTo>
                      <a:lnTo>
                        <a:pt x="118700" y="308804"/>
                      </a:lnTo>
                      <a:lnTo>
                        <a:pt x="118925" y="302485"/>
                      </a:lnTo>
                      <a:lnTo>
                        <a:pt x="117823" y="296188"/>
                      </a:lnTo>
                      <a:lnTo>
                        <a:pt x="115461" y="289891"/>
                      </a:lnTo>
                      <a:lnTo>
                        <a:pt x="111886" y="283594"/>
                      </a:lnTo>
                      <a:lnTo>
                        <a:pt x="107298" y="277297"/>
                      </a:lnTo>
                      <a:lnTo>
                        <a:pt x="101878" y="270977"/>
                      </a:lnTo>
                      <a:lnTo>
                        <a:pt x="95851" y="264680"/>
                      </a:lnTo>
                      <a:lnTo>
                        <a:pt x="89486" y="258383"/>
                      </a:lnTo>
                      <a:lnTo>
                        <a:pt x="82986" y="252086"/>
                      </a:lnTo>
                      <a:lnTo>
                        <a:pt x="76509" y="245789"/>
                      </a:lnTo>
                      <a:lnTo>
                        <a:pt x="70235" y="239469"/>
                      </a:lnTo>
                      <a:lnTo>
                        <a:pt x="64253" y="233172"/>
                      </a:lnTo>
                      <a:lnTo>
                        <a:pt x="58653" y="226875"/>
                      </a:lnTo>
                      <a:lnTo>
                        <a:pt x="53458" y="220578"/>
                      </a:lnTo>
                      <a:lnTo>
                        <a:pt x="48712" y="214258"/>
                      </a:lnTo>
                      <a:lnTo>
                        <a:pt x="44394" y="207961"/>
                      </a:lnTo>
                      <a:lnTo>
                        <a:pt x="40504" y="201664"/>
                      </a:lnTo>
                      <a:lnTo>
                        <a:pt x="36995" y="195367"/>
                      </a:lnTo>
                      <a:lnTo>
                        <a:pt x="33824" y="189070"/>
                      </a:lnTo>
                      <a:lnTo>
                        <a:pt x="30968" y="182750"/>
                      </a:lnTo>
                      <a:lnTo>
                        <a:pt x="28359" y="176453"/>
                      </a:lnTo>
                      <a:lnTo>
                        <a:pt x="25975" y="170156"/>
                      </a:lnTo>
                      <a:lnTo>
                        <a:pt x="23816" y="163859"/>
                      </a:lnTo>
                      <a:lnTo>
                        <a:pt x="21837" y="157562"/>
                      </a:lnTo>
                      <a:lnTo>
                        <a:pt x="20083" y="151242"/>
                      </a:lnTo>
                      <a:lnTo>
                        <a:pt x="18509" y="144945"/>
                      </a:lnTo>
                      <a:lnTo>
                        <a:pt x="17115" y="138648"/>
                      </a:lnTo>
                      <a:lnTo>
                        <a:pt x="15855" y="132351"/>
                      </a:lnTo>
                      <a:lnTo>
                        <a:pt x="14731" y="126054"/>
                      </a:lnTo>
                      <a:lnTo>
                        <a:pt x="13674" y="119735"/>
                      </a:lnTo>
                      <a:lnTo>
                        <a:pt x="12639" y="113437"/>
                      </a:lnTo>
                      <a:lnTo>
                        <a:pt x="11627" y="107140"/>
                      </a:lnTo>
                      <a:lnTo>
                        <a:pt x="10570" y="100843"/>
                      </a:lnTo>
                      <a:lnTo>
                        <a:pt x="9468" y="94524"/>
                      </a:lnTo>
                      <a:lnTo>
                        <a:pt x="8344" y="88227"/>
                      </a:lnTo>
                      <a:lnTo>
                        <a:pt x="7197" y="81930"/>
                      </a:lnTo>
                      <a:lnTo>
                        <a:pt x="6095" y="75632"/>
                      </a:lnTo>
                      <a:lnTo>
                        <a:pt x="5015" y="69335"/>
                      </a:lnTo>
                      <a:lnTo>
                        <a:pt x="4048" y="63016"/>
                      </a:lnTo>
                      <a:lnTo>
                        <a:pt x="3171" y="56719"/>
                      </a:lnTo>
                      <a:lnTo>
                        <a:pt x="2429" y="50422"/>
                      </a:lnTo>
                      <a:lnTo>
                        <a:pt x="1799" y="44125"/>
                      </a:lnTo>
                      <a:lnTo>
                        <a:pt x="1304" y="37827"/>
                      </a:lnTo>
                      <a:lnTo>
                        <a:pt x="922" y="31508"/>
                      </a:lnTo>
                      <a:lnTo>
                        <a:pt x="629" y="25211"/>
                      </a:lnTo>
                      <a:lnTo>
                        <a:pt x="405" y="18914"/>
                      </a:lnTo>
                      <a:lnTo>
                        <a:pt x="270" y="12617"/>
                      </a:lnTo>
                      <a:lnTo>
                        <a:pt x="180" y="6297"/>
                      </a:lnTo>
                      <a:lnTo>
                        <a:pt x="112" y="0"/>
                      </a:lnTo>
                      <a:lnTo>
                        <a:pt x="0" y="0"/>
                      </a:lnTo>
                      <a:lnTo>
                        <a:pt x="0" y="6297"/>
                      </a:lnTo>
                      <a:lnTo>
                        <a:pt x="0" y="12617"/>
                      </a:lnTo>
                      <a:lnTo>
                        <a:pt x="0" y="18914"/>
                      </a:lnTo>
                      <a:lnTo>
                        <a:pt x="0" y="25211"/>
                      </a:lnTo>
                      <a:lnTo>
                        <a:pt x="0" y="31508"/>
                      </a:lnTo>
                      <a:lnTo>
                        <a:pt x="0" y="37827"/>
                      </a:lnTo>
                      <a:lnTo>
                        <a:pt x="0" y="44125"/>
                      </a:lnTo>
                      <a:lnTo>
                        <a:pt x="0" y="50422"/>
                      </a:lnTo>
                      <a:lnTo>
                        <a:pt x="0" y="56719"/>
                      </a:lnTo>
                      <a:lnTo>
                        <a:pt x="0" y="63016"/>
                      </a:lnTo>
                      <a:lnTo>
                        <a:pt x="0" y="69335"/>
                      </a:lnTo>
                      <a:lnTo>
                        <a:pt x="0" y="75632"/>
                      </a:lnTo>
                      <a:lnTo>
                        <a:pt x="0" y="81930"/>
                      </a:lnTo>
                      <a:lnTo>
                        <a:pt x="0" y="88227"/>
                      </a:lnTo>
                      <a:lnTo>
                        <a:pt x="0" y="94524"/>
                      </a:lnTo>
                      <a:lnTo>
                        <a:pt x="0" y="100843"/>
                      </a:lnTo>
                      <a:lnTo>
                        <a:pt x="0" y="107140"/>
                      </a:lnTo>
                      <a:lnTo>
                        <a:pt x="0" y="113437"/>
                      </a:lnTo>
                      <a:lnTo>
                        <a:pt x="0" y="119735"/>
                      </a:lnTo>
                      <a:lnTo>
                        <a:pt x="0" y="126054"/>
                      </a:lnTo>
                      <a:lnTo>
                        <a:pt x="0" y="132351"/>
                      </a:lnTo>
                      <a:lnTo>
                        <a:pt x="0" y="138648"/>
                      </a:lnTo>
                      <a:lnTo>
                        <a:pt x="0" y="144945"/>
                      </a:lnTo>
                      <a:lnTo>
                        <a:pt x="0" y="151242"/>
                      </a:lnTo>
                      <a:lnTo>
                        <a:pt x="0" y="157562"/>
                      </a:lnTo>
                      <a:lnTo>
                        <a:pt x="0" y="163859"/>
                      </a:lnTo>
                      <a:lnTo>
                        <a:pt x="0" y="170156"/>
                      </a:lnTo>
                      <a:lnTo>
                        <a:pt x="0" y="176453"/>
                      </a:lnTo>
                      <a:lnTo>
                        <a:pt x="0" y="182750"/>
                      </a:lnTo>
                      <a:lnTo>
                        <a:pt x="0" y="189070"/>
                      </a:lnTo>
                      <a:lnTo>
                        <a:pt x="0" y="195367"/>
                      </a:lnTo>
                      <a:lnTo>
                        <a:pt x="0" y="201664"/>
                      </a:lnTo>
                      <a:lnTo>
                        <a:pt x="0" y="207961"/>
                      </a:lnTo>
                      <a:lnTo>
                        <a:pt x="0" y="214258"/>
                      </a:lnTo>
                      <a:lnTo>
                        <a:pt x="0" y="220578"/>
                      </a:lnTo>
                      <a:lnTo>
                        <a:pt x="0" y="226875"/>
                      </a:lnTo>
                      <a:lnTo>
                        <a:pt x="0" y="233172"/>
                      </a:lnTo>
                      <a:lnTo>
                        <a:pt x="0" y="239469"/>
                      </a:lnTo>
                      <a:lnTo>
                        <a:pt x="0" y="245789"/>
                      </a:lnTo>
                      <a:lnTo>
                        <a:pt x="0" y="252086"/>
                      </a:lnTo>
                      <a:lnTo>
                        <a:pt x="0" y="258383"/>
                      </a:lnTo>
                      <a:lnTo>
                        <a:pt x="0" y="264680"/>
                      </a:lnTo>
                      <a:lnTo>
                        <a:pt x="0" y="270977"/>
                      </a:lnTo>
                      <a:lnTo>
                        <a:pt x="0" y="277297"/>
                      </a:lnTo>
                      <a:lnTo>
                        <a:pt x="0" y="283594"/>
                      </a:lnTo>
                      <a:lnTo>
                        <a:pt x="0" y="289891"/>
                      </a:lnTo>
                      <a:lnTo>
                        <a:pt x="0" y="296188"/>
                      </a:lnTo>
                      <a:lnTo>
                        <a:pt x="0" y="302485"/>
                      </a:lnTo>
                      <a:lnTo>
                        <a:pt x="0" y="308804"/>
                      </a:lnTo>
                      <a:lnTo>
                        <a:pt x="0" y="315102"/>
                      </a:lnTo>
                      <a:lnTo>
                        <a:pt x="0" y="321399"/>
                      </a:lnTo>
                      <a:lnTo>
                        <a:pt x="0" y="327696"/>
                      </a:lnTo>
                      <a:lnTo>
                        <a:pt x="0" y="334015"/>
                      </a:lnTo>
                      <a:lnTo>
                        <a:pt x="0" y="340312"/>
                      </a:lnTo>
                      <a:lnTo>
                        <a:pt x="0" y="346609"/>
                      </a:lnTo>
                      <a:lnTo>
                        <a:pt x="0" y="352906"/>
                      </a:lnTo>
                      <a:lnTo>
                        <a:pt x="0" y="359204"/>
                      </a:lnTo>
                      <a:lnTo>
                        <a:pt x="0" y="365523"/>
                      </a:lnTo>
                      <a:lnTo>
                        <a:pt x="0" y="371820"/>
                      </a:lnTo>
                      <a:lnTo>
                        <a:pt x="0" y="378117"/>
                      </a:lnTo>
                      <a:lnTo>
                        <a:pt x="0" y="384414"/>
                      </a:lnTo>
                      <a:lnTo>
                        <a:pt x="0" y="390711"/>
                      </a:lnTo>
                      <a:lnTo>
                        <a:pt x="0" y="397031"/>
                      </a:lnTo>
                      <a:lnTo>
                        <a:pt x="0" y="403328"/>
                      </a:lnTo>
                      <a:lnTo>
                        <a:pt x="0" y="409625"/>
                      </a:lnTo>
                      <a:lnTo>
                        <a:pt x="0" y="415922"/>
                      </a:lnTo>
                      <a:lnTo>
                        <a:pt x="0" y="422219"/>
                      </a:lnTo>
                      <a:lnTo>
                        <a:pt x="0" y="428539"/>
                      </a:lnTo>
                      <a:lnTo>
                        <a:pt x="0" y="434836"/>
                      </a:lnTo>
                      <a:lnTo>
                        <a:pt x="0" y="441133"/>
                      </a:lnTo>
                      <a:lnTo>
                        <a:pt x="0" y="447430"/>
                      </a:lnTo>
                      <a:lnTo>
                        <a:pt x="0" y="453750"/>
                      </a:lnTo>
                      <a:lnTo>
                        <a:pt x="0" y="460047"/>
                      </a:lnTo>
                      <a:lnTo>
                        <a:pt x="0" y="466344"/>
                      </a:lnTo>
                      <a:lnTo>
                        <a:pt x="0" y="472641"/>
                      </a:lnTo>
                      <a:lnTo>
                        <a:pt x="0" y="478938"/>
                      </a:lnTo>
                      <a:lnTo>
                        <a:pt x="0" y="485258"/>
                      </a:lnTo>
                      <a:lnTo>
                        <a:pt x="0" y="491555"/>
                      </a:lnTo>
                      <a:lnTo>
                        <a:pt x="0" y="497852"/>
                      </a:lnTo>
                      <a:lnTo>
                        <a:pt x="0" y="504149"/>
                      </a:lnTo>
                      <a:lnTo>
                        <a:pt x="0" y="510446"/>
                      </a:lnTo>
                      <a:lnTo>
                        <a:pt x="0" y="516766"/>
                      </a:lnTo>
                      <a:lnTo>
                        <a:pt x="0" y="523063"/>
                      </a:lnTo>
                      <a:lnTo>
                        <a:pt x="0" y="529360"/>
                      </a:lnTo>
                      <a:lnTo>
                        <a:pt x="0" y="535657"/>
                      </a:lnTo>
                      <a:lnTo>
                        <a:pt x="0" y="541976"/>
                      </a:lnTo>
                      <a:lnTo>
                        <a:pt x="0" y="548273"/>
                      </a:lnTo>
                      <a:lnTo>
                        <a:pt x="0" y="554571"/>
                      </a:lnTo>
                      <a:lnTo>
                        <a:pt x="0" y="560868"/>
                      </a:lnTo>
                      <a:lnTo>
                        <a:pt x="0" y="567165"/>
                      </a:lnTo>
                      <a:lnTo>
                        <a:pt x="0" y="573484"/>
                      </a:lnTo>
                      <a:lnTo>
                        <a:pt x="0" y="579781"/>
                      </a:lnTo>
                      <a:lnTo>
                        <a:pt x="0" y="586079"/>
                      </a:lnTo>
                      <a:lnTo>
                        <a:pt x="0" y="592376"/>
                      </a:lnTo>
                      <a:lnTo>
                        <a:pt x="0" y="598673"/>
                      </a:lnTo>
                      <a:lnTo>
                        <a:pt x="0" y="604992"/>
                      </a:lnTo>
                      <a:lnTo>
                        <a:pt x="0" y="611289"/>
                      </a:lnTo>
                      <a:lnTo>
                        <a:pt x="0" y="617586"/>
                      </a:lnTo>
                      <a:lnTo>
                        <a:pt x="0" y="623883"/>
                      </a:lnTo>
                      <a:lnTo>
                        <a:pt x="112" y="623883"/>
                      </a:lnTo>
                      <a:lnTo>
                        <a:pt x="180" y="617586"/>
                      </a:lnTo>
                      <a:close/>
                    </a:path>
                  </a:pathLst>
                </a:custGeom>
                <a:solidFill>
                  <a:srgbClr val="B4AED3">
                    <a:alpha val="50000"/>
                  </a:srgbClr>
                </a:solidFill>
                <a:ln w="2249" cap="flat">
                  <a:noFill/>
                  <a:prstDash val="solid"/>
                  <a:miter/>
                </a:ln>
              </p:spPr>
              <p:txBody>
                <a:bodyPr rtlCol="0" anchor="ctr"/>
                <a:lstStyle/>
                <a:p>
                  <a:endParaRPr lang="en-US"/>
                </a:p>
              </p:txBody>
            </p:sp>
            <p:sp>
              <p:nvSpPr>
                <p:cNvPr id="3620" name="Freeform 3619">
                  <a:extLst>
                    <a:ext uri="{FF2B5EF4-FFF2-40B4-BE49-F238E27FC236}">
                      <a16:creationId xmlns:a16="http://schemas.microsoft.com/office/drawing/2014/main" id="{579ABB1C-9758-309F-A782-0D5488C3778E}"/>
                    </a:ext>
                  </a:extLst>
                </p:cNvPr>
                <p:cNvSpPr/>
                <p:nvPr/>
              </p:nvSpPr>
              <p:spPr>
                <a:xfrm>
                  <a:off x="2604678" y="5080668"/>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1" name="Freeform 3620">
                  <a:extLst>
                    <a:ext uri="{FF2B5EF4-FFF2-40B4-BE49-F238E27FC236}">
                      <a16:creationId xmlns:a16="http://schemas.microsoft.com/office/drawing/2014/main" id="{07C79015-3363-3C5D-6C83-18CBF7EDD3EA}"/>
                    </a:ext>
                  </a:extLst>
                </p:cNvPr>
                <p:cNvSpPr/>
                <p:nvPr/>
              </p:nvSpPr>
              <p:spPr>
                <a:xfrm>
                  <a:off x="2632461" y="4848123"/>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2" name="Freeform 3621">
                  <a:extLst>
                    <a:ext uri="{FF2B5EF4-FFF2-40B4-BE49-F238E27FC236}">
                      <a16:creationId xmlns:a16="http://schemas.microsoft.com/office/drawing/2014/main" id="{7E44B672-48C1-5B5C-1F5E-CDFE810BEC73}"/>
                    </a:ext>
                  </a:extLst>
                </p:cNvPr>
                <p:cNvSpPr/>
                <p:nvPr/>
              </p:nvSpPr>
              <p:spPr>
                <a:xfrm>
                  <a:off x="2672706" y="4557481"/>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3" name="Freeform 3622">
                  <a:extLst>
                    <a:ext uri="{FF2B5EF4-FFF2-40B4-BE49-F238E27FC236}">
                      <a16:creationId xmlns:a16="http://schemas.microsoft.com/office/drawing/2014/main" id="{99731A87-CBAA-7C5E-2798-9D9A249324F5}"/>
                    </a:ext>
                  </a:extLst>
                </p:cNvPr>
                <p:cNvSpPr/>
                <p:nvPr/>
              </p:nvSpPr>
              <p:spPr>
                <a:xfrm>
                  <a:off x="2574788" y="4906300"/>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4" name="Freeform 3623">
                  <a:extLst>
                    <a:ext uri="{FF2B5EF4-FFF2-40B4-BE49-F238E27FC236}">
                      <a16:creationId xmlns:a16="http://schemas.microsoft.com/office/drawing/2014/main" id="{CC6CC39A-B8BF-9CC1-478E-9C17F87A98A8}"/>
                    </a:ext>
                  </a:extLst>
                </p:cNvPr>
                <p:cNvSpPr/>
                <p:nvPr/>
              </p:nvSpPr>
              <p:spPr>
                <a:xfrm>
                  <a:off x="2653512" y="4556047"/>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5" name="Freeform 3624">
                  <a:extLst>
                    <a:ext uri="{FF2B5EF4-FFF2-40B4-BE49-F238E27FC236}">
                      <a16:creationId xmlns:a16="http://schemas.microsoft.com/office/drawing/2014/main" id="{A22DB5BC-0E9C-EB50-878A-CCDDCF6236AC}"/>
                    </a:ext>
                  </a:extLst>
                </p:cNvPr>
                <p:cNvSpPr/>
                <p:nvPr/>
              </p:nvSpPr>
              <p:spPr>
                <a:xfrm>
                  <a:off x="2598449" y="5313214"/>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6" name="Freeform 3625">
                  <a:extLst>
                    <a:ext uri="{FF2B5EF4-FFF2-40B4-BE49-F238E27FC236}">
                      <a16:creationId xmlns:a16="http://schemas.microsoft.com/office/drawing/2014/main" id="{EAF33F6B-EA17-CA9F-41B1-4D6B3D283BFF}"/>
                    </a:ext>
                  </a:extLst>
                </p:cNvPr>
                <p:cNvSpPr/>
                <p:nvPr/>
              </p:nvSpPr>
              <p:spPr>
                <a:xfrm>
                  <a:off x="2613603" y="5022573"/>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7" name="Freeform 3626">
                  <a:extLst>
                    <a:ext uri="{FF2B5EF4-FFF2-40B4-BE49-F238E27FC236}">
                      <a16:creationId xmlns:a16="http://schemas.microsoft.com/office/drawing/2014/main" id="{50E5BDBD-9B2C-AFA2-C832-D77D04C10391}"/>
                    </a:ext>
                  </a:extLst>
                </p:cNvPr>
                <p:cNvSpPr/>
                <p:nvPr/>
              </p:nvSpPr>
              <p:spPr>
                <a:xfrm>
                  <a:off x="2561738" y="4964395"/>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8" name="Freeform 3627">
                  <a:extLst>
                    <a:ext uri="{FF2B5EF4-FFF2-40B4-BE49-F238E27FC236}">
                      <a16:creationId xmlns:a16="http://schemas.microsoft.com/office/drawing/2014/main" id="{3643A833-DB7B-ACDE-D29B-09E7B0479FA6}"/>
                    </a:ext>
                  </a:extLst>
                </p:cNvPr>
                <p:cNvSpPr/>
                <p:nvPr/>
              </p:nvSpPr>
              <p:spPr>
                <a:xfrm>
                  <a:off x="2541952" y="548766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29" name="Freeform 3628">
                  <a:extLst>
                    <a:ext uri="{FF2B5EF4-FFF2-40B4-BE49-F238E27FC236}">
                      <a16:creationId xmlns:a16="http://schemas.microsoft.com/office/drawing/2014/main" id="{45E8DB18-7C63-A0ED-9912-FCFD786F18D7}"/>
                    </a:ext>
                  </a:extLst>
                </p:cNvPr>
                <p:cNvSpPr/>
                <p:nvPr/>
              </p:nvSpPr>
              <p:spPr>
                <a:xfrm>
                  <a:off x="2517030" y="5313214"/>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0" name="Freeform 3629">
                  <a:extLst>
                    <a:ext uri="{FF2B5EF4-FFF2-40B4-BE49-F238E27FC236}">
                      <a16:creationId xmlns:a16="http://schemas.microsoft.com/office/drawing/2014/main" id="{53261BAE-770A-16E2-FB2F-D010F531608D}"/>
                    </a:ext>
                  </a:extLst>
                </p:cNvPr>
                <p:cNvSpPr/>
                <p:nvPr/>
              </p:nvSpPr>
              <p:spPr>
                <a:xfrm>
                  <a:off x="2556182" y="4731850"/>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1" name="Freeform 3630">
                  <a:extLst>
                    <a:ext uri="{FF2B5EF4-FFF2-40B4-BE49-F238E27FC236}">
                      <a16:creationId xmlns:a16="http://schemas.microsoft.com/office/drawing/2014/main" id="{A3A64B5F-F33F-C855-DB12-3AE6B84F9081}"/>
                    </a:ext>
                  </a:extLst>
                </p:cNvPr>
                <p:cNvSpPr/>
                <p:nvPr/>
              </p:nvSpPr>
              <p:spPr>
                <a:xfrm>
                  <a:off x="2670096" y="5138846"/>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2" name="Freeform 3631">
                  <a:extLst>
                    <a:ext uri="{FF2B5EF4-FFF2-40B4-BE49-F238E27FC236}">
                      <a16:creationId xmlns:a16="http://schemas.microsoft.com/office/drawing/2014/main" id="{0EBBF6B4-0CFA-456B-4B6C-BFA0053B5798}"/>
                    </a:ext>
                  </a:extLst>
                </p:cNvPr>
                <p:cNvSpPr/>
                <p:nvPr/>
              </p:nvSpPr>
              <p:spPr>
                <a:xfrm>
                  <a:off x="2531260" y="4092386"/>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3" name="Freeform 3632">
                  <a:extLst>
                    <a:ext uri="{FF2B5EF4-FFF2-40B4-BE49-F238E27FC236}">
                      <a16:creationId xmlns:a16="http://schemas.microsoft.com/office/drawing/2014/main" id="{E43D11C3-1B29-CEFF-2868-AD0EDABBC389}"/>
                    </a:ext>
                  </a:extLst>
                </p:cNvPr>
                <p:cNvSpPr/>
                <p:nvPr/>
              </p:nvSpPr>
              <p:spPr>
                <a:xfrm>
                  <a:off x="2663024" y="4790027"/>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4" name="Freeform 3633">
                  <a:extLst>
                    <a:ext uri="{FF2B5EF4-FFF2-40B4-BE49-F238E27FC236}">
                      <a16:creationId xmlns:a16="http://schemas.microsoft.com/office/drawing/2014/main" id="{4A13D6DE-87E1-33BA-4F3B-51CE5F841410}"/>
                    </a:ext>
                  </a:extLst>
                </p:cNvPr>
                <p:cNvSpPr/>
                <p:nvPr/>
              </p:nvSpPr>
              <p:spPr>
                <a:xfrm>
                  <a:off x="2541783" y="4798615"/>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5" name="Freeform 3634">
                  <a:extLst>
                    <a:ext uri="{FF2B5EF4-FFF2-40B4-BE49-F238E27FC236}">
                      <a16:creationId xmlns:a16="http://schemas.microsoft.com/office/drawing/2014/main" id="{AE285CF7-9DC2-4F23-9225-E17678CD555D}"/>
                    </a:ext>
                  </a:extLst>
                </p:cNvPr>
                <p:cNvSpPr/>
                <p:nvPr/>
              </p:nvSpPr>
              <p:spPr>
                <a:xfrm>
                  <a:off x="2551551" y="5601164"/>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6" name="Freeform 3635">
                  <a:extLst>
                    <a:ext uri="{FF2B5EF4-FFF2-40B4-BE49-F238E27FC236}">
                      <a16:creationId xmlns:a16="http://schemas.microsoft.com/office/drawing/2014/main" id="{3B54E765-4A0A-2A26-957B-1D7B11ACD0F6}"/>
                    </a:ext>
                  </a:extLst>
                </p:cNvPr>
                <p:cNvSpPr/>
                <p:nvPr/>
              </p:nvSpPr>
              <p:spPr>
                <a:xfrm>
                  <a:off x="2621181" y="4790027"/>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7" name="Freeform 3636">
                  <a:extLst>
                    <a:ext uri="{FF2B5EF4-FFF2-40B4-BE49-F238E27FC236}">
                      <a16:creationId xmlns:a16="http://schemas.microsoft.com/office/drawing/2014/main" id="{AFE3199D-6B80-2862-97DD-BB582FEB3328}"/>
                    </a:ext>
                  </a:extLst>
                </p:cNvPr>
                <p:cNvSpPr/>
                <p:nvPr/>
              </p:nvSpPr>
              <p:spPr>
                <a:xfrm>
                  <a:off x="2638694" y="4557481"/>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8" name="Freeform 3637">
                  <a:extLst>
                    <a:ext uri="{FF2B5EF4-FFF2-40B4-BE49-F238E27FC236}">
                      <a16:creationId xmlns:a16="http://schemas.microsoft.com/office/drawing/2014/main" id="{3052463D-E13E-4577-A33F-A06825F142BF}"/>
                    </a:ext>
                  </a:extLst>
                </p:cNvPr>
                <p:cNvSpPr/>
                <p:nvPr/>
              </p:nvSpPr>
              <p:spPr>
                <a:xfrm>
                  <a:off x="2534962" y="4673754"/>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39" name="Freeform 3638">
                  <a:extLst>
                    <a:ext uri="{FF2B5EF4-FFF2-40B4-BE49-F238E27FC236}">
                      <a16:creationId xmlns:a16="http://schemas.microsoft.com/office/drawing/2014/main" id="{021F6ABB-D13C-1AC9-E822-67557940F3A9}"/>
                    </a:ext>
                  </a:extLst>
                </p:cNvPr>
                <p:cNvSpPr/>
                <p:nvPr/>
              </p:nvSpPr>
              <p:spPr>
                <a:xfrm>
                  <a:off x="2623371" y="5022573"/>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0" name="Freeform 3639">
                  <a:extLst>
                    <a:ext uri="{FF2B5EF4-FFF2-40B4-BE49-F238E27FC236}">
                      <a16:creationId xmlns:a16="http://schemas.microsoft.com/office/drawing/2014/main" id="{343DE13D-833F-2FF5-11D3-BD007BD22E1F}"/>
                    </a:ext>
                  </a:extLst>
                </p:cNvPr>
                <p:cNvSpPr/>
                <p:nvPr/>
              </p:nvSpPr>
              <p:spPr>
                <a:xfrm>
                  <a:off x="2537239" y="4790027"/>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1" name="Freeform 3640">
                  <a:extLst>
                    <a:ext uri="{FF2B5EF4-FFF2-40B4-BE49-F238E27FC236}">
                      <a16:creationId xmlns:a16="http://schemas.microsoft.com/office/drawing/2014/main" id="{F967EAFB-4F36-73E5-137C-49EB3862635A}"/>
                    </a:ext>
                  </a:extLst>
                </p:cNvPr>
                <p:cNvSpPr/>
                <p:nvPr/>
              </p:nvSpPr>
              <p:spPr>
                <a:xfrm>
                  <a:off x="2703524" y="4854607"/>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2" name="Freeform 3641">
                  <a:extLst>
                    <a:ext uri="{FF2B5EF4-FFF2-40B4-BE49-F238E27FC236}">
                      <a16:creationId xmlns:a16="http://schemas.microsoft.com/office/drawing/2014/main" id="{7DB0F1AF-9933-C5D5-36A3-3598B1F95FEC}"/>
                    </a:ext>
                  </a:extLst>
                </p:cNvPr>
                <p:cNvSpPr/>
                <p:nvPr/>
              </p:nvSpPr>
              <p:spPr>
                <a:xfrm>
                  <a:off x="2518883" y="4909333"/>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3" name="Freeform 3642">
                  <a:extLst>
                    <a:ext uri="{FF2B5EF4-FFF2-40B4-BE49-F238E27FC236}">
                      <a16:creationId xmlns:a16="http://schemas.microsoft.com/office/drawing/2014/main" id="{76FDA38A-2F3C-D732-3882-C2AF0F38BB9B}"/>
                    </a:ext>
                  </a:extLst>
                </p:cNvPr>
                <p:cNvSpPr/>
                <p:nvPr/>
              </p:nvSpPr>
              <p:spPr>
                <a:xfrm>
                  <a:off x="2523259" y="4383027"/>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4" name="Freeform 3643">
                  <a:extLst>
                    <a:ext uri="{FF2B5EF4-FFF2-40B4-BE49-F238E27FC236}">
                      <a16:creationId xmlns:a16="http://schemas.microsoft.com/office/drawing/2014/main" id="{9AA0437A-D779-3FCD-034B-C9A9D738B3A9}"/>
                    </a:ext>
                  </a:extLst>
                </p:cNvPr>
                <p:cNvSpPr/>
                <p:nvPr/>
              </p:nvSpPr>
              <p:spPr>
                <a:xfrm>
                  <a:off x="2560139" y="5255119"/>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5" name="Freeform 3644">
                  <a:extLst>
                    <a:ext uri="{FF2B5EF4-FFF2-40B4-BE49-F238E27FC236}">
                      <a16:creationId xmlns:a16="http://schemas.microsoft.com/office/drawing/2014/main" id="{529F1282-1C86-D933-C0C4-84914F957573}"/>
                    </a:ext>
                  </a:extLst>
                </p:cNvPr>
                <p:cNvSpPr/>
                <p:nvPr/>
              </p:nvSpPr>
              <p:spPr>
                <a:xfrm>
                  <a:off x="2615621" y="4731850"/>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6" name="Freeform 3645">
                  <a:extLst>
                    <a:ext uri="{FF2B5EF4-FFF2-40B4-BE49-F238E27FC236}">
                      <a16:creationId xmlns:a16="http://schemas.microsoft.com/office/drawing/2014/main" id="{C7F7F602-9AF6-7EB1-20DF-ABBC5887C8B4}"/>
                    </a:ext>
                  </a:extLst>
                </p:cNvPr>
                <p:cNvSpPr/>
                <p:nvPr/>
              </p:nvSpPr>
              <p:spPr>
                <a:xfrm>
                  <a:off x="2706807" y="5138846"/>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7" name="Freeform 3646">
                  <a:extLst>
                    <a:ext uri="{FF2B5EF4-FFF2-40B4-BE49-F238E27FC236}">
                      <a16:creationId xmlns:a16="http://schemas.microsoft.com/office/drawing/2014/main" id="{D495DEA2-8155-40BB-DA7A-8D0563A4C818}"/>
                    </a:ext>
                  </a:extLst>
                </p:cNvPr>
                <p:cNvSpPr/>
                <p:nvPr/>
              </p:nvSpPr>
              <p:spPr>
                <a:xfrm>
                  <a:off x="2569064" y="4848123"/>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8" name="Freeform 3647">
                  <a:extLst>
                    <a:ext uri="{FF2B5EF4-FFF2-40B4-BE49-F238E27FC236}">
                      <a16:creationId xmlns:a16="http://schemas.microsoft.com/office/drawing/2014/main" id="{850B7538-EE73-E180-C30E-912CA072F0E8}"/>
                    </a:ext>
                  </a:extLst>
                </p:cNvPr>
                <p:cNvSpPr/>
                <p:nvPr/>
              </p:nvSpPr>
              <p:spPr>
                <a:xfrm>
                  <a:off x="2544056" y="5313214"/>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49" name="Freeform 3648">
                  <a:extLst>
                    <a:ext uri="{FF2B5EF4-FFF2-40B4-BE49-F238E27FC236}">
                      <a16:creationId xmlns:a16="http://schemas.microsoft.com/office/drawing/2014/main" id="{BAA16192-8561-E3A2-411D-B7E9C5D3B982}"/>
                    </a:ext>
                  </a:extLst>
                </p:cNvPr>
                <p:cNvSpPr/>
                <p:nvPr/>
              </p:nvSpPr>
              <p:spPr>
                <a:xfrm>
                  <a:off x="2636504" y="4324935"/>
                  <a:ext cx="44622" cy="44622"/>
                </a:xfrm>
                <a:custGeom>
                  <a:avLst/>
                  <a:gdLst>
                    <a:gd name="connsiteX0" fmla="*/ 11920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20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20" y="5960"/>
                      </a:moveTo>
                      <a:cubicBezTo>
                        <a:pt x="11920" y="2676"/>
                        <a:pt x="9243" y="0"/>
                        <a:pt x="5960" y="0"/>
                      </a:cubicBezTo>
                      <a:cubicBezTo>
                        <a:pt x="2676" y="0"/>
                        <a:pt x="0" y="2654"/>
                        <a:pt x="0" y="5960"/>
                      </a:cubicBezTo>
                      <a:cubicBezTo>
                        <a:pt x="0" y="9266"/>
                        <a:pt x="2676" y="11919"/>
                        <a:pt x="5960" y="11919"/>
                      </a:cubicBezTo>
                      <a:cubicBezTo>
                        <a:pt x="9243" y="11919"/>
                        <a:pt x="11920" y="9266"/>
                        <a:pt x="11920"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50" name="Freeform 3649">
                  <a:extLst>
                    <a:ext uri="{FF2B5EF4-FFF2-40B4-BE49-F238E27FC236}">
                      <a16:creationId xmlns:a16="http://schemas.microsoft.com/office/drawing/2014/main" id="{E4AF82A0-D42F-5CCA-FAE1-FAFAFFDDA9D0}"/>
                    </a:ext>
                  </a:extLst>
                </p:cNvPr>
                <p:cNvSpPr/>
                <p:nvPr/>
              </p:nvSpPr>
              <p:spPr>
                <a:xfrm>
                  <a:off x="2544561" y="4673754"/>
                  <a:ext cx="44622" cy="44622"/>
                </a:xfrm>
                <a:custGeom>
                  <a:avLst/>
                  <a:gdLst>
                    <a:gd name="connsiteX0" fmla="*/ 11919 w 11919"/>
                    <a:gd name="connsiteY0" fmla="*/ 5960 h 11919"/>
                    <a:gd name="connsiteX1" fmla="*/ 5960 w 11919"/>
                    <a:gd name="connsiteY1" fmla="*/ 0 h 11919"/>
                    <a:gd name="connsiteX2" fmla="*/ 0 w 11919"/>
                    <a:gd name="connsiteY2" fmla="*/ 5960 h 11919"/>
                    <a:gd name="connsiteX3" fmla="*/ 5960 w 11919"/>
                    <a:gd name="connsiteY3" fmla="*/ 11919 h 11919"/>
                    <a:gd name="connsiteX4" fmla="*/ 11919 w 11919"/>
                    <a:gd name="connsiteY4" fmla="*/ 5960 h 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19" h="11919">
                      <a:moveTo>
                        <a:pt x="11919" y="5960"/>
                      </a:moveTo>
                      <a:cubicBezTo>
                        <a:pt x="11919" y="2676"/>
                        <a:pt x="9243" y="0"/>
                        <a:pt x="5960" y="0"/>
                      </a:cubicBezTo>
                      <a:cubicBezTo>
                        <a:pt x="2676" y="0"/>
                        <a:pt x="0" y="2654"/>
                        <a:pt x="0" y="5960"/>
                      </a:cubicBezTo>
                      <a:cubicBezTo>
                        <a:pt x="0" y="9266"/>
                        <a:pt x="2676" y="11919"/>
                        <a:pt x="5960" y="11919"/>
                      </a:cubicBezTo>
                      <a:cubicBezTo>
                        <a:pt x="9243" y="11919"/>
                        <a:pt x="11919" y="9266"/>
                        <a:pt x="11919" y="5960"/>
                      </a:cubicBezTo>
                      <a:close/>
                    </a:path>
                  </a:pathLst>
                </a:custGeom>
                <a:solidFill>
                  <a:srgbClr val="B4AED3">
                    <a:alpha val="60000"/>
                  </a:srgbClr>
                </a:solidFill>
                <a:ln w="2249" cap="flat">
                  <a:noFill/>
                  <a:prstDash val="solid"/>
                  <a:miter/>
                </a:ln>
              </p:spPr>
              <p:txBody>
                <a:bodyPr rtlCol="0" anchor="ctr"/>
                <a:lstStyle/>
                <a:p>
                  <a:endParaRPr lang="en-US"/>
                </a:p>
              </p:txBody>
            </p:sp>
            <p:sp>
              <p:nvSpPr>
                <p:cNvPr id="3651" name="Freeform 3650">
                  <a:extLst>
                    <a:ext uri="{FF2B5EF4-FFF2-40B4-BE49-F238E27FC236}">
                      <a16:creationId xmlns:a16="http://schemas.microsoft.com/office/drawing/2014/main" id="{4DD0DD26-6673-7438-69B6-323492D81F03}"/>
                    </a:ext>
                  </a:extLst>
                </p:cNvPr>
                <p:cNvSpPr/>
                <p:nvPr/>
              </p:nvSpPr>
              <p:spPr>
                <a:xfrm>
                  <a:off x="2853727" y="4710548"/>
                  <a:ext cx="133532" cy="436044"/>
                </a:xfrm>
                <a:custGeom>
                  <a:avLst/>
                  <a:gdLst>
                    <a:gd name="connsiteX0" fmla="*/ 0 w 35668"/>
                    <a:gd name="connsiteY0" fmla="*/ 0 h 116473"/>
                    <a:gd name="connsiteX1" fmla="*/ 35668 w 35668"/>
                    <a:gd name="connsiteY1" fmla="*/ 0 h 116473"/>
                    <a:gd name="connsiteX2" fmla="*/ 35668 w 35668"/>
                    <a:gd name="connsiteY2" fmla="*/ 116474 h 116473"/>
                    <a:gd name="connsiteX3" fmla="*/ 0 w 35668"/>
                    <a:gd name="connsiteY3" fmla="*/ 116474 h 116473"/>
                  </a:gdLst>
                  <a:ahLst/>
                  <a:cxnLst>
                    <a:cxn ang="0">
                      <a:pos x="connsiteX0" y="connsiteY0"/>
                    </a:cxn>
                    <a:cxn ang="0">
                      <a:pos x="connsiteX1" y="connsiteY1"/>
                    </a:cxn>
                    <a:cxn ang="0">
                      <a:pos x="connsiteX2" y="connsiteY2"/>
                    </a:cxn>
                    <a:cxn ang="0">
                      <a:pos x="connsiteX3" y="connsiteY3"/>
                    </a:cxn>
                  </a:cxnLst>
                  <a:rect l="l" t="t" r="r" b="b"/>
                  <a:pathLst>
                    <a:path w="35668" h="116473">
                      <a:moveTo>
                        <a:pt x="0" y="0"/>
                      </a:moveTo>
                      <a:lnTo>
                        <a:pt x="35668" y="0"/>
                      </a:lnTo>
                      <a:lnTo>
                        <a:pt x="35668" y="116474"/>
                      </a:lnTo>
                      <a:lnTo>
                        <a:pt x="0" y="116474"/>
                      </a:lnTo>
                      <a:close/>
                    </a:path>
                  </a:pathLst>
                </a:custGeom>
                <a:solidFill>
                  <a:srgbClr val="B4AED3"/>
                </a:solidFill>
                <a:ln w="2249" cap="flat">
                  <a:noFill/>
                  <a:prstDash val="solid"/>
                  <a:miter/>
                </a:ln>
              </p:spPr>
              <p:txBody>
                <a:bodyPr rtlCol="0" anchor="ctr"/>
                <a:lstStyle/>
                <a:p>
                  <a:endParaRPr lang="en-US"/>
                </a:p>
              </p:txBody>
            </p:sp>
            <p:sp>
              <p:nvSpPr>
                <p:cNvPr id="3652" name="Freeform 3651">
                  <a:extLst>
                    <a:ext uri="{FF2B5EF4-FFF2-40B4-BE49-F238E27FC236}">
                      <a16:creationId xmlns:a16="http://schemas.microsoft.com/office/drawing/2014/main" id="{A6B78AB2-E4CF-DA53-FE89-BCE77B6476C6}"/>
                    </a:ext>
                  </a:extLst>
                </p:cNvPr>
                <p:cNvSpPr/>
                <p:nvPr/>
              </p:nvSpPr>
              <p:spPr>
                <a:xfrm>
                  <a:off x="2853727" y="4710548"/>
                  <a:ext cx="133532" cy="436044"/>
                </a:xfrm>
                <a:custGeom>
                  <a:avLst/>
                  <a:gdLst>
                    <a:gd name="connsiteX0" fmla="*/ 0 w 35668"/>
                    <a:gd name="connsiteY0" fmla="*/ 0 h 116473"/>
                    <a:gd name="connsiteX1" fmla="*/ 35668 w 35668"/>
                    <a:gd name="connsiteY1" fmla="*/ 0 h 116473"/>
                    <a:gd name="connsiteX2" fmla="*/ 35668 w 35668"/>
                    <a:gd name="connsiteY2" fmla="*/ 116474 h 116473"/>
                    <a:gd name="connsiteX3" fmla="*/ 0 w 35668"/>
                    <a:gd name="connsiteY3" fmla="*/ 116474 h 116473"/>
                  </a:gdLst>
                  <a:ahLst/>
                  <a:cxnLst>
                    <a:cxn ang="0">
                      <a:pos x="connsiteX0" y="connsiteY0"/>
                    </a:cxn>
                    <a:cxn ang="0">
                      <a:pos x="connsiteX1" y="connsiteY1"/>
                    </a:cxn>
                    <a:cxn ang="0">
                      <a:pos x="connsiteX2" y="connsiteY2"/>
                    </a:cxn>
                    <a:cxn ang="0">
                      <a:pos x="connsiteX3" y="connsiteY3"/>
                    </a:cxn>
                  </a:cxnLst>
                  <a:rect l="l" t="t" r="r" b="b"/>
                  <a:pathLst>
                    <a:path w="35668" h="116473">
                      <a:moveTo>
                        <a:pt x="0" y="0"/>
                      </a:moveTo>
                      <a:lnTo>
                        <a:pt x="35668" y="0"/>
                      </a:lnTo>
                      <a:lnTo>
                        <a:pt x="35668" y="116474"/>
                      </a:lnTo>
                      <a:lnTo>
                        <a:pt x="0" y="116474"/>
                      </a:lnTo>
                      <a:close/>
                    </a:path>
                  </a:pathLst>
                </a:custGeom>
                <a:noFill/>
                <a:ln w="4498" cap="flat">
                  <a:solidFill>
                    <a:srgbClr val="000000"/>
                  </a:solidFill>
                  <a:prstDash val="solid"/>
                  <a:miter/>
                </a:ln>
              </p:spPr>
              <p:txBody>
                <a:bodyPr rtlCol="0" anchor="ctr"/>
                <a:lstStyle/>
                <a:p>
                  <a:endParaRPr lang="en-US"/>
                </a:p>
              </p:txBody>
            </p:sp>
            <p:sp>
              <p:nvSpPr>
                <p:cNvPr id="3653" name="Freeform 3652">
                  <a:extLst>
                    <a:ext uri="{FF2B5EF4-FFF2-40B4-BE49-F238E27FC236}">
                      <a16:creationId xmlns:a16="http://schemas.microsoft.com/office/drawing/2014/main" id="{51EB16F0-25F9-2522-B17F-C6492DEA5356}"/>
                    </a:ext>
                  </a:extLst>
                </p:cNvPr>
                <p:cNvSpPr/>
                <p:nvPr/>
              </p:nvSpPr>
              <p:spPr>
                <a:xfrm>
                  <a:off x="2853727" y="4870435"/>
                  <a:ext cx="133532" cy="8416"/>
                </a:xfrm>
                <a:custGeom>
                  <a:avLst/>
                  <a:gdLst>
                    <a:gd name="connsiteX0" fmla="*/ 0 w 35668"/>
                    <a:gd name="connsiteY0" fmla="*/ 0 h 2248"/>
                    <a:gd name="connsiteX1" fmla="*/ 35668 w 35668"/>
                    <a:gd name="connsiteY1" fmla="*/ 0 h 2248"/>
                  </a:gdLst>
                  <a:ahLst/>
                  <a:cxnLst>
                    <a:cxn ang="0">
                      <a:pos x="connsiteX0" y="connsiteY0"/>
                    </a:cxn>
                    <a:cxn ang="0">
                      <a:pos x="connsiteX1" y="connsiteY1"/>
                    </a:cxn>
                  </a:cxnLst>
                  <a:rect l="l" t="t" r="r" b="b"/>
                  <a:pathLst>
                    <a:path w="35668" h="2248">
                      <a:moveTo>
                        <a:pt x="0" y="0"/>
                      </a:moveTo>
                      <a:lnTo>
                        <a:pt x="35668" y="0"/>
                      </a:lnTo>
                    </a:path>
                  </a:pathLst>
                </a:custGeom>
                <a:ln w="4498" cap="flat">
                  <a:solidFill>
                    <a:srgbClr val="000000"/>
                  </a:solidFill>
                  <a:prstDash val="solid"/>
                  <a:round/>
                </a:ln>
              </p:spPr>
              <p:txBody>
                <a:bodyPr rtlCol="0" anchor="ctr"/>
                <a:lstStyle/>
                <a:p>
                  <a:endParaRPr lang="en-US"/>
                </a:p>
              </p:txBody>
            </p:sp>
          </p:grpSp>
          <p:grpSp>
            <p:nvGrpSpPr>
              <p:cNvPr id="3542" name="Group 3541">
                <a:extLst>
                  <a:ext uri="{FF2B5EF4-FFF2-40B4-BE49-F238E27FC236}">
                    <a16:creationId xmlns:a16="http://schemas.microsoft.com/office/drawing/2014/main" id="{78B74CD9-4745-F202-A164-D3F17CB8E837}"/>
                  </a:ext>
                </a:extLst>
              </p:cNvPr>
              <p:cNvGrpSpPr/>
              <p:nvPr/>
            </p:nvGrpSpPr>
            <p:grpSpPr>
              <a:xfrm>
                <a:off x="2920492" y="3292787"/>
                <a:ext cx="6916035" cy="2889404"/>
                <a:chOff x="2920492" y="3292787"/>
                <a:chExt cx="6916035" cy="2889404"/>
              </a:xfrm>
            </p:grpSpPr>
            <p:sp>
              <p:nvSpPr>
                <p:cNvPr id="3543" name="Freeform 3542">
                  <a:extLst>
                    <a:ext uri="{FF2B5EF4-FFF2-40B4-BE49-F238E27FC236}">
                      <a16:creationId xmlns:a16="http://schemas.microsoft.com/office/drawing/2014/main" id="{DB233720-4D5B-58C1-21A9-20983104D9AB}"/>
                    </a:ext>
                  </a:extLst>
                </p:cNvPr>
                <p:cNvSpPr/>
                <p:nvPr/>
              </p:nvSpPr>
              <p:spPr>
                <a:xfrm>
                  <a:off x="2920492" y="3795770"/>
                  <a:ext cx="1112889" cy="55819"/>
                </a:xfrm>
                <a:custGeom>
                  <a:avLst/>
                  <a:gdLst>
                    <a:gd name="connsiteX0" fmla="*/ 0 w 297267"/>
                    <a:gd name="connsiteY0" fmla="*/ 14911 h 14910"/>
                    <a:gd name="connsiteX1" fmla="*/ 0 w 297267"/>
                    <a:gd name="connsiteY1" fmla="*/ 0 h 14910"/>
                    <a:gd name="connsiteX2" fmla="*/ 297267 w 297267"/>
                    <a:gd name="connsiteY2" fmla="*/ 0 h 14910"/>
                    <a:gd name="connsiteX3" fmla="*/ 297267 w 297267"/>
                    <a:gd name="connsiteY3" fmla="*/ 14911 h 14910"/>
                  </a:gdLst>
                  <a:ahLst/>
                  <a:cxnLst>
                    <a:cxn ang="0">
                      <a:pos x="connsiteX0" y="connsiteY0"/>
                    </a:cxn>
                    <a:cxn ang="0">
                      <a:pos x="connsiteX1" y="connsiteY1"/>
                    </a:cxn>
                    <a:cxn ang="0">
                      <a:pos x="connsiteX2" y="connsiteY2"/>
                    </a:cxn>
                    <a:cxn ang="0">
                      <a:pos x="connsiteX3" y="connsiteY3"/>
                    </a:cxn>
                  </a:cxnLst>
                  <a:rect l="l" t="t" r="r" b="b"/>
                  <a:pathLst>
                    <a:path w="297267" h="14910">
                      <a:moveTo>
                        <a:pt x="0" y="14911"/>
                      </a:moveTo>
                      <a:lnTo>
                        <a:pt x="0" y="0"/>
                      </a:lnTo>
                      <a:lnTo>
                        <a:pt x="297267" y="0"/>
                      </a:lnTo>
                      <a:lnTo>
                        <a:pt x="297267" y="14911"/>
                      </a:lnTo>
                    </a:path>
                  </a:pathLst>
                </a:custGeom>
                <a:noFill/>
                <a:ln w="4498" cap="flat">
                  <a:solidFill>
                    <a:srgbClr val="000000"/>
                  </a:solidFill>
                  <a:prstDash val="solid"/>
                  <a:round/>
                </a:ln>
              </p:spPr>
              <p:txBody>
                <a:bodyPr rtlCol="0" anchor="ctr"/>
                <a:lstStyle/>
                <a:p>
                  <a:endParaRPr lang="en-US"/>
                </a:p>
              </p:txBody>
            </p:sp>
            <p:grpSp>
              <p:nvGrpSpPr>
                <p:cNvPr id="3544" name="Graphic 4479">
                  <a:extLst>
                    <a:ext uri="{FF2B5EF4-FFF2-40B4-BE49-F238E27FC236}">
                      <a16:creationId xmlns:a16="http://schemas.microsoft.com/office/drawing/2014/main" id="{2B83639C-9D5B-CE22-58D1-C868A3973C98}"/>
                    </a:ext>
                  </a:extLst>
                </p:cNvPr>
                <p:cNvGrpSpPr/>
                <p:nvPr/>
              </p:nvGrpSpPr>
              <p:grpSpPr>
                <a:xfrm>
                  <a:off x="3363530" y="3670066"/>
                  <a:ext cx="272286" cy="72239"/>
                  <a:chOff x="3848190" y="2310391"/>
                  <a:chExt cx="72731" cy="19296"/>
                </a:xfrm>
                <a:solidFill>
                  <a:srgbClr val="231F20"/>
                </a:solidFill>
              </p:grpSpPr>
              <p:sp>
                <p:nvSpPr>
                  <p:cNvPr id="3616" name="Freeform 3615">
                    <a:extLst>
                      <a:ext uri="{FF2B5EF4-FFF2-40B4-BE49-F238E27FC236}">
                        <a16:creationId xmlns:a16="http://schemas.microsoft.com/office/drawing/2014/main" id="{786EA657-D3CF-B846-337D-3EA33A8F29AF}"/>
                      </a:ext>
                    </a:extLst>
                  </p:cNvPr>
                  <p:cNvSpPr/>
                  <p:nvPr/>
                </p:nvSpPr>
                <p:spPr>
                  <a:xfrm>
                    <a:off x="3848190" y="2310391"/>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1 w 20240"/>
                      <a:gd name="connsiteY11" fmla="*/ 17339 h 19296"/>
                      <a:gd name="connsiteX12" fmla="*/ 7556 w 20240"/>
                      <a:gd name="connsiteY12" fmla="*/ 10525 h 19296"/>
                      <a:gd name="connsiteX13" fmla="*/ 0 w 20240"/>
                      <a:gd name="connsiteY13" fmla="*/ 7826 h 19296"/>
                      <a:gd name="connsiteX14" fmla="*/ 1214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1" y="8029"/>
                        </a:lnTo>
                        <a:lnTo>
                          <a:pt x="12549" y="10525"/>
                        </a:lnTo>
                        <a:lnTo>
                          <a:pt x="17609" y="17677"/>
                        </a:lnTo>
                        <a:lnTo>
                          <a:pt x="14978" y="19296"/>
                        </a:lnTo>
                        <a:lnTo>
                          <a:pt x="9985" y="12009"/>
                        </a:lnTo>
                        <a:lnTo>
                          <a:pt x="4723" y="19161"/>
                        </a:lnTo>
                        <a:lnTo>
                          <a:pt x="2361" y="17339"/>
                        </a:lnTo>
                        <a:lnTo>
                          <a:pt x="7556" y="10525"/>
                        </a:lnTo>
                        <a:lnTo>
                          <a:pt x="0" y="7826"/>
                        </a:lnTo>
                        <a:lnTo>
                          <a:pt x="1214" y="4993"/>
                        </a:lnTo>
                        <a:lnTo>
                          <a:pt x="8703" y="7894"/>
                        </a:lnTo>
                        <a:close/>
                      </a:path>
                    </a:pathLst>
                  </a:custGeom>
                  <a:solidFill>
                    <a:srgbClr val="231F20"/>
                  </a:solidFill>
                  <a:ln w="2249" cap="flat">
                    <a:noFill/>
                    <a:prstDash val="solid"/>
                    <a:miter/>
                  </a:ln>
                </p:spPr>
                <p:txBody>
                  <a:bodyPr rtlCol="0" anchor="ctr"/>
                  <a:lstStyle/>
                  <a:p>
                    <a:endParaRPr lang="en-US"/>
                  </a:p>
                </p:txBody>
              </p:sp>
              <p:sp>
                <p:nvSpPr>
                  <p:cNvPr id="3617" name="Freeform 3616">
                    <a:extLst>
                      <a:ext uri="{FF2B5EF4-FFF2-40B4-BE49-F238E27FC236}">
                        <a16:creationId xmlns:a16="http://schemas.microsoft.com/office/drawing/2014/main" id="{22A975B8-5816-78E3-185B-5D693590D8B7}"/>
                      </a:ext>
                    </a:extLst>
                  </p:cNvPr>
                  <p:cNvSpPr/>
                  <p:nvPr/>
                </p:nvSpPr>
                <p:spPr>
                  <a:xfrm>
                    <a:off x="3874435" y="2310391"/>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9 w 20240"/>
                      <a:gd name="connsiteY4" fmla="*/ 5060 h 19296"/>
                      <a:gd name="connsiteX5" fmla="*/ 20241 w 20240"/>
                      <a:gd name="connsiteY5" fmla="*/ 8029 h 19296"/>
                      <a:gd name="connsiteX6" fmla="*/ 12549 w 20240"/>
                      <a:gd name="connsiteY6" fmla="*/ 10525 h 19296"/>
                      <a:gd name="connsiteX7" fmla="*/ 17610 w 20240"/>
                      <a:gd name="connsiteY7" fmla="*/ 17677 h 19296"/>
                      <a:gd name="connsiteX8" fmla="*/ 14978 w 20240"/>
                      <a:gd name="connsiteY8" fmla="*/ 19296 h 19296"/>
                      <a:gd name="connsiteX9" fmla="*/ 9986 w 20240"/>
                      <a:gd name="connsiteY9" fmla="*/ 12009 h 19296"/>
                      <a:gd name="connsiteX10" fmla="*/ 4723 w 20240"/>
                      <a:gd name="connsiteY10" fmla="*/ 19161 h 19296"/>
                      <a:gd name="connsiteX11" fmla="*/ 2362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9" y="5060"/>
                        </a:lnTo>
                        <a:lnTo>
                          <a:pt x="20241" y="8029"/>
                        </a:lnTo>
                        <a:lnTo>
                          <a:pt x="12549" y="10525"/>
                        </a:lnTo>
                        <a:lnTo>
                          <a:pt x="17610" y="17677"/>
                        </a:lnTo>
                        <a:lnTo>
                          <a:pt x="14978" y="19296"/>
                        </a:lnTo>
                        <a:lnTo>
                          <a:pt x="9986" y="12009"/>
                        </a:lnTo>
                        <a:lnTo>
                          <a:pt x="4723" y="19161"/>
                        </a:lnTo>
                        <a:lnTo>
                          <a:pt x="2362" y="17339"/>
                        </a:lnTo>
                        <a:lnTo>
                          <a:pt x="7556" y="10525"/>
                        </a:lnTo>
                        <a:lnTo>
                          <a:pt x="0" y="7826"/>
                        </a:lnTo>
                        <a:lnTo>
                          <a:pt x="1215" y="4993"/>
                        </a:lnTo>
                        <a:lnTo>
                          <a:pt x="8703" y="7894"/>
                        </a:lnTo>
                        <a:close/>
                      </a:path>
                    </a:pathLst>
                  </a:custGeom>
                  <a:solidFill>
                    <a:srgbClr val="231F20"/>
                  </a:solidFill>
                  <a:ln w="2249" cap="flat">
                    <a:noFill/>
                    <a:prstDash val="solid"/>
                    <a:miter/>
                  </a:ln>
                </p:spPr>
                <p:txBody>
                  <a:bodyPr rtlCol="0" anchor="ctr"/>
                  <a:lstStyle/>
                  <a:p>
                    <a:endParaRPr lang="en-US"/>
                  </a:p>
                </p:txBody>
              </p:sp>
              <p:sp>
                <p:nvSpPr>
                  <p:cNvPr id="3618" name="Freeform 3617">
                    <a:extLst>
                      <a:ext uri="{FF2B5EF4-FFF2-40B4-BE49-F238E27FC236}">
                        <a16:creationId xmlns:a16="http://schemas.microsoft.com/office/drawing/2014/main" id="{F0F962DF-6B29-533D-7011-E216E02C9DEB}"/>
                      </a:ext>
                    </a:extLst>
                  </p:cNvPr>
                  <p:cNvSpPr/>
                  <p:nvPr/>
                </p:nvSpPr>
                <p:spPr>
                  <a:xfrm>
                    <a:off x="3900680" y="2310391"/>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9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2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9" y="5060"/>
                        </a:lnTo>
                        <a:lnTo>
                          <a:pt x="20241" y="8029"/>
                        </a:lnTo>
                        <a:lnTo>
                          <a:pt x="12549" y="10525"/>
                        </a:lnTo>
                        <a:lnTo>
                          <a:pt x="17609" y="17677"/>
                        </a:lnTo>
                        <a:lnTo>
                          <a:pt x="14978" y="19296"/>
                        </a:lnTo>
                        <a:lnTo>
                          <a:pt x="9985" y="12009"/>
                        </a:lnTo>
                        <a:lnTo>
                          <a:pt x="4723" y="19161"/>
                        </a:lnTo>
                        <a:lnTo>
                          <a:pt x="2362" y="17339"/>
                        </a:lnTo>
                        <a:lnTo>
                          <a:pt x="7556" y="10525"/>
                        </a:lnTo>
                        <a:lnTo>
                          <a:pt x="0" y="7826"/>
                        </a:lnTo>
                        <a:lnTo>
                          <a:pt x="1215" y="4993"/>
                        </a:lnTo>
                        <a:lnTo>
                          <a:pt x="8703" y="7894"/>
                        </a:lnTo>
                        <a:close/>
                      </a:path>
                    </a:pathLst>
                  </a:custGeom>
                  <a:solidFill>
                    <a:srgbClr val="231F20"/>
                  </a:solidFill>
                  <a:ln w="2249" cap="flat">
                    <a:noFill/>
                    <a:prstDash val="solid"/>
                    <a:miter/>
                  </a:ln>
                </p:spPr>
                <p:txBody>
                  <a:bodyPr rtlCol="0" anchor="ctr"/>
                  <a:lstStyle/>
                  <a:p>
                    <a:endParaRPr lang="en-US"/>
                  </a:p>
                </p:txBody>
              </p:sp>
            </p:grpSp>
            <p:sp>
              <p:nvSpPr>
                <p:cNvPr id="3545" name="Freeform 3544">
                  <a:extLst>
                    <a:ext uri="{FF2B5EF4-FFF2-40B4-BE49-F238E27FC236}">
                      <a16:creationId xmlns:a16="http://schemas.microsoft.com/office/drawing/2014/main" id="{7DED1189-22BD-175A-B802-9F911148BDF9}"/>
                    </a:ext>
                  </a:extLst>
                </p:cNvPr>
                <p:cNvSpPr/>
                <p:nvPr/>
              </p:nvSpPr>
              <p:spPr>
                <a:xfrm>
                  <a:off x="2920492" y="3421520"/>
                  <a:ext cx="2225778" cy="55819"/>
                </a:xfrm>
                <a:custGeom>
                  <a:avLst/>
                  <a:gdLst>
                    <a:gd name="connsiteX0" fmla="*/ 0 w 594534"/>
                    <a:gd name="connsiteY0" fmla="*/ 14911 h 14910"/>
                    <a:gd name="connsiteX1" fmla="*/ 0 w 594534"/>
                    <a:gd name="connsiteY1" fmla="*/ 0 h 14910"/>
                    <a:gd name="connsiteX2" fmla="*/ 594535 w 594534"/>
                    <a:gd name="connsiteY2" fmla="*/ 0 h 14910"/>
                    <a:gd name="connsiteX3" fmla="*/ 594535 w 594534"/>
                    <a:gd name="connsiteY3" fmla="*/ 14911 h 14910"/>
                  </a:gdLst>
                  <a:ahLst/>
                  <a:cxnLst>
                    <a:cxn ang="0">
                      <a:pos x="connsiteX0" y="connsiteY0"/>
                    </a:cxn>
                    <a:cxn ang="0">
                      <a:pos x="connsiteX1" y="connsiteY1"/>
                    </a:cxn>
                    <a:cxn ang="0">
                      <a:pos x="connsiteX2" y="connsiteY2"/>
                    </a:cxn>
                    <a:cxn ang="0">
                      <a:pos x="connsiteX3" y="connsiteY3"/>
                    </a:cxn>
                  </a:cxnLst>
                  <a:rect l="l" t="t" r="r" b="b"/>
                  <a:pathLst>
                    <a:path w="594534" h="14910">
                      <a:moveTo>
                        <a:pt x="0" y="14911"/>
                      </a:moveTo>
                      <a:lnTo>
                        <a:pt x="0" y="0"/>
                      </a:lnTo>
                      <a:lnTo>
                        <a:pt x="594535" y="0"/>
                      </a:lnTo>
                      <a:lnTo>
                        <a:pt x="594535" y="14911"/>
                      </a:lnTo>
                    </a:path>
                  </a:pathLst>
                </a:custGeom>
                <a:noFill/>
                <a:ln w="4498" cap="flat">
                  <a:solidFill>
                    <a:srgbClr val="000000"/>
                  </a:solidFill>
                  <a:prstDash val="solid"/>
                  <a:round/>
                </a:ln>
              </p:spPr>
              <p:txBody>
                <a:bodyPr rtlCol="0" anchor="ctr"/>
                <a:lstStyle/>
                <a:p>
                  <a:endParaRPr lang="en-US"/>
                </a:p>
              </p:txBody>
            </p:sp>
            <p:grpSp>
              <p:nvGrpSpPr>
                <p:cNvPr id="3546" name="Graphic 4479">
                  <a:extLst>
                    <a:ext uri="{FF2B5EF4-FFF2-40B4-BE49-F238E27FC236}">
                      <a16:creationId xmlns:a16="http://schemas.microsoft.com/office/drawing/2014/main" id="{23D825D9-9FF1-7533-8135-0809EA76D921}"/>
                    </a:ext>
                  </a:extLst>
                </p:cNvPr>
                <p:cNvGrpSpPr/>
                <p:nvPr/>
              </p:nvGrpSpPr>
              <p:grpSpPr>
                <a:xfrm>
                  <a:off x="3876695" y="3292787"/>
                  <a:ext cx="272286" cy="72239"/>
                  <a:chOff x="3985263" y="2209615"/>
                  <a:chExt cx="72731" cy="19296"/>
                </a:xfrm>
                <a:solidFill>
                  <a:srgbClr val="231F20"/>
                </a:solidFill>
              </p:grpSpPr>
              <p:sp>
                <p:nvSpPr>
                  <p:cNvPr id="3613" name="Freeform 3612">
                    <a:extLst>
                      <a:ext uri="{FF2B5EF4-FFF2-40B4-BE49-F238E27FC236}">
                        <a16:creationId xmlns:a16="http://schemas.microsoft.com/office/drawing/2014/main" id="{4344D7F5-2032-D466-9503-18300F20A6F6}"/>
                      </a:ext>
                    </a:extLst>
                  </p:cNvPr>
                  <p:cNvSpPr/>
                  <p:nvPr/>
                </p:nvSpPr>
                <p:spPr>
                  <a:xfrm>
                    <a:off x="3985263" y="2209615"/>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9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6 w 20240"/>
                      <a:gd name="connsiteY9" fmla="*/ 12009 h 19296"/>
                      <a:gd name="connsiteX10" fmla="*/ 4723 w 20240"/>
                      <a:gd name="connsiteY10" fmla="*/ 19161 h 19296"/>
                      <a:gd name="connsiteX11" fmla="*/ 2362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9" y="5060"/>
                        </a:lnTo>
                        <a:lnTo>
                          <a:pt x="20241" y="8029"/>
                        </a:lnTo>
                        <a:lnTo>
                          <a:pt x="12549" y="10525"/>
                        </a:lnTo>
                        <a:lnTo>
                          <a:pt x="17609" y="17677"/>
                        </a:lnTo>
                        <a:lnTo>
                          <a:pt x="14978" y="19296"/>
                        </a:lnTo>
                        <a:lnTo>
                          <a:pt x="9986" y="12009"/>
                        </a:lnTo>
                        <a:lnTo>
                          <a:pt x="4723" y="19161"/>
                        </a:lnTo>
                        <a:lnTo>
                          <a:pt x="2362" y="17339"/>
                        </a:lnTo>
                        <a:lnTo>
                          <a:pt x="7556" y="10525"/>
                        </a:lnTo>
                        <a:lnTo>
                          <a:pt x="0" y="7826"/>
                        </a:lnTo>
                        <a:lnTo>
                          <a:pt x="1215" y="4993"/>
                        </a:lnTo>
                        <a:lnTo>
                          <a:pt x="8703" y="7894"/>
                        </a:lnTo>
                        <a:close/>
                      </a:path>
                    </a:pathLst>
                  </a:custGeom>
                  <a:solidFill>
                    <a:srgbClr val="231F20"/>
                  </a:solidFill>
                  <a:ln w="2249" cap="flat">
                    <a:noFill/>
                    <a:prstDash val="solid"/>
                    <a:miter/>
                  </a:ln>
                </p:spPr>
                <p:txBody>
                  <a:bodyPr rtlCol="0" anchor="ctr"/>
                  <a:lstStyle/>
                  <a:p>
                    <a:endParaRPr lang="en-US"/>
                  </a:p>
                </p:txBody>
              </p:sp>
              <p:sp>
                <p:nvSpPr>
                  <p:cNvPr id="3614" name="Freeform 3613">
                    <a:extLst>
                      <a:ext uri="{FF2B5EF4-FFF2-40B4-BE49-F238E27FC236}">
                        <a16:creationId xmlns:a16="http://schemas.microsoft.com/office/drawing/2014/main" id="{6DAAC1E1-149A-E3D3-E4D6-96C1D5ED44F8}"/>
                      </a:ext>
                    </a:extLst>
                  </p:cNvPr>
                  <p:cNvSpPr/>
                  <p:nvPr/>
                </p:nvSpPr>
                <p:spPr>
                  <a:xfrm>
                    <a:off x="4011509" y="2209615"/>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1 w 20240"/>
                      <a:gd name="connsiteY11" fmla="*/ 17339 h 19296"/>
                      <a:gd name="connsiteX12" fmla="*/ 7556 w 20240"/>
                      <a:gd name="connsiteY12" fmla="*/ 10525 h 19296"/>
                      <a:gd name="connsiteX13" fmla="*/ 0 w 20240"/>
                      <a:gd name="connsiteY13" fmla="*/ 7826 h 19296"/>
                      <a:gd name="connsiteX14" fmla="*/ 1214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1" y="8029"/>
                        </a:lnTo>
                        <a:lnTo>
                          <a:pt x="12549" y="10525"/>
                        </a:lnTo>
                        <a:lnTo>
                          <a:pt x="17609" y="17677"/>
                        </a:lnTo>
                        <a:lnTo>
                          <a:pt x="14978" y="19296"/>
                        </a:lnTo>
                        <a:lnTo>
                          <a:pt x="9985" y="12009"/>
                        </a:lnTo>
                        <a:lnTo>
                          <a:pt x="4723" y="19161"/>
                        </a:lnTo>
                        <a:lnTo>
                          <a:pt x="2361" y="17339"/>
                        </a:lnTo>
                        <a:lnTo>
                          <a:pt x="7556" y="10525"/>
                        </a:lnTo>
                        <a:lnTo>
                          <a:pt x="0" y="7826"/>
                        </a:lnTo>
                        <a:lnTo>
                          <a:pt x="1214" y="4993"/>
                        </a:lnTo>
                        <a:lnTo>
                          <a:pt x="8703" y="7894"/>
                        </a:lnTo>
                        <a:close/>
                      </a:path>
                    </a:pathLst>
                  </a:custGeom>
                  <a:solidFill>
                    <a:srgbClr val="231F20"/>
                  </a:solidFill>
                  <a:ln w="2249" cap="flat">
                    <a:noFill/>
                    <a:prstDash val="solid"/>
                    <a:miter/>
                  </a:ln>
                </p:spPr>
                <p:txBody>
                  <a:bodyPr rtlCol="0" anchor="ctr"/>
                  <a:lstStyle/>
                  <a:p>
                    <a:endParaRPr lang="en-US"/>
                  </a:p>
                </p:txBody>
              </p:sp>
              <p:sp>
                <p:nvSpPr>
                  <p:cNvPr id="3615" name="Freeform 3614">
                    <a:extLst>
                      <a:ext uri="{FF2B5EF4-FFF2-40B4-BE49-F238E27FC236}">
                        <a16:creationId xmlns:a16="http://schemas.microsoft.com/office/drawing/2014/main" id="{05CD491E-EC01-C2C4-604E-7B413A936B88}"/>
                      </a:ext>
                    </a:extLst>
                  </p:cNvPr>
                  <p:cNvSpPr/>
                  <p:nvPr/>
                </p:nvSpPr>
                <p:spPr>
                  <a:xfrm>
                    <a:off x="4037754" y="2209615"/>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9 w 20240"/>
                      <a:gd name="connsiteY4" fmla="*/ 5060 h 19296"/>
                      <a:gd name="connsiteX5" fmla="*/ 20241 w 20240"/>
                      <a:gd name="connsiteY5" fmla="*/ 8029 h 19296"/>
                      <a:gd name="connsiteX6" fmla="*/ 12549 w 20240"/>
                      <a:gd name="connsiteY6" fmla="*/ 10525 h 19296"/>
                      <a:gd name="connsiteX7" fmla="*/ 17610 w 20240"/>
                      <a:gd name="connsiteY7" fmla="*/ 17677 h 19296"/>
                      <a:gd name="connsiteX8" fmla="*/ 14978 w 20240"/>
                      <a:gd name="connsiteY8" fmla="*/ 19296 h 19296"/>
                      <a:gd name="connsiteX9" fmla="*/ 9986 w 20240"/>
                      <a:gd name="connsiteY9" fmla="*/ 12009 h 19296"/>
                      <a:gd name="connsiteX10" fmla="*/ 4723 w 20240"/>
                      <a:gd name="connsiteY10" fmla="*/ 19161 h 19296"/>
                      <a:gd name="connsiteX11" fmla="*/ 2362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9" y="5060"/>
                        </a:lnTo>
                        <a:lnTo>
                          <a:pt x="20241" y="8029"/>
                        </a:lnTo>
                        <a:lnTo>
                          <a:pt x="12549" y="10525"/>
                        </a:lnTo>
                        <a:lnTo>
                          <a:pt x="17610" y="17677"/>
                        </a:lnTo>
                        <a:lnTo>
                          <a:pt x="14978" y="19296"/>
                        </a:lnTo>
                        <a:lnTo>
                          <a:pt x="9986" y="12009"/>
                        </a:lnTo>
                        <a:lnTo>
                          <a:pt x="4723" y="19161"/>
                        </a:lnTo>
                        <a:lnTo>
                          <a:pt x="2362" y="17339"/>
                        </a:lnTo>
                        <a:lnTo>
                          <a:pt x="7556" y="10525"/>
                        </a:lnTo>
                        <a:lnTo>
                          <a:pt x="0" y="7826"/>
                        </a:lnTo>
                        <a:lnTo>
                          <a:pt x="1215" y="4993"/>
                        </a:lnTo>
                        <a:lnTo>
                          <a:pt x="8703" y="7894"/>
                        </a:lnTo>
                        <a:close/>
                      </a:path>
                    </a:pathLst>
                  </a:custGeom>
                  <a:solidFill>
                    <a:srgbClr val="231F20"/>
                  </a:solidFill>
                  <a:ln w="2249" cap="flat">
                    <a:noFill/>
                    <a:prstDash val="solid"/>
                    <a:miter/>
                  </a:ln>
                </p:spPr>
                <p:txBody>
                  <a:bodyPr rtlCol="0" anchor="ctr"/>
                  <a:lstStyle/>
                  <a:p>
                    <a:endParaRPr lang="en-US"/>
                  </a:p>
                </p:txBody>
              </p:sp>
            </p:grpSp>
            <p:grpSp>
              <p:nvGrpSpPr>
                <p:cNvPr id="3547" name="Graphic 4479">
                  <a:extLst>
                    <a:ext uri="{FF2B5EF4-FFF2-40B4-BE49-F238E27FC236}">
                      <a16:creationId xmlns:a16="http://schemas.microsoft.com/office/drawing/2014/main" id="{9B27B6E8-FA71-4E84-FDC0-54BA57CF9FAB}"/>
                    </a:ext>
                  </a:extLst>
                </p:cNvPr>
                <p:cNvGrpSpPr/>
                <p:nvPr/>
              </p:nvGrpSpPr>
              <p:grpSpPr>
                <a:xfrm>
                  <a:off x="3535708" y="3980493"/>
                  <a:ext cx="913011" cy="214864"/>
                  <a:chOff x="3894181" y="2393310"/>
                  <a:chExt cx="243877" cy="57393"/>
                </a:xfrm>
                <a:solidFill>
                  <a:srgbClr val="231F20"/>
                </a:solidFill>
              </p:grpSpPr>
              <p:sp>
                <p:nvSpPr>
                  <p:cNvPr id="3605" name="Freeform 3604">
                    <a:extLst>
                      <a:ext uri="{FF2B5EF4-FFF2-40B4-BE49-F238E27FC236}">
                        <a16:creationId xmlns:a16="http://schemas.microsoft.com/office/drawing/2014/main" id="{2E132357-BD4A-FBD2-846D-A470F5EE9E92}"/>
                      </a:ext>
                    </a:extLst>
                  </p:cNvPr>
                  <p:cNvSpPr/>
                  <p:nvPr/>
                </p:nvSpPr>
                <p:spPr>
                  <a:xfrm>
                    <a:off x="3894181" y="2393310"/>
                    <a:ext cx="28561" cy="38861"/>
                  </a:xfrm>
                  <a:custGeom>
                    <a:avLst/>
                    <a:gdLst>
                      <a:gd name="connsiteX0" fmla="*/ 0 w 28561"/>
                      <a:gd name="connsiteY0" fmla="*/ 38862 h 38861"/>
                      <a:gd name="connsiteX1" fmla="*/ 0 w 28561"/>
                      <a:gd name="connsiteY1" fmla="*/ 0 h 38861"/>
                      <a:gd name="connsiteX2" fmla="*/ 14033 w 28561"/>
                      <a:gd name="connsiteY2" fmla="*/ 0 h 38861"/>
                      <a:gd name="connsiteX3" fmla="*/ 19858 w 28561"/>
                      <a:gd name="connsiteY3" fmla="*/ 697 h 38861"/>
                      <a:gd name="connsiteX4" fmla="*/ 23816 w 28561"/>
                      <a:gd name="connsiteY4" fmla="*/ 2699 h 38861"/>
                      <a:gd name="connsiteX5" fmla="*/ 26065 w 28561"/>
                      <a:gd name="connsiteY5" fmla="*/ 5802 h 38861"/>
                      <a:gd name="connsiteX6" fmla="*/ 26763 w 28561"/>
                      <a:gd name="connsiteY6" fmla="*/ 9760 h 38861"/>
                      <a:gd name="connsiteX7" fmla="*/ 26223 w 28561"/>
                      <a:gd name="connsiteY7" fmla="*/ 13291 h 38861"/>
                      <a:gd name="connsiteX8" fmla="*/ 24829 w 28561"/>
                      <a:gd name="connsiteY8" fmla="*/ 15765 h 38861"/>
                      <a:gd name="connsiteX9" fmla="*/ 22849 w 28561"/>
                      <a:gd name="connsiteY9" fmla="*/ 17339 h 38861"/>
                      <a:gd name="connsiteX10" fmla="*/ 20556 w 28561"/>
                      <a:gd name="connsiteY10" fmla="*/ 18127 h 38861"/>
                      <a:gd name="connsiteX11" fmla="*/ 20556 w 28561"/>
                      <a:gd name="connsiteY11" fmla="*/ 18239 h 38861"/>
                      <a:gd name="connsiteX12" fmla="*/ 26583 w 28561"/>
                      <a:gd name="connsiteY12" fmla="*/ 21433 h 38861"/>
                      <a:gd name="connsiteX13" fmla="*/ 28562 w 28561"/>
                      <a:gd name="connsiteY13" fmla="*/ 27910 h 38861"/>
                      <a:gd name="connsiteX14" fmla="*/ 27617 w 28561"/>
                      <a:gd name="connsiteY14" fmla="*/ 33037 h 38861"/>
                      <a:gd name="connsiteX15" fmla="*/ 25008 w 28561"/>
                      <a:gd name="connsiteY15" fmla="*/ 36433 h 38861"/>
                      <a:gd name="connsiteX16" fmla="*/ 20983 w 28561"/>
                      <a:gd name="connsiteY16" fmla="*/ 38300 h 38861"/>
                      <a:gd name="connsiteX17" fmla="*/ 15878 w 28561"/>
                      <a:gd name="connsiteY17" fmla="*/ 38862 h 38861"/>
                      <a:gd name="connsiteX18" fmla="*/ 0 w 28561"/>
                      <a:gd name="connsiteY18" fmla="*/ 38862 h 38861"/>
                      <a:gd name="connsiteX19" fmla="*/ 3666 w 28561"/>
                      <a:gd name="connsiteY19" fmla="*/ 17160 h 38861"/>
                      <a:gd name="connsiteX20" fmla="*/ 12954 w 28561"/>
                      <a:gd name="connsiteY20" fmla="*/ 17160 h 38861"/>
                      <a:gd name="connsiteX21" fmla="*/ 17767 w 28561"/>
                      <a:gd name="connsiteY21" fmla="*/ 16665 h 38861"/>
                      <a:gd name="connsiteX22" fmla="*/ 20893 w 28561"/>
                      <a:gd name="connsiteY22" fmla="*/ 15225 h 38861"/>
                      <a:gd name="connsiteX23" fmla="*/ 22602 w 28561"/>
                      <a:gd name="connsiteY23" fmla="*/ 12909 h 38861"/>
                      <a:gd name="connsiteX24" fmla="*/ 23119 w 28561"/>
                      <a:gd name="connsiteY24" fmla="*/ 9760 h 38861"/>
                      <a:gd name="connsiteX25" fmla="*/ 22535 w 28561"/>
                      <a:gd name="connsiteY25" fmla="*/ 6657 h 38861"/>
                      <a:gd name="connsiteX26" fmla="*/ 20646 w 28561"/>
                      <a:gd name="connsiteY26" fmla="*/ 4610 h 38861"/>
                      <a:gd name="connsiteX27" fmla="*/ 17272 w 28561"/>
                      <a:gd name="connsiteY27" fmla="*/ 3486 h 38861"/>
                      <a:gd name="connsiteX28" fmla="*/ 12167 w 28561"/>
                      <a:gd name="connsiteY28" fmla="*/ 3126 h 38861"/>
                      <a:gd name="connsiteX29" fmla="*/ 3688 w 28561"/>
                      <a:gd name="connsiteY29" fmla="*/ 3126 h 38861"/>
                      <a:gd name="connsiteX30" fmla="*/ 3688 w 28561"/>
                      <a:gd name="connsiteY30" fmla="*/ 17160 h 38861"/>
                      <a:gd name="connsiteX31" fmla="*/ 3666 w 28561"/>
                      <a:gd name="connsiteY31" fmla="*/ 35736 h 38861"/>
                      <a:gd name="connsiteX32" fmla="*/ 12999 w 28561"/>
                      <a:gd name="connsiteY32" fmla="*/ 35736 h 38861"/>
                      <a:gd name="connsiteX33" fmla="*/ 18262 w 28561"/>
                      <a:gd name="connsiteY33" fmla="*/ 35466 h 38861"/>
                      <a:gd name="connsiteX34" fmla="*/ 21950 w 28561"/>
                      <a:gd name="connsiteY34" fmla="*/ 34364 h 38861"/>
                      <a:gd name="connsiteX35" fmla="*/ 24131 w 28561"/>
                      <a:gd name="connsiteY35" fmla="*/ 31980 h 38861"/>
                      <a:gd name="connsiteX36" fmla="*/ 24851 w 28561"/>
                      <a:gd name="connsiteY36" fmla="*/ 27910 h 38861"/>
                      <a:gd name="connsiteX37" fmla="*/ 24042 w 28561"/>
                      <a:gd name="connsiteY37" fmla="*/ 23996 h 38861"/>
                      <a:gd name="connsiteX38" fmla="*/ 21725 w 28561"/>
                      <a:gd name="connsiteY38" fmla="*/ 21702 h 38861"/>
                      <a:gd name="connsiteX39" fmla="*/ 18104 w 28561"/>
                      <a:gd name="connsiteY39" fmla="*/ 20600 h 38861"/>
                      <a:gd name="connsiteX40" fmla="*/ 13404 w 28561"/>
                      <a:gd name="connsiteY40" fmla="*/ 20308 h 38861"/>
                      <a:gd name="connsiteX41" fmla="*/ 3643 w 28561"/>
                      <a:gd name="connsiteY41" fmla="*/ 20308 h 38861"/>
                      <a:gd name="connsiteX42" fmla="*/ 3643 w 28561"/>
                      <a:gd name="connsiteY42" fmla="*/ 35736 h 3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8561" h="38861">
                        <a:moveTo>
                          <a:pt x="0" y="38862"/>
                        </a:moveTo>
                        <a:lnTo>
                          <a:pt x="0" y="0"/>
                        </a:lnTo>
                        <a:lnTo>
                          <a:pt x="14033" y="0"/>
                        </a:lnTo>
                        <a:cubicBezTo>
                          <a:pt x="16305" y="0"/>
                          <a:pt x="18239" y="225"/>
                          <a:pt x="19858" y="697"/>
                        </a:cubicBezTo>
                        <a:cubicBezTo>
                          <a:pt x="21478" y="1169"/>
                          <a:pt x="22804" y="1822"/>
                          <a:pt x="23816" y="2699"/>
                        </a:cubicBezTo>
                        <a:cubicBezTo>
                          <a:pt x="24851" y="3553"/>
                          <a:pt x="25593" y="4588"/>
                          <a:pt x="26065" y="5802"/>
                        </a:cubicBezTo>
                        <a:cubicBezTo>
                          <a:pt x="26538" y="7017"/>
                          <a:pt x="26763" y="8321"/>
                          <a:pt x="26763" y="9760"/>
                        </a:cubicBezTo>
                        <a:cubicBezTo>
                          <a:pt x="26763" y="11200"/>
                          <a:pt x="26583" y="12302"/>
                          <a:pt x="26223" y="13291"/>
                        </a:cubicBezTo>
                        <a:cubicBezTo>
                          <a:pt x="25863" y="14281"/>
                          <a:pt x="25391" y="15113"/>
                          <a:pt x="24829" y="15765"/>
                        </a:cubicBezTo>
                        <a:cubicBezTo>
                          <a:pt x="24266" y="16417"/>
                          <a:pt x="23592" y="16957"/>
                          <a:pt x="22849" y="17339"/>
                        </a:cubicBezTo>
                        <a:cubicBezTo>
                          <a:pt x="22107" y="17722"/>
                          <a:pt x="21343" y="17969"/>
                          <a:pt x="20556" y="18127"/>
                        </a:cubicBezTo>
                        <a:lnTo>
                          <a:pt x="20556" y="18239"/>
                        </a:lnTo>
                        <a:cubicBezTo>
                          <a:pt x="23254" y="18644"/>
                          <a:pt x="25256" y="19701"/>
                          <a:pt x="26583" y="21433"/>
                        </a:cubicBezTo>
                        <a:cubicBezTo>
                          <a:pt x="27887" y="23164"/>
                          <a:pt x="28562" y="25323"/>
                          <a:pt x="28562" y="27910"/>
                        </a:cubicBezTo>
                        <a:cubicBezTo>
                          <a:pt x="28562" y="29934"/>
                          <a:pt x="28247" y="31643"/>
                          <a:pt x="27617" y="33037"/>
                        </a:cubicBezTo>
                        <a:cubicBezTo>
                          <a:pt x="26988" y="34432"/>
                          <a:pt x="26110" y="35578"/>
                          <a:pt x="25008" y="36433"/>
                        </a:cubicBezTo>
                        <a:cubicBezTo>
                          <a:pt x="23884" y="37288"/>
                          <a:pt x="22557" y="37917"/>
                          <a:pt x="20983" y="38300"/>
                        </a:cubicBezTo>
                        <a:cubicBezTo>
                          <a:pt x="19409" y="38682"/>
                          <a:pt x="17722" y="38862"/>
                          <a:pt x="15878" y="38862"/>
                        </a:cubicBezTo>
                        <a:lnTo>
                          <a:pt x="0" y="38862"/>
                        </a:lnTo>
                        <a:close/>
                        <a:moveTo>
                          <a:pt x="3666" y="17160"/>
                        </a:moveTo>
                        <a:lnTo>
                          <a:pt x="12954" y="17160"/>
                        </a:lnTo>
                        <a:cubicBezTo>
                          <a:pt x="14866" y="17160"/>
                          <a:pt x="16463" y="17002"/>
                          <a:pt x="17767" y="16665"/>
                        </a:cubicBezTo>
                        <a:cubicBezTo>
                          <a:pt x="19071" y="16350"/>
                          <a:pt x="20106" y="15855"/>
                          <a:pt x="20893" y="15225"/>
                        </a:cubicBezTo>
                        <a:cubicBezTo>
                          <a:pt x="21680" y="14596"/>
                          <a:pt x="22242" y="13831"/>
                          <a:pt x="22602" y="12909"/>
                        </a:cubicBezTo>
                        <a:cubicBezTo>
                          <a:pt x="22939" y="11987"/>
                          <a:pt x="23119" y="10930"/>
                          <a:pt x="23119" y="9760"/>
                        </a:cubicBezTo>
                        <a:cubicBezTo>
                          <a:pt x="23119" y="8591"/>
                          <a:pt x="22917" y="7512"/>
                          <a:pt x="22535" y="6657"/>
                        </a:cubicBezTo>
                        <a:cubicBezTo>
                          <a:pt x="22130" y="5802"/>
                          <a:pt x="21500" y="5128"/>
                          <a:pt x="20646" y="4610"/>
                        </a:cubicBezTo>
                        <a:cubicBezTo>
                          <a:pt x="19791" y="4093"/>
                          <a:pt x="18666" y="3711"/>
                          <a:pt x="17272" y="3486"/>
                        </a:cubicBezTo>
                        <a:cubicBezTo>
                          <a:pt x="15878" y="3261"/>
                          <a:pt x="14191" y="3126"/>
                          <a:pt x="12167" y="3126"/>
                        </a:cubicBezTo>
                        <a:lnTo>
                          <a:pt x="3688" y="3126"/>
                        </a:lnTo>
                        <a:lnTo>
                          <a:pt x="3688" y="17160"/>
                        </a:lnTo>
                        <a:close/>
                        <a:moveTo>
                          <a:pt x="3666" y="35736"/>
                        </a:moveTo>
                        <a:lnTo>
                          <a:pt x="12999" y="35736"/>
                        </a:lnTo>
                        <a:cubicBezTo>
                          <a:pt x="15023" y="35736"/>
                          <a:pt x="16777" y="35646"/>
                          <a:pt x="18262" y="35466"/>
                        </a:cubicBezTo>
                        <a:cubicBezTo>
                          <a:pt x="19746" y="35286"/>
                          <a:pt x="20983" y="34926"/>
                          <a:pt x="21950" y="34364"/>
                        </a:cubicBezTo>
                        <a:cubicBezTo>
                          <a:pt x="22917" y="33802"/>
                          <a:pt x="23659" y="33015"/>
                          <a:pt x="24131" y="31980"/>
                        </a:cubicBezTo>
                        <a:cubicBezTo>
                          <a:pt x="24626" y="30946"/>
                          <a:pt x="24851" y="29596"/>
                          <a:pt x="24851" y="27910"/>
                        </a:cubicBezTo>
                        <a:cubicBezTo>
                          <a:pt x="24851" y="26223"/>
                          <a:pt x="24581" y="24986"/>
                          <a:pt x="24042" y="23996"/>
                        </a:cubicBezTo>
                        <a:cubicBezTo>
                          <a:pt x="23502" y="23007"/>
                          <a:pt x="22737" y="22242"/>
                          <a:pt x="21725" y="21702"/>
                        </a:cubicBezTo>
                        <a:cubicBezTo>
                          <a:pt x="20713" y="21163"/>
                          <a:pt x="19521" y="20803"/>
                          <a:pt x="18104" y="20600"/>
                        </a:cubicBezTo>
                        <a:cubicBezTo>
                          <a:pt x="16710" y="20398"/>
                          <a:pt x="15135" y="20308"/>
                          <a:pt x="13404" y="20308"/>
                        </a:cubicBezTo>
                        <a:lnTo>
                          <a:pt x="3643" y="20308"/>
                        </a:lnTo>
                        <a:lnTo>
                          <a:pt x="3643" y="35736"/>
                        </a:lnTo>
                        <a:close/>
                      </a:path>
                    </a:pathLst>
                  </a:custGeom>
                  <a:solidFill>
                    <a:srgbClr val="231F20"/>
                  </a:solidFill>
                  <a:ln w="2249" cap="flat">
                    <a:noFill/>
                    <a:prstDash val="solid"/>
                    <a:miter/>
                  </a:ln>
                </p:spPr>
                <p:txBody>
                  <a:bodyPr rtlCol="0" anchor="ctr"/>
                  <a:lstStyle/>
                  <a:p>
                    <a:endParaRPr lang="en-US"/>
                  </a:p>
                </p:txBody>
              </p:sp>
              <p:sp>
                <p:nvSpPr>
                  <p:cNvPr id="3606" name="Freeform 3605">
                    <a:extLst>
                      <a:ext uri="{FF2B5EF4-FFF2-40B4-BE49-F238E27FC236}">
                        <a16:creationId xmlns:a16="http://schemas.microsoft.com/office/drawing/2014/main" id="{2F2E2A1D-B177-F1CC-CA09-6CFFA437EF42}"/>
                      </a:ext>
                    </a:extLst>
                  </p:cNvPr>
                  <p:cNvSpPr/>
                  <p:nvPr/>
                </p:nvSpPr>
                <p:spPr>
                  <a:xfrm>
                    <a:off x="3929804" y="2393310"/>
                    <a:ext cx="25053" cy="38861"/>
                  </a:xfrm>
                  <a:custGeom>
                    <a:avLst/>
                    <a:gdLst>
                      <a:gd name="connsiteX0" fmla="*/ 0 w 25053"/>
                      <a:gd name="connsiteY0" fmla="*/ 38862 h 38861"/>
                      <a:gd name="connsiteX1" fmla="*/ 0 w 25053"/>
                      <a:gd name="connsiteY1" fmla="*/ 0 h 38861"/>
                      <a:gd name="connsiteX2" fmla="*/ 25053 w 25053"/>
                      <a:gd name="connsiteY2" fmla="*/ 0 h 38861"/>
                      <a:gd name="connsiteX3" fmla="*/ 25053 w 25053"/>
                      <a:gd name="connsiteY3" fmla="*/ 3126 h 38861"/>
                      <a:gd name="connsiteX4" fmla="*/ 3688 w 25053"/>
                      <a:gd name="connsiteY4" fmla="*/ 3126 h 38861"/>
                      <a:gd name="connsiteX5" fmla="*/ 3688 w 25053"/>
                      <a:gd name="connsiteY5" fmla="*/ 17160 h 38861"/>
                      <a:gd name="connsiteX6" fmla="*/ 23119 w 25053"/>
                      <a:gd name="connsiteY6" fmla="*/ 17160 h 38861"/>
                      <a:gd name="connsiteX7" fmla="*/ 23119 w 25053"/>
                      <a:gd name="connsiteY7" fmla="*/ 20286 h 38861"/>
                      <a:gd name="connsiteX8" fmla="*/ 3688 w 25053"/>
                      <a:gd name="connsiteY8" fmla="*/ 20286 h 38861"/>
                      <a:gd name="connsiteX9" fmla="*/ 3688 w 25053"/>
                      <a:gd name="connsiteY9" fmla="*/ 38862 h 38861"/>
                      <a:gd name="connsiteX10" fmla="*/ 23 w 25053"/>
                      <a:gd name="connsiteY10" fmla="*/ 38862 h 3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53" h="38861">
                        <a:moveTo>
                          <a:pt x="0" y="38862"/>
                        </a:moveTo>
                        <a:lnTo>
                          <a:pt x="0" y="0"/>
                        </a:lnTo>
                        <a:lnTo>
                          <a:pt x="25053" y="0"/>
                        </a:lnTo>
                        <a:lnTo>
                          <a:pt x="25053" y="3126"/>
                        </a:lnTo>
                        <a:lnTo>
                          <a:pt x="3688" y="3126"/>
                        </a:lnTo>
                        <a:lnTo>
                          <a:pt x="3688" y="17160"/>
                        </a:lnTo>
                        <a:lnTo>
                          <a:pt x="23119" y="17160"/>
                        </a:lnTo>
                        <a:lnTo>
                          <a:pt x="23119" y="20286"/>
                        </a:lnTo>
                        <a:lnTo>
                          <a:pt x="3688" y="20286"/>
                        </a:lnTo>
                        <a:lnTo>
                          <a:pt x="3688" y="38862"/>
                        </a:lnTo>
                        <a:lnTo>
                          <a:pt x="23" y="38862"/>
                        </a:lnTo>
                        <a:close/>
                      </a:path>
                    </a:pathLst>
                  </a:custGeom>
                  <a:solidFill>
                    <a:srgbClr val="231F20"/>
                  </a:solidFill>
                  <a:ln w="2249" cap="flat">
                    <a:noFill/>
                    <a:prstDash val="solid"/>
                    <a:miter/>
                  </a:ln>
                </p:spPr>
                <p:txBody>
                  <a:bodyPr rtlCol="0" anchor="ctr"/>
                  <a:lstStyle/>
                  <a:p>
                    <a:endParaRPr lang="en-US"/>
                  </a:p>
                </p:txBody>
              </p:sp>
              <p:sp>
                <p:nvSpPr>
                  <p:cNvPr id="3607" name="Freeform 3606">
                    <a:extLst>
                      <a:ext uri="{FF2B5EF4-FFF2-40B4-BE49-F238E27FC236}">
                        <a16:creationId xmlns:a16="http://schemas.microsoft.com/office/drawing/2014/main" id="{8026923C-7811-76D3-D27A-CE4121BE57DF}"/>
                      </a:ext>
                    </a:extLst>
                  </p:cNvPr>
                  <p:cNvSpPr/>
                  <p:nvPr/>
                </p:nvSpPr>
                <p:spPr>
                  <a:xfrm>
                    <a:off x="3957984" y="2427854"/>
                    <a:ext cx="9737" cy="22287"/>
                  </a:xfrm>
                  <a:custGeom>
                    <a:avLst/>
                    <a:gdLst>
                      <a:gd name="connsiteX0" fmla="*/ 9738 w 9737"/>
                      <a:gd name="connsiteY0" fmla="*/ 22287 h 22287"/>
                      <a:gd name="connsiteX1" fmla="*/ 5240 w 9737"/>
                      <a:gd name="connsiteY1" fmla="*/ 22287 h 22287"/>
                      <a:gd name="connsiteX2" fmla="*/ 5240 w 9737"/>
                      <a:gd name="connsiteY2" fmla="*/ 6927 h 22287"/>
                      <a:gd name="connsiteX3" fmla="*/ 0 w 9737"/>
                      <a:gd name="connsiteY3" fmla="*/ 6927 h 22287"/>
                      <a:gd name="connsiteX4" fmla="*/ 0 w 9737"/>
                      <a:gd name="connsiteY4" fmla="*/ 3936 h 22287"/>
                      <a:gd name="connsiteX5" fmla="*/ 2901 w 9737"/>
                      <a:gd name="connsiteY5" fmla="*/ 3666 h 22287"/>
                      <a:gd name="connsiteX6" fmla="*/ 5060 w 9737"/>
                      <a:gd name="connsiteY6" fmla="*/ 2496 h 22287"/>
                      <a:gd name="connsiteX7" fmla="*/ 5915 w 9737"/>
                      <a:gd name="connsiteY7" fmla="*/ 900 h 22287"/>
                      <a:gd name="connsiteX8" fmla="*/ 6095 w 9737"/>
                      <a:gd name="connsiteY8" fmla="*/ 0 h 22287"/>
                      <a:gd name="connsiteX9" fmla="*/ 9738 w 9737"/>
                      <a:gd name="connsiteY9" fmla="*/ 0 h 22287"/>
                      <a:gd name="connsiteX10" fmla="*/ 9738 w 9737"/>
                      <a:gd name="connsiteY10" fmla="*/ 22287 h 22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7" h="22287">
                        <a:moveTo>
                          <a:pt x="9738" y="22287"/>
                        </a:moveTo>
                        <a:lnTo>
                          <a:pt x="5240" y="22287"/>
                        </a:lnTo>
                        <a:lnTo>
                          <a:pt x="5240" y="6927"/>
                        </a:lnTo>
                        <a:lnTo>
                          <a:pt x="0" y="6927"/>
                        </a:lnTo>
                        <a:lnTo>
                          <a:pt x="0" y="3936"/>
                        </a:lnTo>
                        <a:cubicBezTo>
                          <a:pt x="1372" y="3868"/>
                          <a:pt x="2362" y="3778"/>
                          <a:pt x="2901" y="3666"/>
                        </a:cubicBezTo>
                        <a:cubicBezTo>
                          <a:pt x="3778" y="3463"/>
                          <a:pt x="4498" y="3081"/>
                          <a:pt x="5060" y="2496"/>
                        </a:cubicBezTo>
                        <a:cubicBezTo>
                          <a:pt x="5443" y="2092"/>
                          <a:pt x="5735" y="1574"/>
                          <a:pt x="5915" y="900"/>
                        </a:cubicBezTo>
                        <a:cubicBezTo>
                          <a:pt x="6027" y="495"/>
                          <a:pt x="6095" y="202"/>
                          <a:pt x="6095" y="0"/>
                        </a:cubicBezTo>
                        <a:lnTo>
                          <a:pt x="9738" y="0"/>
                        </a:lnTo>
                        <a:lnTo>
                          <a:pt x="9738" y="22287"/>
                        </a:lnTo>
                        <a:close/>
                      </a:path>
                    </a:pathLst>
                  </a:custGeom>
                  <a:solidFill>
                    <a:srgbClr val="231F20"/>
                  </a:solidFill>
                  <a:ln w="2249" cap="flat">
                    <a:noFill/>
                    <a:prstDash val="solid"/>
                    <a:miter/>
                  </a:ln>
                </p:spPr>
                <p:txBody>
                  <a:bodyPr rtlCol="0" anchor="ctr"/>
                  <a:lstStyle/>
                  <a:p>
                    <a:endParaRPr lang="en-US"/>
                  </a:p>
                </p:txBody>
              </p:sp>
              <p:sp>
                <p:nvSpPr>
                  <p:cNvPr id="3608" name="Freeform 3607">
                    <a:extLst>
                      <a:ext uri="{FF2B5EF4-FFF2-40B4-BE49-F238E27FC236}">
                        <a16:creationId xmlns:a16="http://schemas.microsoft.com/office/drawing/2014/main" id="{602FD3CB-879C-B5D1-9E80-F38F5A71D4B5}"/>
                      </a:ext>
                    </a:extLst>
                  </p:cNvPr>
                  <p:cNvSpPr/>
                  <p:nvPr/>
                </p:nvSpPr>
                <p:spPr>
                  <a:xfrm>
                    <a:off x="3974311" y="2427696"/>
                    <a:ext cx="15360" cy="23006"/>
                  </a:xfrm>
                  <a:custGeom>
                    <a:avLst/>
                    <a:gdLst>
                      <a:gd name="connsiteX0" fmla="*/ 7669 w 15360"/>
                      <a:gd name="connsiteY0" fmla="*/ 23007 h 23006"/>
                      <a:gd name="connsiteX1" fmla="*/ 1709 w 15360"/>
                      <a:gd name="connsiteY1" fmla="*/ 20016 h 23006"/>
                      <a:gd name="connsiteX2" fmla="*/ 0 w 15360"/>
                      <a:gd name="connsiteY2" fmla="*/ 11515 h 23006"/>
                      <a:gd name="connsiteX3" fmla="*/ 1709 w 15360"/>
                      <a:gd name="connsiteY3" fmla="*/ 2991 h 23006"/>
                      <a:gd name="connsiteX4" fmla="*/ 7669 w 15360"/>
                      <a:gd name="connsiteY4" fmla="*/ 0 h 23006"/>
                      <a:gd name="connsiteX5" fmla="*/ 13651 w 15360"/>
                      <a:gd name="connsiteY5" fmla="*/ 2991 h 23006"/>
                      <a:gd name="connsiteX6" fmla="*/ 15360 w 15360"/>
                      <a:gd name="connsiteY6" fmla="*/ 11515 h 23006"/>
                      <a:gd name="connsiteX7" fmla="*/ 13651 w 15360"/>
                      <a:gd name="connsiteY7" fmla="*/ 20016 h 23006"/>
                      <a:gd name="connsiteX8" fmla="*/ 7692 w 15360"/>
                      <a:gd name="connsiteY8" fmla="*/ 23007 h 23006"/>
                      <a:gd name="connsiteX9" fmla="*/ 10233 w 15360"/>
                      <a:gd name="connsiteY9" fmla="*/ 17384 h 23006"/>
                      <a:gd name="connsiteX10" fmla="*/ 10840 w 15360"/>
                      <a:gd name="connsiteY10" fmla="*/ 11515 h 23006"/>
                      <a:gd name="connsiteX11" fmla="*/ 10233 w 15360"/>
                      <a:gd name="connsiteY11" fmla="*/ 5555 h 23006"/>
                      <a:gd name="connsiteX12" fmla="*/ 7669 w 15360"/>
                      <a:gd name="connsiteY12" fmla="*/ 3621 h 23006"/>
                      <a:gd name="connsiteX13" fmla="*/ 5083 w 15360"/>
                      <a:gd name="connsiteY13" fmla="*/ 5555 h 23006"/>
                      <a:gd name="connsiteX14" fmla="*/ 4453 w 15360"/>
                      <a:gd name="connsiteY14" fmla="*/ 11515 h 23006"/>
                      <a:gd name="connsiteX15" fmla="*/ 5083 w 15360"/>
                      <a:gd name="connsiteY15" fmla="*/ 17384 h 23006"/>
                      <a:gd name="connsiteX16" fmla="*/ 7669 w 15360"/>
                      <a:gd name="connsiteY16" fmla="*/ 19431 h 23006"/>
                      <a:gd name="connsiteX17" fmla="*/ 10233 w 15360"/>
                      <a:gd name="connsiteY17" fmla="*/ 17384 h 2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60" h="23006">
                        <a:moveTo>
                          <a:pt x="7669" y="23007"/>
                        </a:moveTo>
                        <a:cubicBezTo>
                          <a:pt x="4835" y="23007"/>
                          <a:pt x="2834" y="22017"/>
                          <a:pt x="1709" y="20016"/>
                        </a:cubicBezTo>
                        <a:cubicBezTo>
                          <a:pt x="562" y="18037"/>
                          <a:pt x="0" y="15203"/>
                          <a:pt x="0" y="11515"/>
                        </a:cubicBezTo>
                        <a:cubicBezTo>
                          <a:pt x="0" y="7826"/>
                          <a:pt x="562" y="4993"/>
                          <a:pt x="1709" y="2991"/>
                        </a:cubicBezTo>
                        <a:cubicBezTo>
                          <a:pt x="2856" y="990"/>
                          <a:pt x="4835" y="0"/>
                          <a:pt x="7669" y="0"/>
                        </a:cubicBezTo>
                        <a:cubicBezTo>
                          <a:pt x="10503" y="0"/>
                          <a:pt x="12504" y="990"/>
                          <a:pt x="13651" y="2991"/>
                        </a:cubicBezTo>
                        <a:cubicBezTo>
                          <a:pt x="14798" y="4993"/>
                          <a:pt x="15360" y="7826"/>
                          <a:pt x="15360" y="11515"/>
                        </a:cubicBezTo>
                        <a:cubicBezTo>
                          <a:pt x="15360" y="15203"/>
                          <a:pt x="14798" y="18014"/>
                          <a:pt x="13651" y="20016"/>
                        </a:cubicBezTo>
                        <a:cubicBezTo>
                          <a:pt x="12504" y="21995"/>
                          <a:pt x="10525" y="23007"/>
                          <a:pt x="7692" y="23007"/>
                        </a:cubicBezTo>
                        <a:close/>
                        <a:moveTo>
                          <a:pt x="10233" y="17384"/>
                        </a:moveTo>
                        <a:cubicBezTo>
                          <a:pt x="10638" y="16035"/>
                          <a:pt x="10840" y="14078"/>
                          <a:pt x="10840" y="11515"/>
                        </a:cubicBezTo>
                        <a:cubicBezTo>
                          <a:pt x="10840" y="8951"/>
                          <a:pt x="10638" y="6837"/>
                          <a:pt x="10233" y="5555"/>
                        </a:cubicBezTo>
                        <a:cubicBezTo>
                          <a:pt x="9828" y="4273"/>
                          <a:pt x="8973" y="3621"/>
                          <a:pt x="7669" y="3621"/>
                        </a:cubicBezTo>
                        <a:cubicBezTo>
                          <a:pt x="6364" y="3621"/>
                          <a:pt x="5510" y="4273"/>
                          <a:pt x="5083" y="5555"/>
                        </a:cubicBezTo>
                        <a:cubicBezTo>
                          <a:pt x="4655" y="6837"/>
                          <a:pt x="4453" y="8838"/>
                          <a:pt x="4453" y="11515"/>
                        </a:cubicBezTo>
                        <a:cubicBezTo>
                          <a:pt x="4453" y="14191"/>
                          <a:pt x="4655" y="16035"/>
                          <a:pt x="5083" y="17384"/>
                        </a:cubicBezTo>
                        <a:cubicBezTo>
                          <a:pt x="5510" y="18734"/>
                          <a:pt x="6364" y="19431"/>
                          <a:pt x="7669" y="19431"/>
                        </a:cubicBezTo>
                        <a:cubicBezTo>
                          <a:pt x="8973" y="19431"/>
                          <a:pt x="9828" y="18756"/>
                          <a:pt x="10233" y="17384"/>
                        </a:cubicBezTo>
                        <a:close/>
                      </a:path>
                    </a:pathLst>
                  </a:custGeom>
                  <a:solidFill>
                    <a:srgbClr val="231F20"/>
                  </a:solidFill>
                  <a:ln w="2249" cap="flat">
                    <a:noFill/>
                    <a:prstDash val="solid"/>
                    <a:miter/>
                  </a:ln>
                </p:spPr>
                <p:txBody>
                  <a:bodyPr rtlCol="0" anchor="ctr"/>
                  <a:lstStyle/>
                  <a:p>
                    <a:endParaRPr lang="en-US"/>
                  </a:p>
                </p:txBody>
              </p:sp>
              <p:sp>
                <p:nvSpPr>
                  <p:cNvPr id="3609" name="Freeform 3608">
                    <a:extLst>
                      <a:ext uri="{FF2B5EF4-FFF2-40B4-BE49-F238E27FC236}">
                        <a16:creationId xmlns:a16="http://schemas.microsoft.com/office/drawing/2014/main" id="{71915B78-C41E-A7F7-D426-02A80B22A313}"/>
                      </a:ext>
                    </a:extLst>
                  </p:cNvPr>
                  <p:cNvSpPr/>
                  <p:nvPr/>
                </p:nvSpPr>
                <p:spPr>
                  <a:xfrm>
                    <a:off x="4003885" y="2404892"/>
                    <a:ext cx="26987" cy="27594"/>
                  </a:xfrm>
                  <a:custGeom>
                    <a:avLst/>
                    <a:gdLst>
                      <a:gd name="connsiteX0" fmla="*/ 26988 w 26987"/>
                      <a:gd name="connsiteY0" fmla="*/ 14911 h 27594"/>
                      <a:gd name="connsiteX1" fmla="*/ 0 w 26987"/>
                      <a:gd name="connsiteY1" fmla="*/ 27595 h 27594"/>
                      <a:gd name="connsiteX2" fmla="*/ 0 w 26987"/>
                      <a:gd name="connsiteY2" fmla="*/ 24131 h 27594"/>
                      <a:gd name="connsiteX3" fmla="*/ 22714 w 26987"/>
                      <a:gd name="connsiteY3" fmla="*/ 13494 h 27594"/>
                      <a:gd name="connsiteX4" fmla="*/ 0 w 26987"/>
                      <a:gd name="connsiteY4" fmla="*/ 3463 h 27594"/>
                      <a:gd name="connsiteX5" fmla="*/ 0 w 26987"/>
                      <a:gd name="connsiteY5" fmla="*/ 0 h 27594"/>
                      <a:gd name="connsiteX6" fmla="*/ 26988 w 26987"/>
                      <a:gd name="connsiteY6" fmla="*/ 12032 h 27594"/>
                      <a:gd name="connsiteX7" fmla="*/ 26988 w 26987"/>
                      <a:gd name="connsiteY7" fmla="*/ 14888 h 27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87" h="27594">
                        <a:moveTo>
                          <a:pt x="26988" y="14911"/>
                        </a:moveTo>
                        <a:lnTo>
                          <a:pt x="0" y="27595"/>
                        </a:lnTo>
                        <a:lnTo>
                          <a:pt x="0" y="24131"/>
                        </a:lnTo>
                        <a:lnTo>
                          <a:pt x="22714" y="13494"/>
                        </a:lnTo>
                        <a:lnTo>
                          <a:pt x="0" y="3463"/>
                        </a:lnTo>
                        <a:lnTo>
                          <a:pt x="0" y="0"/>
                        </a:lnTo>
                        <a:lnTo>
                          <a:pt x="26988" y="12032"/>
                        </a:lnTo>
                        <a:lnTo>
                          <a:pt x="26988" y="14888"/>
                        </a:lnTo>
                        <a:close/>
                      </a:path>
                    </a:pathLst>
                  </a:custGeom>
                  <a:solidFill>
                    <a:srgbClr val="231F20"/>
                  </a:solidFill>
                  <a:ln w="2249" cap="flat">
                    <a:noFill/>
                    <a:prstDash val="solid"/>
                    <a:miter/>
                  </a:ln>
                </p:spPr>
                <p:txBody>
                  <a:bodyPr rtlCol="0" anchor="ctr"/>
                  <a:lstStyle/>
                  <a:p>
                    <a:endParaRPr lang="en-US"/>
                  </a:p>
                </p:txBody>
              </p:sp>
              <p:sp>
                <p:nvSpPr>
                  <p:cNvPr id="3610" name="Freeform 3609">
                    <a:extLst>
                      <a:ext uri="{FF2B5EF4-FFF2-40B4-BE49-F238E27FC236}">
                        <a16:creationId xmlns:a16="http://schemas.microsoft.com/office/drawing/2014/main" id="{781DA67C-1832-331C-4EB4-CF698E7907B5}"/>
                      </a:ext>
                    </a:extLst>
                  </p:cNvPr>
                  <p:cNvSpPr/>
                  <p:nvPr/>
                </p:nvSpPr>
                <p:spPr>
                  <a:xfrm>
                    <a:off x="4056668" y="2394097"/>
                    <a:ext cx="13268" cy="38052"/>
                  </a:xfrm>
                  <a:custGeom>
                    <a:avLst/>
                    <a:gdLst>
                      <a:gd name="connsiteX0" fmla="*/ 9828 w 13268"/>
                      <a:gd name="connsiteY0" fmla="*/ 9783 h 38052"/>
                      <a:gd name="connsiteX1" fmla="*/ 0 w 13268"/>
                      <a:gd name="connsiteY1" fmla="*/ 9783 h 38052"/>
                      <a:gd name="connsiteX2" fmla="*/ 0 w 13268"/>
                      <a:gd name="connsiteY2" fmla="*/ 7512 h 38052"/>
                      <a:gd name="connsiteX3" fmla="*/ 3913 w 13268"/>
                      <a:gd name="connsiteY3" fmla="*/ 7084 h 38052"/>
                      <a:gd name="connsiteX4" fmla="*/ 6994 w 13268"/>
                      <a:gd name="connsiteY4" fmla="*/ 6050 h 38052"/>
                      <a:gd name="connsiteX5" fmla="*/ 9198 w 13268"/>
                      <a:gd name="connsiteY5" fmla="*/ 3868 h 38052"/>
                      <a:gd name="connsiteX6" fmla="*/ 10525 w 13268"/>
                      <a:gd name="connsiteY6" fmla="*/ 0 h 38052"/>
                      <a:gd name="connsiteX7" fmla="*/ 13269 w 13268"/>
                      <a:gd name="connsiteY7" fmla="*/ 0 h 38052"/>
                      <a:gd name="connsiteX8" fmla="*/ 13269 w 13268"/>
                      <a:gd name="connsiteY8" fmla="*/ 38052 h 38052"/>
                      <a:gd name="connsiteX9" fmla="*/ 9805 w 13268"/>
                      <a:gd name="connsiteY9" fmla="*/ 38052 h 38052"/>
                      <a:gd name="connsiteX10" fmla="*/ 9805 w 13268"/>
                      <a:gd name="connsiteY10" fmla="*/ 9760 h 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68" h="38052">
                        <a:moveTo>
                          <a:pt x="9828" y="9783"/>
                        </a:moveTo>
                        <a:lnTo>
                          <a:pt x="0" y="9783"/>
                        </a:lnTo>
                        <a:lnTo>
                          <a:pt x="0" y="7512"/>
                        </a:lnTo>
                        <a:cubicBezTo>
                          <a:pt x="1439" y="7399"/>
                          <a:pt x="2744" y="7264"/>
                          <a:pt x="3913" y="7084"/>
                        </a:cubicBezTo>
                        <a:cubicBezTo>
                          <a:pt x="5083" y="6904"/>
                          <a:pt x="6117" y="6567"/>
                          <a:pt x="6994" y="6050"/>
                        </a:cubicBezTo>
                        <a:cubicBezTo>
                          <a:pt x="7871" y="5532"/>
                          <a:pt x="8613" y="4813"/>
                          <a:pt x="9198" y="3868"/>
                        </a:cubicBezTo>
                        <a:cubicBezTo>
                          <a:pt x="9783" y="2924"/>
                          <a:pt x="10233" y="1619"/>
                          <a:pt x="10525" y="0"/>
                        </a:cubicBezTo>
                        <a:lnTo>
                          <a:pt x="13269" y="0"/>
                        </a:lnTo>
                        <a:lnTo>
                          <a:pt x="13269" y="38052"/>
                        </a:lnTo>
                        <a:lnTo>
                          <a:pt x="9805" y="38052"/>
                        </a:lnTo>
                        <a:lnTo>
                          <a:pt x="9805" y="9760"/>
                        </a:lnTo>
                        <a:close/>
                      </a:path>
                    </a:pathLst>
                  </a:custGeom>
                  <a:solidFill>
                    <a:srgbClr val="231F20"/>
                  </a:solidFill>
                  <a:ln w="2249" cap="flat">
                    <a:noFill/>
                    <a:prstDash val="solid"/>
                    <a:miter/>
                  </a:ln>
                </p:spPr>
                <p:txBody>
                  <a:bodyPr rtlCol="0" anchor="ctr"/>
                  <a:lstStyle/>
                  <a:p>
                    <a:endParaRPr lang="en-US"/>
                  </a:p>
                </p:txBody>
              </p:sp>
              <p:sp>
                <p:nvSpPr>
                  <p:cNvPr id="3611" name="Freeform 3610">
                    <a:extLst>
                      <a:ext uri="{FF2B5EF4-FFF2-40B4-BE49-F238E27FC236}">
                        <a16:creationId xmlns:a16="http://schemas.microsoft.com/office/drawing/2014/main" id="{377E04FF-4A7B-361B-C596-BEA409E97668}"/>
                      </a:ext>
                    </a:extLst>
                  </p:cNvPr>
                  <p:cNvSpPr/>
                  <p:nvPr/>
                </p:nvSpPr>
                <p:spPr>
                  <a:xfrm>
                    <a:off x="4082284" y="2394119"/>
                    <a:ext cx="25772" cy="38817"/>
                  </a:xfrm>
                  <a:custGeom>
                    <a:avLst/>
                    <a:gdLst>
                      <a:gd name="connsiteX0" fmla="*/ 12932 w 25772"/>
                      <a:gd name="connsiteY0" fmla="*/ 0 h 38817"/>
                      <a:gd name="connsiteX1" fmla="*/ 17789 w 25772"/>
                      <a:gd name="connsiteY1" fmla="*/ 832 h 38817"/>
                      <a:gd name="connsiteX2" fmla="*/ 21275 w 25772"/>
                      <a:gd name="connsiteY2" fmla="*/ 3126 h 38817"/>
                      <a:gd name="connsiteX3" fmla="*/ 23592 w 25772"/>
                      <a:gd name="connsiteY3" fmla="*/ 6522 h 38817"/>
                      <a:gd name="connsiteX4" fmla="*/ 24963 w 25772"/>
                      <a:gd name="connsiteY4" fmla="*/ 10660 h 38817"/>
                      <a:gd name="connsiteX5" fmla="*/ 25616 w 25772"/>
                      <a:gd name="connsiteY5" fmla="*/ 15158 h 38817"/>
                      <a:gd name="connsiteX6" fmla="*/ 25773 w 25772"/>
                      <a:gd name="connsiteY6" fmla="*/ 19701 h 38817"/>
                      <a:gd name="connsiteX7" fmla="*/ 25233 w 25772"/>
                      <a:gd name="connsiteY7" fmla="*/ 26943 h 38817"/>
                      <a:gd name="connsiteX8" fmla="*/ 23254 w 25772"/>
                      <a:gd name="connsiteY8" fmla="*/ 33037 h 38817"/>
                      <a:gd name="connsiteX9" fmla="*/ 19341 w 25772"/>
                      <a:gd name="connsiteY9" fmla="*/ 37243 h 38817"/>
                      <a:gd name="connsiteX10" fmla="*/ 12909 w 25772"/>
                      <a:gd name="connsiteY10" fmla="*/ 38817 h 38817"/>
                      <a:gd name="connsiteX11" fmla="*/ 6454 w 25772"/>
                      <a:gd name="connsiteY11" fmla="*/ 37243 h 38817"/>
                      <a:gd name="connsiteX12" fmla="*/ 2519 w 25772"/>
                      <a:gd name="connsiteY12" fmla="*/ 33015 h 38817"/>
                      <a:gd name="connsiteX13" fmla="*/ 540 w 25772"/>
                      <a:gd name="connsiteY13" fmla="*/ 26808 h 38817"/>
                      <a:gd name="connsiteX14" fmla="*/ 0 w 25772"/>
                      <a:gd name="connsiteY14" fmla="*/ 19341 h 38817"/>
                      <a:gd name="connsiteX15" fmla="*/ 495 w 25772"/>
                      <a:gd name="connsiteY15" fmla="*/ 12279 h 38817"/>
                      <a:gd name="connsiteX16" fmla="*/ 2362 w 25772"/>
                      <a:gd name="connsiteY16" fmla="*/ 6095 h 38817"/>
                      <a:gd name="connsiteX17" fmla="*/ 6275 w 25772"/>
                      <a:gd name="connsiteY17" fmla="*/ 1687 h 38817"/>
                      <a:gd name="connsiteX18" fmla="*/ 12909 w 25772"/>
                      <a:gd name="connsiteY18" fmla="*/ 22 h 38817"/>
                      <a:gd name="connsiteX19" fmla="*/ 22310 w 25772"/>
                      <a:gd name="connsiteY19" fmla="*/ 19319 h 38817"/>
                      <a:gd name="connsiteX20" fmla="*/ 21950 w 25772"/>
                      <a:gd name="connsiteY20" fmla="*/ 13291 h 38817"/>
                      <a:gd name="connsiteX21" fmla="*/ 20578 w 25772"/>
                      <a:gd name="connsiteY21" fmla="*/ 8029 h 38817"/>
                      <a:gd name="connsiteX22" fmla="*/ 17699 w 25772"/>
                      <a:gd name="connsiteY22" fmla="*/ 4295 h 38817"/>
                      <a:gd name="connsiteX23" fmla="*/ 12819 w 25772"/>
                      <a:gd name="connsiteY23" fmla="*/ 2901 h 38817"/>
                      <a:gd name="connsiteX24" fmla="*/ 8141 w 25772"/>
                      <a:gd name="connsiteY24" fmla="*/ 4340 h 38817"/>
                      <a:gd name="connsiteX25" fmla="*/ 5308 w 25772"/>
                      <a:gd name="connsiteY25" fmla="*/ 8141 h 38817"/>
                      <a:gd name="connsiteX26" fmla="*/ 3868 w 25772"/>
                      <a:gd name="connsiteY26" fmla="*/ 13539 h 38817"/>
                      <a:gd name="connsiteX27" fmla="*/ 3463 w 25772"/>
                      <a:gd name="connsiteY27" fmla="*/ 19701 h 38817"/>
                      <a:gd name="connsiteX28" fmla="*/ 3913 w 25772"/>
                      <a:gd name="connsiteY28" fmla="*/ 26358 h 38817"/>
                      <a:gd name="connsiteX29" fmla="*/ 5443 w 25772"/>
                      <a:gd name="connsiteY29" fmla="*/ 31463 h 38817"/>
                      <a:gd name="connsiteX30" fmla="*/ 8321 w 25772"/>
                      <a:gd name="connsiteY30" fmla="*/ 34724 h 38817"/>
                      <a:gd name="connsiteX31" fmla="*/ 12886 w 25772"/>
                      <a:gd name="connsiteY31" fmla="*/ 35893 h 38817"/>
                      <a:gd name="connsiteX32" fmla="*/ 17834 w 25772"/>
                      <a:gd name="connsiteY32" fmla="*/ 34387 h 38817"/>
                      <a:gd name="connsiteX33" fmla="*/ 20668 w 25772"/>
                      <a:gd name="connsiteY33" fmla="*/ 30496 h 38817"/>
                      <a:gd name="connsiteX34" fmla="*/ 21972 w 25772"/>
                      <a:gd name="connsiteY34" fmla="*/ 25143 h 38817"/>
                      <a:gd name="connsiteX35" fmla="*/ 22287 w 25772"/>
                      <a:gd name="connsiteY35" fmla="*/ 19319 h 3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772" h="38817">
                        <a:moveTo>
                          <a:pt x="12932" y="0"/>
                        </a:moveTo>
                        <a:cubicBezTo>
                          <a:pt x="14798" y="0"/>
                          <a:pt x="16418" y="270"/>
                          <a:pt x="17789" y="832"/>
                        </a:cubicBezTo>
                        <a:cubicBezTo>
                          <a:pt x="19161" y="1394"/>
                          <a:pt x="20308" y="2159"/>
                          <a:pt x="21275" y="3126"/>
                        </a:cubicBezTo>
                        <a:cubicBezTo>
                          <a:pt x="22220" y="4093"/>
                          <a:pt x="23007" y="5240"/>
                          <a:pt x="23592" y="6522"/>
                        </a:cubicBezTo>
                        <a:cubicBezTo>
                          <a:pt x="24176" y="7826"/>
                          <a:pt x="24648" y="9198"/>
                          <a:pt x="24963" y="10660"/>
                        </a:cubicBezTo>
                        <a:cubicBezTo>
                          <a:pt x="25278" y="12122"/>
                          <a:pt x="25503" y="13629"/>
                          <a:pt x="25616" y="15158"/>
                        </a:cubicBezTo>
                        <a:cubicBezTo>
                          <a:pt x="25728" y="16687"/>
                          <a:pt x="25773" y="18217"/>
                          <a:pt x="25773" y="19701"/>
                        </a:cubicBezTo>
                        <a:cubicBezTo>
                          <a:pt x="25773" y="22220"/>
                          <a:pt x="25593" y="24626"/>
                          <a:pt x="25233" y="26943"/>
                        </a:cubicBezTo>
                        <a:cubicBezTo>
                          <a:pt x="24873" y="29236"/>
                          <a:pt x="24221" y="31283"/>
                          <a:pt x="23254" y="33037"/>
                        </a:cubicBezTo>
                        <a:cubicBezTo>
                          <a:pt x="22310" y="34791"/>
                          <a:pt x="21005" y="36208"/>
                          <a:pt x="19341" y="37243"/>
                        </a:cubicBezTo>
                        <a:cubicBezTo>
                          <a:pt x="17677" y="38277"/>
                          <a:pt x="15540" y="38817"/>
                          <a:pt x="12909" y="38817"/>
                        </a:cubicBezTo>
                        <a:cubicBezTo>
                          <a:pt x="10278" y="38817"/>
                          <a:pt x="8141" y="38300"/>
                          <a:pt x="6454" y="37243"/>
                        </a:cubicBezTo>
                        <a:cubicBezTo>
                          <a:pt x="4790" y="36208"/>
                          <a:pt x="3463" y="34791"/>
                          <a:pt x="2519" y="33015"/>
                        </a:cubicBezTo>
                        <a:cubicBezTo>
                          <a:pt x="1574" y="31238"/>
                          <a:pt x="900" y="29169"/>
                          <a:pt x="540" y="26808"/>
                        </a:cubicBezTo>
                        <a:cubicBezTo>
                          <a:pt x="180" y="24446"/>
                          <a:pt x="0" y="21950"/>
                          <a:pt x="0" y="19341"/>
                        </a:cubicBezTo>
                        <a:cubicBezTo>
                          <a:pt x="0" y="16935"/>
                          <a:pt x="157" y="14573"/>
                          <a:pt x="495" y="12279"/>
                        </a:cubicBezTo>
                        <a:cubicBezTo>
                          <a:pt x="810" y="9985"/>
                          <a:pt x="1439" y="7916"/>
                          <a:pt x="2362" y="6095"/>
                        </a:cubicBezTo>
                        <a:cubicBezTo>
                          <a:pt x="3283" y="4273"/>
                          <a:pt x="4588" y="2811"/>
                          <a:pt x="6275" y="1687"/>
                        </a:cubicBezTo>
                        <a:cubicBezTo>
                          <a:pt x="7961" y="562"/>
                          <a:pt x="10188" y="22"/>
                          <a:pt x="12909" y="22"/>
                        </a:cubicBezTo>
                        <a:close/>
                        <a:moveTo>
                          <a:pt x="22310" y="19319"/>
                        </a:moveTo>
                        <a:cubicBezTo>
                          <a:pt x="22310" y="17272"/>
                          <a:pt x="22197" y="15270"/>
                          <a:pt x="21950" y="13291"/>
                        </a:cubicBezTo>
                        <a:cubicBezTo>
                          <a:pt x="21703" y="11312"/>
                          <a:pt x="21253" y="9581"/>
                          <a:pt x="20578" y="8029"/>
                        </a:cubicBezTo>
                        <a:cubicBezTo>
                          <a:pt x="19903" y="6477"/>
                          <a:pt x="18936" y="5240"/>
                          <a:pt x="17699" y="4295"/>
                        </a:cubicBezTo>
                        <a:cubicBezTo>
                          <a:pt x="16462" y="3351"/>
                          <a:pt x="14821" y="2901"/>
                          <a:pt x="12819" y="2901"/>
                        </a:cubicBezTo>
                        <a:cubicBezTo>
                          <a:pt x="10907" y="2901"/>
                          <a:pt x="9356" y="3373"/>
                          <a:pt x="8141" y="4340"/>
                        </a:cubicBezTo>
                        <a:cubicBezTo>
                          <a:pt x="6927" y="5308"/>
                          <a:pt x="5982" y="6567"/>
                          <a:pt x="5308" y="8141"/>
                        </a:cubicBezTo>
                        <a:cubicBezTo>
                          <a:pt x="4633" y="9715"/>
                          <a:pt x="4138" y="11515"/>
                          <a:pt x="3868" y="13539"/>
                        </a:cubicBezTo>
                        <a:cubicBezTo>
                          <a:pt x="3598" y="15563"/>
                          <a:pt x="3463" y="17609"/>
                          <a:pt x="3463" y="19701"/>
                        </a:cubicBezTo>
                        <a:cubicBezTo>
                          <a:pt x="3463" y="22152"/>
                          <a:pt x="3621" y="24379"/>
                          <a:pt x="3913" y="26358"/>
                        </a:cubicBezTo>
                        <a:cubicBezTo>
                          <a:pt x="4228" y="28359"/>
                          <a:pt x="4723" y="30046"/>
                          <a:pt x="5443" y="31463"/>
                        </a:cubicBezTo>
                        <a:cubicBezTo>
                          <a:pt x="6162" y="32857"/>
                          <a:pt x="7129" y="33959"/>
                          <a:pt x="8321" y="34724"/>
                        </a:cubicBezTo>
                        <a:cubicBezTo>
                          <a:pt x="9536" y="35489"/>
                          <a:pt x="11042" y="35893"/>
                          <a:pt x="12886" y="35893"/>
                        </a:cubicBezTo>
                        <a:cubicBezTo>
                          <a:pt x="14933" y="35893"/>
                          <a:pt x="16575" y="35399"/>
                          <a:pt x="17834" y="34387"/>
                        </a:cubicBezTo>
                        <a:cubicBezTo>
                          <a:pt x="19071" y="33375"/>
                          <a:pt x="20016" y="32093"/>
                          <a:pt x="20668" y="30496"/>
                        </a:cubicBezTo>
                        <a:cubicBezTo>
                          <a:pt x="21320" y="28899"/>
                          <a:pt x="21748" y="27122"/>
                          <a:pt x="21972" y="25143"/>
                        </a:cubicBezTo>
                        <a:cubicBezTo>
                          <a:pt x="22197" y="23164"/>
                          <a:pt x="22287" y="21230"/>
                          <a:pt x="22287" y="19319"/>
                        </a:cubicBezTo>
                        <a:close/>
                      </a:path>
                    </a:pathLst>
                  </a:custGeom>
                  <a:solidFill>
                    <a:srgbClr val="231F20"/>
                  </a:solidFill>
                  <a:ln w="2249" cap="flat">
                    <a:noFill/>
                    <a:prstDash val="solid"/>
                    <a:miter/>
                  </a:ln>
                </p:spPr>
                <p:txBody>
                  <a:bodyPr rtlCol="0" anchor="ctr"/>
                  <a:lstStyle/>
                  <a:p>
                    <a:endParaRPr lang="en-US"/>
                  </a:p>
                </p:txBody>
              </p:sp>
              <p:sp>
                <p:nvSpPr>
                  <p:cNvPr id="3612" name="Freeform 3611">
                    <a:extLst>
                      <a:ext uri="{FF2B5EF4-FFF2-40B4-BE49-F238E27FC236}">
                        <a16:creationId xmlns:a16="http://schemas.microsoft.com/office/drawing/2014/main" id="{83023C58-1D17-FE2A-BE22-9125ED1F84E2}"/>
                      </a:ext>
                    </a:extLst>
                  </p:cNvPr>
                  <p:cNvSpPr/>
                  <p:nvPr/>
                </p:nvSpPr>
                <p:spPr>
                  <a:xfrm>
                    <a:off x="4112285" y="2394119"/>
                    <a:ext cx="25773" cy="38817"/>
                  </a:xfrm>
                  <a:custGeom>
                    <a:avLst/>
                    <a:gdLst>
                      <a:gd name="connsiteX0" fmla="*/ 12932 w 25773"/>
                      <a:gd name="connsiteY0" fmla="*/ 0 h 38817"/>
                      <a:gd name="connsiteX1" fmla="*/ 17789 w 25773"/>
                      <a:gd name="connsiteY1" fmla="*/ 832 h 38817"/>
                      <a:gd name="connsiteX2" fmla="*/ 21275 w 25773"/>
                      <a:gd name="connsiteY2" fmla="*/ 3126 h 38817"/>
                      <a:gd name="connsiteX3" fmla="*/ 23592 w 25773"/>
                      <a:gd name="connsiteY3" fmla="*/ 6522 h 38817"/>
                      <a:gd name="connsiteX4" fmla="*/ 24963 w 25773"/>
                      <a:gd name="connsiteY4" fmla="*/ 10660 h 38817"/>
                      <a:gd name="connsiteX5" fmla="*/ 25616 w 25773"/>
                      <a:gd name="connsiteY5" fmla="*/ 15158 h 38817"/>
                      <a:gd name="connsiteX6" fmla="*/ 25773 w 25773"/>
                      <a:gd name="connsiteY6" fmla="*/ 19701 h 38817"/>
                      <a:gd name="connsiteX7" fmla="*/ 25233 w 25773"/>
                      <a:gd name="connsiteY7" fmla="*/ 26943 h 38817"/>
                      <a:gd name="connsiteX8" fmla="*/ 23254 w 25773"/>
                      <a:gd name="connsiteY8" fmla="*/ 33037 h 38817"/>
                      <a:gd name="connsiteX9" fmla="*/ 19341 w 25773"/>
                      <a:gd name="connsiteY9" fmla="*/ 37243 h 38817"/>
                      <a:gd name="connsiteX10" fmla="*/ 12909 w 25773"/>
                      <a:gd name="connsiteY10" fmla="*/ 38817 h 38817"/>
                      <a:gd name="connsiteX11" fmla="*/ 6454 w 25773"/>
                      <a:gd name="connsiteY11" fmla="*/ 37243 h 38817"/>
                      <a:gd name="connsiteX12" fmla="*/ 2519 w 25773"/>
                      <a:gd name="connsiteY12" fmla="*/ 33015 h 38817"/>
                      <a:gd name="connsiteX13" fmla="*/ 540 w 25773"/>
                      <a:gd name="connsiteY13" fmla="*/ 26808 h 38817"/>
                      <a:gd name="connsiteX14" fmla="*/ 0 w 25773"/>
                      <a:gd name="connsiteY14" fmla="*/ 19341 h 38817"/>
                      <a:gd name="connsiteX15" fmla="*/ 495 w 25773"/>
                      <a:gd name="connsiteY15" fmla="*/ 12279 h 38817"/>
                      <a:gd name="connsiteX16" fmla="*/ 2362 w 25773"/>
                      <a:gd name="connsiteY16" fmla="*/ 6095 h 38817"/>
                      <a:gd name="connsiteX17" fmla="*/ 6275 w 25773"/>
                      <a:gd name="connsiteY17" fmla="*/ 1687 h 38817"/>
                      <a:gd name="connsiteX18" fmla="*/ 12909 w 25773"/>
                      <a:gd name="connsiteY18" fmla="*/ 22 h 38817"/>
                      <a:gd name="connsiteX19" fmla="*/ 22332 w 25773"/>
                      <a:gd name="connsiteY19" fmla="*/ 19319 h 38817"/>
                      <a:gd name="connsiteX20" fmla="*/ 21972 w 25773"/>
                      <a:gd name="connsiteY20" fmla="*/ 13291 h 38817"/>
                      <a:gd name="connsiteX21" fmla="*/ 20601 w 25773"/>
                      <a:gd name="connsiteY21" fmla="*/ 8029 h 38817"/>
                      <a:gd name="connsiteX22" fmla="*/ 17722 w 25773"/>
                      <a:gd name="connsiteY22" fmla="*/ 4295 h 38817"/>
                      <a:gd name="connsiteX23" fmla="*/ 12842 w 25773"/>
                      <a:gd name="connsiteY23" fmla="*/ 2901 h 38817"/>
                      <a:gd name="connsiteX24" fmla="*/ 8164 w 25773"/>
                      <a:gd name="connsiteY24" fmla="*/ 4340 h 38817"/>
                      <a:gd name="connsiteX25" fmla="*/ 5330 w 25773"/>
                      <a:gd name="connsiteY25" fmla="*/ 8141 h 38817"/>
                      <a:gd name="connsiteX26" fmla="*/ 3891 w 25773"/>
                      <a:gd name="connsiteY26" fmla="*/ 13539 h 38817"/>
                      <a:gd name="connsiteX27" fmla="*/ 3486 w 25773"/>
                      <a:gd name="connsiteY27" fmla="*/ 19701 h 38817"/>
                      <a:gd name="connsiteX28" fmla="*/ 3936 w 25773"/>
                      <a:gd name="connsiteY28" fmla="*/ 26358 h 38817"/>
                      <a:gd name="connsiteX29" fmla="*/ 5465 w 25773"/>
                      <a:gd name="connsiteY29" fmla="*/ 31463 h 38817"/>
                      <a:gd name="connsiteX30" fmla="*/ 8344 w 25773"/>
                      <a:gd name="connsiteY30" fmla="*/ 34724 h 38817"/>
                      <a:gd name="connsiteX31" fmla="*/ 12909 w 25773"/>
                      <a:gd name="connsiteY31" fmla="*/ 35893 h 38817"/>
                      <a:gd name="connsiteX32" fmla="*/ 17857 w 25773"/>
                      <a:gd name="connsiteY32" fmla="*/ 34387 h 38817"/>
                      <a:gd name="connsiteX33" fmla="*/ 20691 w 25773"/>
                      <a:gd name="connsiteY33" fmla="*/ 30496 h 38817"/>
                      <a:gd name="connsiteX34" fmla="*/ 21995 w 25773"/>
                      <a:gd name="connsiteY34" fmla="*/ 25143 h 38817"/>
                      <a:gd name="connsiteX35" fmla="*/ 22310 w 25773"/>
                      <a:gd name="connsiteY35" fmla="*/ 19319 h 3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773" h="38817">
                        <a:moveTo>
                          <a:pt x="12932" y="0"/>
                        </a:moveTo>
                        <a:cubicBezTo>
                          <a:pt x="14798" y="0"/>
                          <a:pt x="16418" y="270"/>
                          <a:pt x="17789" y="832"/>
                        </a:cubicBezTo>
                        <a:cubicBezTo>
                          <a:pt x="19161" y="1394"/>
                          <a:pt x="20308" y="2159"/>
                          <a:pt x="21275" y="3126"/>
                        </a:cubicBezTo>
                        <a:cubicBezTo>
                          <a:pt x="22220" y="4093"/>
                          <a:pt x="23007" y="5240"/>
                          <a:pt x="23592" y="6522"/>
                        </a:cubicBezTo>
                        <a:cubicBezTo>
                          <a:pt x="24176" y="7826"/>
                          <a:pt x="24649" y="9198"/>
                          <a:pt x="24963" y="10660"/>
                        </a:cubicBezTo>
                        <a:cubicBezTo>
                          <a:pt x="25278" y="12122"/>
                          <a:pt x="25503" y="13629"/>
                          <a:pt x="25616" y="15158"/>
                        </a:cubicBezTo>
                        <a:cubicBezTo>
                          <a:pt x="25728" y="16687"/>
                          <a:pt x="25773" y="18217"/>
                          <a:pt x="25773" y="19701"/>
                        </a:cubicBezTo>
                        <a:cubicBezTo>
                          <a:pt x="25773" y="22220"/>
                          <a:pt x="25593" y="24626"/>
                          <a:pt x="25233" y="26943"/>
                        </a:cubicBezTo>
                        <a:cubicBezTo>
                          <a:pt x="24874" y="29236"/>
                          <a:pt x="24221" y="31283"/>
                          <a:pt x="23254" y="33037"/>
                        </a:cubicBezTo>
                        <a:cubicBezTo>
                          <a:pt x="22310" y="34791"/>
                          <a:pt x="21005" y="36208"/>
                          <a:pt x="19341" y="37243"/>
                        </a:cubicBezTo>
                        <a:cubicBezTo>
                          <a:pt x="17677" y="38277"/>
                          <a:pt x="15540" y="38817"/>
                          <a:pt x="12909" y="38817"/>
                        </a:cubicBezTo>
                        <a:cubicBezTo>
                          <a:pt x="10278" y="38817"/>
                          <a:pt x="8141" y="38300"/>
                          <a:pt x="6454" y="37243"/>
                        </a:cubicBezTo>
                        <a:cubicBezTo>
                          <a:pt x="4790" y="36208"/>
                          <a:pt x="3463" y="34791"/>
                          <a:pt x="2519" y="33015"/>
                        </a:cubicBezTo>
                        <a:cubicBezTo>
                          <a:pt x="1574" y="31238"/>
                          <a:pt x="900" y="29169"/>
                          <a:pt x="540" y="26808"/>
                        </a:cubicBezTo>
                        <a:cubicBezTo>
                          <a:pt x="180" y="24446"/>
                          <a:pt x="0" y="21950"/>
                          <a:pt x="0" y="19341"/>
                        </a:cubicBezTo>
                        <a:cubicBezTo>
                          <a:pt x="0" y="16935"/>
                          <a:pt x="158" y="14573"/>
                          <a:pt x="495" y="12279"/>
                        </a:cubicBezTo>
                        <a:cubicBezTo>
                          <a:pt x="810" y="9985"/>
                          <a:pt x="1439" y="7916"/>
                          <a:pt x="2362" y="6095"/>
                        </a:cubicBezTo>
                        <a:cubicBezTo>
                          <a:pt x="3284" y="4273"/>
                          <a:pt x="4588" y="2811"/>
                          <a:pt x="6275" y="1687"/>
                        </a:cubicBezTo>
                        <a:cubicBezTo>
                          <a:pt x="7961" y="562"/>
                          <a:pt x="10188" y="22"/>
                          <a:pt x="12909" y="22"/>
                        </a:cubicBezTo>
                        <a:close/>
                        <a:moveTo>
                          <a:pt x="22332" y="19319"/>
                        </a:moveTo>
                        <a:cubicBezTo>
                          <a:pt x="22332" y="17272"/>
                          <a:pt x="22220" y="15270"/>
                          <a:pt x="21972" y="13291"/>
                        </a:cubicBezTo>
                        <a:cubicBezTo>
                          <a:pt x="21725" y="11312"/>
                          <a:pt x="21275" y="9581"/>
                          <a:pt x="20601" y="8029"/>
                        </a:cubicBezTo>
                        <a:cubicBezTo>
                          <a:pt x="19926" y="6477"/>
                          <a:pt x="18959" y="5240"/>
                          <a:pt x="17722" y="4295"/>
                        </a:cubicBezTo>
                        <a:cubicBezTo>
                          <a:pt x="16485" y="3351"/>
                          <a:pt x="14843" y="2901"/>
                          <a:pt x="12842" y="2901"/>
                        </a:cubicBezTo>
                        <a:cubicBezTo>
                          <a:pt x="10930" y="2901"/>
                          <a:pt x="9378" y="3373"/>
                          <a:pt x="8164" y="4340"/>
                        </a:cubicBezTo>
                        <a:cubicBezTo>
                          <a:pt x="6949" y="5308"/>
                          <a:pt x="6005" y="6567"/>
                          <a:pt x="5330" y="8141"/>
                        </a:cubicBezTo>
                        <a:cubicBezTo>
                          <a:pt x="4655" y="9715"/>
                          <a:pt x="4161" y="11515"/>
                          <a:pt x="3891" y="13539"/>
                        </a:cubicBezTo>
                        <a:cubicBezTo>
                          <a:pt x="3621" y="15563"/>
                          <a:pt x="3486" y="17609"/>
                          <a:pt x="3486" y="19701"/>
                        </a:cubicBezTo>
                        <a:cubicBezTo>
                          <a:pt x="3486" y="22152"/>
                          <a:pt x="3643" y="24379"/>
                          <a:pt x="3936" y="26358"/>
                        </a:cubicBezTo>
                        <a:cubicBezTo>
                          <a:pt x="4251" y="28359"/>
                          <a:pt x="4745" y="30046"/>
                          <a:pt x="5465" y="31463"/>
                        </a:cubicBezTo>
                        <a:cubicBezTo>
                          <a:pt x="6185" y="32857"/>
                          <a:pt x="7152" y="33959"/>
                          <a:pt x="8344" y="34724"/>
                        </a:cubicBezTo>
                        <a:cubicBezTo>
                          <a:pt x="9558" y="35489"/>
                          <a:pt x="11065" y="35893"/>
                          <a:pt x="12909" y="35893"/>
                        </a:cubicBezTo>
                        <a:cubicBezTo>
                          <a:pt x="14956" y="35893"/>
                          <a:pt x="16597" y="35399"/>
                          <a:pt x="17857" y="34387"/>
                        </a:cubicBezTo>
                        <a:cubicBezTo>
                          <a:pt x="19094" y="33375"/>
                          <a:pt x="20038" y="32093"/>
                          <a:pt x="20691" y="30496"/>
                        </a:cubicBezTo>
                        <a:cubicBezTo>
                          <a:pt x="21343" y="28899"/>
                          <a:pt x="21770" y="27122"/>
                          <a:pt x="21995" y="25143"/>
                        </a:cubicBezTo>
                        <a:cubicBezTo>
                          <a:pt x="22220" y="23164"/>
                          <a:pt x="22310" y="21230"/>
                          <a:pt x="22310" y="19319"/>
                        </a:cubicBezTo>
                        <a:close/>
                      </a:path>
                    </a:pathLst>
                  </a:custGeom>
                  <a:solidFill>
                    <a:srgbClr val="231F20"/>
                  </a:solidFill>
                  <a:ln w="2249" cap="flat">
                    <a:noFill/>
                    <a:prstDash val="solid"/>
                    <a:miter/>
                  </a:ln>
                </p:spPr>
                <p:txBody>
                  <a:bodyPr rtlCol="0" anchor="ctr"/>
                  <a:lstStyle/>
                  <a:p>
                    <a:endParaRPr lang="en-US"/>
                  </a:p>
                </p:txBody>
              </p:sp>
            </p:grpSp>
            <p:grpSp>
              <p:nvGrpSpPr>
                <p:cNvPr id="3548" name="Group 3547">
                  <a:extLst>
                    <a:ext uri="{FF2B5EF4-FFF2-40B4-BE49-F238E27FC236}">
                      <a16:creationId xmlns:a16="http://schemas.microsoft.com/office/drawing/2014/main" id="{8273EBAF-32F0-BC2C-0202-C891F7195DE5}"/>
                    </a:ext>
                  </a:extLst>
                </p:cNvPr>
                <p:cNvGrpSpPr/>
                <p:nvPr/>
              </p:nvGrpSpPr>
              <p:grpSpPr>
                <a:xfrm>
                  <a:off x="7159124" y="4061994"/>
                  <a:ext cx="850034" cy="2120197"/>
                  <a:chOff x="7159124" y="4061994"/>
                  <a:chExt cx="850034" cy="2120197"/>
                </a:xfrm>
              </p:grpSpPr>
              <p:sp>
                <p:nvSpPr>
                  <p:cNvPr id="3570" name="Freeform 3569">
                    <a:extLst>
                      <a:ext uri="{FF2B5EF4-FFF2-40B4-BE49-F238E27FC236}">
                        <a16:creationId xmlns:a16="http://schemas.microsoft.com/office/drawing/2014/main" id="{7B0AAB7C-877B-FC82-D0D0-E656DE1E0F4D}"/>
                      </a:ext>
                    </a:extLst>
                  </p:cNvPr>
                  <p:cNvSpPr/>
                  <p:nvPr/>
                </p:nvSpPr>
                <p:spPr>
                  <a:xfrm>
                    <a:off x="7566293" y="4061994"/>
                    <a:ext cx="442865" cy="2120197"/>
                  </a:xfrm>
                  <a:custGeom>
                    <a:avLst/>
                    <a:gdLst>
                      <a:gd name="connsiteX0" fmla="*/ 697 w 118295"/>
                      <a:gd name="connsiteY0" fmla="*/ 566333 h 566332"/>
                      <a:gd name="connsiteX1" fmla="*/ 1260 w 118295"/>
                      <a:gd name="connsiteY1" fmla="*/ 566333 h 566332"/>
                      <a:gd name="connsiteX2" fmla="*/ 1529 w 118295"/>
                      <a:gd name="connsiteY2" fmla="*/ 562554 h 566332"/>
                      <a:gd name="connsiteX3" fmla="*/ 2069 w 118295"/>
                      <a:gd name="connsiteY3" fmla="*/ 556505 h 566332"/>
                      <a:gd name="connsiteX4" fmla="*/ 2766 w 118295"/>
                      <a:gd name="connsiteY4" fmla="*/ 550455 h 566332"/>
                      <a:gd name="connsiteX5" fmla="*/ 3621 w 118295"/>
                      <a:gd name="connsiteY5" fmla="*/ 544405 h 566332"/>
                      <a:gd name="connsiteX6" fmla="*/ 4723 w 118295"/>
                      <a:gd name="connsiteY6" fmla="*/ 538356 h 566332"/>
                      <a:gd name="connsiteX7" fmla="*/ 6050 w 118295"/>
                      <a:gd name="connsiteY7" fmla="*/ 532306 h 566332"/>
                      <a:gd name="connsiteX8" fmla="*/ 7669 w 118295"/>
                      <a:gd name="connsiteY8" fmla="*/ 526256 h 566332"/>
                      <a:gd name="connsiteX9" fmla="*/ 9581 w 118295"/>
                      <a:gd name="connsiteY9" fmla="*/ 520207 h 566332"/>
                      <a:gd name="connsiteX10" fmla="*/ 11807 w 118295"/>
                      <a:gd name="connsiteY10" fmla="*/ 514157 h 566332"/>
                      <a:gd name="connsiteX11" fmla="*/ 14393 w 118295"/>
                      <a:gd name="connsiteY11" fmla="*/ 508107 h 566332"/>
                      <a:gd name="connsiteX12" fmla="*/ 17340 w 118295"/>
                      <a:gd name="connsiteY12" fmla="*/ 502057 h 566332"/>
                      <a:gd name="connsiteX13" fmla="*/ 20623 w 118295"/>
                      <a:gd name="connsiteY13" fmla="*/ 496008 h 566332"/>
                      <a:gd name="connsiteX14" fmla="*/ 24244 w 118295"/>
                      <a:gd name="connsiteY14" fmla="*/ 489958 h 566332"/>
                      <a:gd name="connsiteX15" fmla="*/ 28202 w 118295"/>
                      <a:gd name="connsiteY15" fmla="*/ 483908 h 566332"/>
                      <a:gd name="connsiteX16" fmla="*/ 32453 w 118295"/>
                      <a:gd name="connsiteY16" fmla="*/ 477859 h 566332"/>
                      <a:gd name="connsiteX17" fmla="*/ 36973 w 118295"/>
                      <a:gd name="connsiteY17" fmla="*/ 471809 h 566332"/>
                      <a:gd name="connsiteX18" fmla="*/ 41696 w 118295"/>
                      <a:gd name="connsiteY18" fmla="*/ 465759 h 566332"/>
                      <a:gd name="connsiteX19" fmla="*/ 46621 w 118295"/>
                      <a:gd name="connsiteY19" fmla="*/ 459709 h 566332"/>
                      <a:gd name="connsiteX20" fmla="*/ 51659 w 118295"/>
                      <a:gd name="connsiteY20" fmla="*/ 453660 h 566332"/>
                      <a:gd name="connsiteX21" fmla="*/ 56764 w 118295"/>
                      <a:gd name="connsiteY21" fmla="*/ 447610 h 566332"/>
                      <a:gd name="connsiteX22" fmla="*/ 61891 w 118295"/>
                      <a:gd name="connsiteY22" fmla="*/ 441560 h 566332"/>
                      <a:gd name="connsiteX23" fmla="*/ 66997 w 118295"/>
                      <a:gd name="connsiteY23" fmla="*/ 435533 h 566332"/>
                      <a:gd name="connsiteX24" fmla="*/ 72012 w 118295"/>
                      <a:gd name="connsiteY24" fmla="*/ 429484 h 566332"/>
                      <a:gd name="connsiteX25" fmla="*/ 76937 w 118295"/>
                      <a:gd name="connsiteY25" fmla="*/ 423434 h 566332"/>
                      <a:gd name="connsiteX26" fmla="*/ 81682 w 118295"/>
                      <a:gd name="connsiteY26" fmla="*/ 417384 h 566332"/>
                      <a:gd name="connsiteX27" fmla="*/ 86225 w 118295"/>
                      <a:gd name="connsiteY27" fmla="*/ 411334 h 566332"/>
                      <a:gd name="connsiteX28" fmla="*/ 90543 w 118295"/>
                      <a:gd name="connsiteY28" fmla="*/ 405285 h 566332"/>
                      <a:gd name="connsiteX29" fmla="*/ 94614 w 118295"/>
                      <a:gd name="connsiteY29" fmla="*/ 399235 h 566332"/>
                      <a:gd name="connsiteX30" fmla="*/ 98392 w 118295"/>
                      <a:gd name="connsiteY30" fmla="*/ 393185 h 566332"/>
                      <a:gd name="connsiteX31" fmla="*/ 101878 w 118295"/>
                      <a:gd name="connsiteY31" fmla="*/ 387136 h 566332"/>
                      <a:gd name="connsiteX32" fmla="*/ 105049 w 118295"/>
                      <a:gd name="connsiteY32" fmla="*/ 381086 h 566332"/>
                      <a:gd name="connsiteX33" fmla="*/ 107860 w 118295"/>
                      <a:gd name="connsiteY33" fmla="*/ 375036 h 566332"/>
                      <a:gd name="connsiteX34" fmla="*/ 110357 w 118295"/>
                      <a:gd name="connsiteY34" fmla="*/ 368987 h 566332"/>
                      <a:gd name="connsiteX35" fmla="*/ 112493 w 118295"/>
                      <a:gd name="connsiteY35" fmla="*/ 362937 h 566332"/>
                      <a:gd name="connsiteX36" fmla="*/ 114292 w 118295"/>
                      <a:gd name="connsiteY36" fmla="*/ 356887 h 566332"/>
                      <a:gd name="connsiteX37" fmla="*/ 115754 w 118295"/>
                      <a:gd name="connsiteY37" fmla="*/ 350837 h 566332"/>
                      <a:gd name="connsiteX38" fmla="*/ 116879 w 118295"/>
                      <a:gd name="connsiteY38" fmla="*/ 344788 h 566332"/>
                      <a:gd name="connsiteX39" fmla="*/ 117666 w 118295"/>
                      <a:gd name="connsiteY39" fmla="*/ 338738 h 566332"/>
                      <a:gd name="connsiteX40" fmla="*/ 118138 w 118295"/>
                      <a:gd name="connsiteY40" fmla="*/ 332688 h 566332"/>
                      <a:gd name="connsiteX41" fmla="*/ 118295 w 118295"/>
                      <a:gd name="connsiteY41" fmla="*/ 326639 h 566332"/>
                      <a:gd name="connsiteX42" fmla="*/ 118115 w 118295"/>
                      <a:gd name="connsiteY42" fmla="*/ 320589 h 566332"/>
                      <a:gd name="connsiteX43" fmla="*/ 117643 w 118295"/>
                      <a:gd name="connsiteY43" fmla="*/ 314539 h 566332"/>
                      <a:gd name="connsiteX44" fmla="*/ 116856 w 118295"/>
                      <a:gd name="connsiteY44" fmla="*/ 308490 h 566332"/>
                      <a:gd name="connsiteX45" fmla="*/ 115732 w 118295"/>
                      <a:gd name="connsiteY45" fmla="*/ 302440 h 566332"/>
                      <a:gd name="connsiteX46" fmla="*/ 114292 w 118295"/>
                      <a:gd name="connsiteY46" fmla="*/ 296390 h 566332"/>
                      <a:gd name="connsiteX47" fmla="*/ 112515 w 118295"/>
                      <a:gd name="connsiteY47" fmla="*/ 290340 h 566332"/>
                      <a:gd name="connsiteX48" fmla="*/ 110402 w 118295"/>
                      <a:gd name="connsiteY48" fmla="*/ 284291 h 566332"/>
                      <a:gd name="connsiteX49" fmla="*/ 107927 w 118295"/>
                      <a:gd name="connsiteY49" fmla="*/ 278241 h 566332"/>
                      <a:gd name="connsiteX50" fmla="*/ 105116 w 118295"/>
                      <a:gd name="connsiteY50" fmla="*/ 272214 h 566332"/>
                      <a:gd name="connsiteX51" fmla="*/ 101968 w 118295"/>
                      <a:gd name="connsiteY51" fmla="*/ 266164 h 566332"/>
                      <a:gd name="connsiteX52" fmla="*/ 98527 w 118295"/>
                      <a:gd name="connsiteY52" fmla="*/ 260114 h 566332"/>
                      <a:gd name="connsiteX53" fmla="*/ 94771 w 118295"/>
                      <a:gd name="connsiteY53" fmla="*/ 254065 h 566332"/>
                      <a:gd name="connsiteX54" fmla="*/ 90790 w 118295"/>
                      <a:gd name="connsiteY54" fmla="*/ 248015 h 566332"/>
                      <a:gd name="connsiteX55" fmla="*/ 86630 w 118295"/>
                      <a:gd name="connsiteY55" fmla="*/ 241965 h 566332"/>
                      <a:gd name="connsiteX56" fmla="*/ 82312 w 118295"/>
                      <a:gd name="connsiteY56" fmla="*/ 235916 h 566332"/>
                      <a:gd name="connsiteX57" fmla="*/ 77949 w 118295"/>
                      <a:gd name="connsiteY57" fmla="*/ 229866 h 566332"/>
                      <a:gd name="connsiteX58" fmla="*/ 73564 w 118295"/>
                      <a:gd name="connsiteY58" fmla="*/ 223816 h 566332"/>
                      <a:gd name="connsiteX59" fmla="*/ 69223 w 118295"/>
                      <a:gd name="connsiteY59" fmla="*/ 217767 h 566332"/>
                      <a:gd name="connsiteX60" fmla="*/ 64995 w 118295"/>
                      <a:gd name="connsiteY60" fmla="*/ 211717 h 566332"/>
                      <a:gd name="connsiteX61" fmla="*/ 60902 w 118295"/>
                      <a:gd name="connsiteY61" fmla="*/ 205667 h 566332"/>
                      <a:gd name="connsiteX62" fmla="*/ 56989 w 118295"/>
                      <a:gd name="connsiteY62" fmla="*/ 199618 h 566332"/>
                      <a:gd name="connsiteX63" fmla="*/ 53278 w 118295"/>
                      <a:gd name="connsiteY63" fmla="*/ 193568 h 566332"/>
                      <a:gd name="connsiteX64" fmla="*/ 49769 w 118295"/>
                      <a:gd name="connsiteY64" fmla="*/ 187518 h 566332"/>
                      <a:gd name="connsiteX65" fmla="*/ 46464 w 118295"/>
                      <a:gd name="connsiteY65" fmla="*/ 181468 h 566332"/>
                      <a:gd name="connsiteX66" fmla="*/ 43337 w 118295"/>
                      <a:gd name="connsiteY66" fmla="*/ 175419 h 566332"/>
                      <a:gd name="connsiteX67" fmla="*/ 40391 w 118295"/>
                      <a:gd name="connsiteY67" fmla="*/ 169369 h 566332"/>
                      <a:gd name="connsiteX68" fmla="*/ 37558 w 118295"/>
                      <a:gd name="connsiteY68" fmla="*/ 163319 h 566332"/>
                      <a:gd name="connsiteX69" fmla="*/ 34859 w 118295"/>
                      <a:gd name="connsiteY69" fmla="*/ 157270 h 566332"/>
                      <a:gd name="connsiteX70" fmla="*/ 32228 w 118295"/>
                      <a:gd name="connsiteY70" fmla="*/ 151220 h 566332"/>
                      <a:gd name="connsiteX71" fmla="*/ 29664 w 118295"/>
                      <a:gd name="connsiteY71" fmla="*/ 145170 h 566332"/>
                      <a:gd name="connsiteX72" fmla="*/ 27168 w 118295"/>
                      <a:gd name="connsiteY72" fmla="*/ 139121 h 566332"/>
                      <a:gd name="connsiteX73" fmla="*/ 24739 w 118295"/>
                      <a:gd name="connsiteY73" fmla="*/ 133071 h 566332"/>
                      <a:gd name="connsiteX74" fmla="*/ 22355 w 118295"/>
                      <a:gd name="connsiteY74" fmla="*/ 127021 h 566332"/>
                      <a:gd name="connsiteX75" fmla="*/ 20016 w 118295"/>
                      <a:gd name="connsiteY75" fmla="*/ 120971 h 566332"/>
                      <a:gd name="connsiteX76" fmla="*/ 17767 w 118295"/>
                      <a:gd name="connsiteY76" fmla="*/ 114944 h 566332"/>
                      <a:gd name="connsiteX77" fmla="*/ 15630 w 118295"/>
                      <a:gd name="connsiteY77" fmla="*/ 108895 h 566332"/>
                      <a:gd name="connsiteX78" fmla="*/ 13584 w 118295"/>
                      <a:gd name="connsiteY78" fmla="*/ 102845 h 566332"/>
                      <a:gd name="connsiteX79" fmla="*/ 11695 w 118295"/>
                      <a:gd name="connsiteY79" fmla="*/ 96795 h 566332"/>
                      <a:gd name="connsiteX80" fmla="*/ 9940 w 118295"/>
                      <a:gd name="connsiteY80" fmla="*/ 90745 h 566332"/>
                      <a:gd name="connsiteX81" fmla="*/ 8344 w 118295"/>
                      <a:gd name="connsiteY81" fmla="*/ 84696 h 566332"/>
                      <a:gd name="connsiteX82" fmla="*/ 6904 w 118295"/>
                      <a:gd name="connsiteY82" fmla="*/ 78646 h 566332"/>
                      <a:gd name="connsiteX83" fmla="*/ 5645 w 118295"/>
                      <a:gd name="connsiteY83" fmla="*/ 72596 h 566332"/>
                      <a:gd name="connsiteX84" fmla="*/ 4565 w 118295"/>
                      <a:gd name="connsiteY84" fmla="*/ 66547 h 566332"/>
                      <a:gd name="connsiteX85" fmla="*/ 3621 w 118295"/>
                      <a:gd name="connsiteY85" fmla="*/ 60497 h 566332"/>
                      <a:gd name="connsiteX86" fmla="*/ 2856 w 118295"/>
                      <a:gd name="connsiteY86" fmla="*/ 54447 h 566332"/>
                      <a:gd name="connsiteX87" fmla="*/ 2204 w 118295"/>
                      <a:gd name="connsiteY87" fmla="*/ 48398 h 566332"/>
                      <a:gd name="connsiteX88" fmla="*/ 1687 w 118295"/>
                      <a:gd name="connsiteY88" fmla="*/ 42348 h 566332"/>
                      <a:gd name="connsiteX89" fmla="*/ 1260 w 118295"/>
                      <a:gd name="connsiteY89" fmla="*/ 36298 h 566332"/>
                      <a:gd name="connsiteX90" fmla="*/ 945 w 118295"/>
                      <a:gd name="connsiteY90" fmla="*/ 30248 h 566332"/>
                      <a:gd name="connsiteX91" fmla="*/ 697 w 118295"/>
                      <a:gd name="connsiteY91" fmla="*/ 24199 h 566332"/>
                      <a:gd name="connsiteX92" fmla="*/ 495 w 118295"/>
                      <a:gd name="connsiteY92" fmla="*/ 18149 h 566332"/>
                      <a:gd name="connsiteX93" fmla="*/ 360 w 118295"/>
                      <a:gd name="connsiteY93" fmla="*/ 12099 h 566332"/>
                      <a:gd name="connsiteX94" fmla="*/ 247 w 118295"/>
                      <a:gd name="connsiteY94" fmla="*/ 6050 h 566332"/>
                      <a:gd name="connsiteX95" fmla="*/ 180 w 118295"/>
                      <a:gd name="connsiteY95" fmla="*/ 0 h 566332"/>
                      <a:gd name="connsiteX96" fmla="*/ 0 w 118295"/>
                      <a:gd name="connsiteY96" fmla="*/ 0 h 566332"/>
                      <a:gd name="connsiteX97" fmla="*/ 0 w 118295"/>
                      <a:gd name="connsiteY97" fmla="*/ 6050 h 566332"/>
                      <a:gd name="connsiteX98" fmla="*/ 0 w 118295"/>
                      <a:gd name="connsiteY98" fmla="*/ 12099 h 566332"/>
                      <a:gd name="connsiteX99" fmla="*/ 0 w 118295"/>
                      <a:gd name="connsiteY99" fmla="*/ 18149 h 566332"/>
                      <a:gd name="connsiteX100" fmla="*/ 0 w 118295"/>
                      <a:gd name="connsiteY100" fmla="*/ 24199 h 566332"/>
                      <a:gd name="connsiteX101" fmla="*/ 0 w 118295"/>
                      <a:gd name="connsiteY101" fmla="*/ 30248 h 566332"/>
                      <a:gd name="connsiteX102" fmla="*/ 0 w 118295"/>
                      <a:gd name="connsiteY102" fmla="*/ 36298 h 566332"/>
                      <a:gd name="connsiteX103" fmla="*/ 0 w 118295"/>
                      <a:gd name="connsiteY103" fmla="*/ 42348 h 566332"/>
                      <a:gd name="connsiteX104" fmla="*/ 0 w 118295"/>
                      <a:gd name="connsiteY104" fmla="*/ 48398 h 566332"/>
                      <a:gd name="connsiteX105" fmla="*/ 0 w 118295"/>
                      <a:gd name="connsiteY105" fmla="*/ 54447 h 566332"/>
                      <a:gd name="connsiteX106" fmla="*/ 0 w 118295"/>
                      <a:gd name="connsiteY106" fmla="*/ 60497 h 566332"/>
                      <a:gd name="connsiteX107" fmla="*/ 0 w 118295"/>
                      <a:gd name="connsiteY107" fmla="*/ 66547 h 566332"/>
                      <a:gd name="connsiteX108" fmla="*/ 0 w 118295"/>
                      <a:gd name="connsiteY108" fmla="*/ 72596 h 566332"/>
                      <a:gd name="connsiteX109" fmla="*/ 0 w 118295"/>
                      <a:gd name="connsiteY109" fmla="*/ 78646 h 566332"/>
                      <a:gd name="connsiteX110" fmla="*/ 0 w 118295"/>
                      <a:gd name="connsiteY110" fmla="*/ 84696 h 566332"/>
                      <a:gd name="connsiteX111" fmla="*/ 0 w 118295"/>
                      <a:gd name="connsiteY111" fmla="*/ 90745 h 566332"/>
                      <a:gd name="connsiteX112" fmla="*/ 0 w 118295"/>
                      <a:gd name="connsiteY112" fmla="*/ 96795 h 566332"/>
                      <a:gd name="connsiteX113" fmla="*/ 0 w 118295"/>
                      <a:gd name="connsiteY113" fmla="*/ 102845 h 566332"/>
                      <a:gd name="connsiteX114" fmla="*/ 0 w 118295"/>
                      <a:gd name="connsiteY114" fmla="*/ 108895 h 566332"/>
                      <a:gd name="connsiteX115" fmla="*/ 0 w 118295"/>
                      <a:gd name="connsiteY115" fmla="*/ 114944 h 566332"/>
                      <a:gd name="connsiteX116" fmla="*/ 0 w 118295"/>
                      <a:gd name="connsiteY116" fmla="*/ 120971 h 566332"/>
                      <a:gd name="connsiteX117" fmla="*/ 0 w 118295"/>
                      <a:gd name="connsiteY117" fmla="*/ 127021 h 566332"/>
                      <a:gd name="connsiteX118" fmla="*/ 0 w 118295"/>
                      <a:gd name="connsiteY118" fmla="*/ 133071 h 566332"/>
                      <a:gd name="connsiteX119" fmla="*/ 0 w 118295"/>
                      <a:gd name="connsiteY119" fmla="*/ 139121 h 566332"/>
                      <a:gd name="connsiteX120" fmla="*/ 0 w 118295"/>
                      <a:gd name="connsiteY120" fmla="*/ 145170 h 566332"/>
                      <a:gd name="connsiteX121" fmla="*/ 0 w 118295"/>
                      <a:gd name="connsiteY121" fmla="*/ 151220 h 566332"/>
                      <a:gd name="connsiteX122" fmla="*/ 0 w 118295"/>
                      <a:gd name="connsiteY122" fmla="*/ 157270 h 566332"/>
                      <a:gd name="connsiteX123" fmla="*/ 0 w 118295"/>
                      <a:gd name="connsiteY123" fmla="*/ 163319 h 566332"/>
                      <a:gd name="connsiteX124" fmla="*/ 0 w 118295"/>
                      <a:gd name="connsiteY124" fmla="*/ 169369 h 566332"/>
                      <a:gd name="connsiteX125" fmla="*/ 0 w 118295"/>
                      <a:gd name="connsiteY125" fmla="*/ 175419 h 566332"/>
                      <a:gd name="connsiteX126" fmla="*/ 0 w 118295"/>
                      <a:gd name="connsiteY126" fmla="*/ 181468 h 566332"/>
                      <a:gd name="connsiteX127" fmla="*/ 0 w 118295"/>
                      <a:gd name="connsiteY127" fmla="*/ 187518 h 566332"/>
                      <a:gd name="connsiteX128" fmla="*/ 0 w 118295"/>
                      <a:gd name="connsiteY128" fmla="*/ 193568 h 566332"/>
                      <a:gd name="connsiteX129" fmla="*/ 0 w 118295"/>
                      <a:gd name="connsiteY129" fmla="*/ 199618 h 566332"/>
                      <a:gd name="connsiteX130" fmla="*/ 0 w 118295"/>
                      <a:gd name="connsiteY130" fmla="*/ 205667 h 566332"/>
                      <a:gd name="connsiteX131" fmla="*/ 0 w 118295"/>
                      <a:gd name="connsiteY131" fmla="*/ 211717 h 566332"/>
                      <a:gd name="connsiteX132" fmla="*/ 0 w 118295"/>
                      <a:gd name="connsiteY132" fmla="*/ 217767 h 566332"/>
                      <a:gd name="connsiteX133" fmla="*/ 0 w 118295"/>
                      <a:gd name="connsiteY133" fmla="*/ 223816 h 566332"/>
                      <a:gd name="connsiteX134" fmla="*/ 0 w 118295"/>
                      <a:gd name="connsiteY134" fmla="*/ 229866 h 566332"/>
                      <a:gd name="connsiteX135" fmla="*/ 0 w 118295"/>
                      <a:gd name="connsiteY135" fmla="*/ 235916 h 566332"/>
                      <a:gd name="connsiteX136" fmla="*/ 0 w 118295"/>
                      <a:gd name="connsiteY136" fmla="*/ 241965 h 566332"/>
                      <a:gd name="connsiteX137" fmla="*/ 0 w 118295"/>
                      <a:gd name="connsiteY137" fmla="*/ 248015 h 566332"/>
                      <a:gd name="connsiteX138" fmla="*/ 0 w 118295"/>
                      <a:gd name="connsiteY138" fmla="*/ 254065 h 566332"/>
                      <a:gd name="connsiteX139" fmla="*/ 0 w 118295"/>
                      <a:gd name="connsiteY139" fmla="*/ 260114 h 566332"/>
                      <a:gd name="connsiteX140" fmla="*/ 0 w 118295"/>
                      <a:gd name="connsiteY140" fmla="*/ 266164 h 566332"/>
                      <a:gd name="connsiteX141" fmla="*/ 0 w 118295"/>
                      <a:gd name="connsiteY141" fmla="*/ 272214 h 566332"/>
                      <a:gd name="connsiteX142" fmla="*/ 0 w 118295"/>
                      <a:gd name="connsiteY142" fmla="*/ 278241 h 566332"/>
                      <a:gd name="connsiteX143" fmla="*/ 0 w 118295"/>
                      <a:gd name="connsiteY143" fmla="*/ 284291 h 566332"/>
                      <a:gd name="connsiteX144" fmla="*/ 0 w 118295"/>
                      <a:gd name="connsiteY144" fmla="*/ 290340 h 566332"/>
                      <a:gd name="connsiteX145" fmla="*/ 0 w 118295"/>
                      <a:gd name="connsiteY145" fmla="*/ 296390 h 566332"/>
                      <a:gd name="connsiteX146" fmla="*/ 0 w 118295"/>
                      <a:gd name="connsiteY146" fmla="*/ 302440 h 566332"/>
                      <a:gd name="connsiteX147" fmla="*/ 0 w 118295"/>
                      <a:gd name="connsiteY147" fmla="*/ 308490 h 566332"/>
                      <a:gd name="connsiteX148" fmla="*/ 0 w 118295"/>
                      <a:gd name="connsiteY148" fmla="*/ 314539 h 566332"/>
                      <a:gd name="connsiteX149" fmla="*/ 0 w 118295"/>
                      <a:gd name="connsiteY149" fmla="*/ 320589 h 566332"/>
                      <a:gd name="connsiteX150" fmla="*/ 0 w 118295"/>
                      <a:gd name="connsiteY150" fmla="*/ 326639 h 566332"/>
                      <a:gd name="connsiteX151" fmla="*/ 0 w 118295"/>
                      <a:gd name="connsiteY151" fmla="*/ 332688 h 566332"/>
                      <a:gd name="connsiteX152" fmla="*/ 0 w 118295"/>
                      <a:gd name="connsiteY152" fmla="*/ 338738 h 566332"/>
                      <a:gd name="connsiteX153" fmla="*/ 0 w 118295"/>
                      <a:gd name="connsiteY153" fmla="*/ 344788 h 566332"/>
                      <a:gd name="connsiteX154" fmla="*/ 0 w 118295"/>
                      <a:gd name="connsiteY154" fmla="*/ 350837 h 566332"/>
                      <a:gd name="connsiteX155" fmla="*/ 0 w 118295"/>
                      <a:gd name="connsiteY155" fmla="*/ 356887 h 566332"/>
                      <a:gd name="connsiteX156" fmla="*/ 0 w 118295"/>
                      <a:gd name="connsiteY156" fmla="*/ 362937 h 566332"/>
                      <a:gd name="connsiteX157" fmla="*/ 0 w 118295"/>
                      <a:gd name="connsiteY157" fmla="*/ 368987 h 566332"/>
                      <a:gd name="connsiteX158" fmla="*/ 0 w 118295"/>
                      <a:gd name="connsiteY158" fmla="*/ 375036 h 566332"/>
                      <a:gd name="connsiteX159" fmla="*/ 0 w 118295"/>
                      <a:gd name="connsiteY159" fmla="*/ 381086 h 566332"/>
                      <a:gd name="connsiteX160" fmla="*/ 0 w 118295"/>
                      <a:gd name="connsiteY160" fmla="*/ 387136 h 566332"/>
                      <a:gd name="connsiteX161" fmla="*/ 0 w 118295"/>
                      <a:gd name="connsiteY161" fmla="*/ 393185 h 566332"/>
                      <a:gd name="connsiteX162" fmla="*/ 0 w 118295"/>
                      <a:gd name="connsiteY162" fmla="*/ 399235 h 566332"/>
                      <a:gd name="connsiteX163" fmla="*/ 0 w 118295"/>
                      <a:gd name="connsiteY163" fmla="*/ 405285 h 566332"/>
                      <a:gd name="connsiteX164" fmla="*/ 0 w 118295"/>
                      <a:gd name="connsiteY164" fmla="*/ 411334 h 566332"/>
                      <a:gd name="connsiteX165" fmla="*/ 0 w 118295"/>
                      <a:gd name="connsiteY165" fmla="*/ 417384 h 566332"/>
                      <a:gd name="connsiteX166" fmla="*/ 0 w 118295"/>
                      <a:gd name="connsiteY166" fmla="*/ 423434 h 566332"/>
                      <a:gd name="connsiteX167" fmla="*/ 0 w 118295"/>
                      <a:gd name="connsiteY167" fmla="*/ 429484 h 566332"/>
                      <a:gd name="connsiteX168" fmla="*/ 0 w 118295"/>
                      <a:gd name="connsiteY168" fmla="*/ 435533 h 566332"/>
                      <a:gd name="connsiteX169" fmla="*/ 0 w 118295"/>
                      <a:gd name="connsiteY169" fmla="*/ 441560 h 566332"/>
                      <a:gd name="connsiteX170" fmla="*/ 0 w 118295"/>
                      <a:gd name="connsiteY170" fmla="*/ 447610 h 566332"/>
                      <a:gd name="connsiteX171" fmla="*/ 0 w 118295"/>
                      <a:gd name="connsiteY171" fmla="*/ 453660 h 566332"/>
                      <a:gd name="connsiteX172" fmla="*/ 0 w 118295"/>
                      <a:gd name="connsiteY172" fmla="*/ 459709 h 566332"/>
                      <a:gd name="connsiteX173" fmla="*/ 0 w 118295"/>
                      <a:gd name="connsiteY173" fmla="*/ 465759 h 566332"/>
                      <a:gd name="connsiteX174" fmla="*/ 0 w 118295"/>
                      <a:gd name="connsiteY174" fmla="*/ 471809 h 566332"/>
                      <a:gd name="connsiteX175" fmla="*/ 0 w 118295"/>
                      <a:gd name="connsiteY175" fmla="*/ 477859 h 566332"/>
                      <a:gd name="connsiteX176" fmla="*/ 0 w 118295"/>
                      <a:gd name="connsiteY176" fmla="*/ 483908 h 566332"/>
                      <a:gd name="connsiteX177" fmla="*/ 0 w 118295"/>
                      <a:gd name="connsiteY177" fmla="*/ 489958 h 566332"/>
                      <a:gd name="connsiteX178" fmla="*/ 0 w 118295"/>
                      <a:gd name="connsiteY178" fmla="*/ 496008 h 566332"/>
                      <a:gd name="connsiteX179" fmla="*/ 0 w 118295"/>
                      <a:gd name="connsiteY179" fmla="*/ 502057 h 566332"/>
                      <a:gd name="connsiteX180" fmla="*/ 0 w 118295"/>
                      <a:gd name="connsiteY180" fmla="*/ 508107 h 566332"/>
                      <a:gd name="connsiteX181" fmla="*/ 0 w 118295"/>
                      <a:gd name="connsiteY181" fmla="*/ 514157 h 566332"/>
                      <a:gd name="connsiteX182" fmla="*/ 0 w 118295"/>
                      <a:gd name="connsiteY182" fmla="*/ 520207 h 566332"/>
                      <a:gd name="connsiteX183" fmla="*/ 0 w 118295"/>
                      <a:gd name="connsiteY183" fmla="*/ 526256 h 566332"/>
                      <a:gd name="connsiteX184" fmla="*/ 0 w 118295"/>
                      <a:gd name="connsiteY184" fmla="*/ 532306 h 566332"/>
                      <a:gd name="connsiteX185" fmla="*/ 0 w 118295"/>
                      <a:gd name="connsiteY185" fmla="*/ 538356 h 566332"/>
                      <a:gd name="connsiteX186" fmla="*/ 0 w 118295"/>
                      <a:gd name="connsiteY186" fmla="*/ 544405 h 566332"/>
                      <a:gd name="connsiteX187" fmla="*/ 0 w 118295"/>
                      <a:gd name="connsiteY187" fmla="*/ 550455 h 566332"/>
                      <a:gd name="connsiteX188" fmla="*/ 0 w 118295"/>
                      <a:gd name="connsiteY188" fmla="*/ 556505 h 566332"/>
                      <a:gd name="connsiteX189" fmla="*/ 0 w 118295"/>
                      <a:gd name="connsiteY189" fmla="*/ 562554 h 566332"/>
                      <a:gd name="connsiteX190" fmla="*/ 0 w 118295"/>
                      <a:gd name="connsiteY190" fmla="*/ 566333 h 566332"/>
                      <a:gd name="connsiteX191" fmla="*/ 697 w 118295"/>
                      <a:gd name="connsiteY191" fmla="*/ 566333 h 566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18295" h="566332">
                        <a:moveTo>
                          <a:pt x="697" y="566333"/>
                        </a:moveTo>
                        <a:lnTo>
                          <a:pt x="1260" y="566333"/>
                        </a:lnTo>
                        <a:lnTo>
                          <a:pt x="1529" y="562554"/>
                        </a:lnTo>
                        <a:lnTo>
                          <a:pt x="2069" y="556505"/>
                        </a:lnTo>
                        <a:lnTo>
                          <a:pt x="2766" y="550455"/>
                        </a:lnTo>
                        <a:lnTo>
                          <a:pt x="3621" y="544405"/>
                        </a:lnTo>
                        <a:lnTo>
                          <a:pt x="4723" y="538356"/>
                        </a:lnTo>
                        <a:lnTo>
                          <a:pt x="6050" y="532306"/>
                        </a:lnTo>
                        <a:lnTo>
                          <a:pt x="7669" y="526256"/>
                        </a:lnTo>
                        <a:lnTo>
                          <a:pt x="9581" y="520207"/>
                        </a:lnTo>
                        <a:lnTo>
                          <a:pt x="11807" y="514157"/>
                        </a:lnTo>
                        <a:lnTo>
                          <a:pt x="14393" y="508107"/>
                        </a:lnTo>
                        <a:lnTo>
                          <a:pt x="17340" y="502057"/>
                        </a:lnTo>
                        <a:lnTo>
                          <a:pt x="20623" y="496008"/>
                        </a:lnTo>
                        <a:lnTo>
                          <a:pt x="24244" y="489958"/>
                        </a:lnTo>
                        <a:lnTo>
                          <a:pt x="28202" y="483908"/>
                        </a:lnTo>
                        <a:lnTo>
                          <a:pt x="32453" y="477859"/>
                        </a:lnTo>
                        <a:lnTo>
                          <a:pt x="36973" y="471809"/>
                        </a:lnTo>
                        <a:lnTo>
                          <a:pt x="41696" y="465759"/>
                        </a:lnTo>
                        <a:lnTo>
                          <a:pt x="46621" y="459709"/>
                        </a:lnTo>
                        <a:lnTo>
                          <a:pt x="51659" y="453660"/>
                        </a:lnTo>
                        <a:lnTo>
                          <a:pt x="56764" y="447610"/>
                        </a:lnTo>
                        <a:lnTo>
                          <a:pt x="61891" y="441560"/>
                        </a:lnTo>
                        <a:lnTo>
                          <a:pt x="66997" y="435533"/>
                        </a:lnTo>
                        <a:lnTo>
                          <a:pt x="72012" y="429484"/>
                        </a:lnTo>
                        <a:lnTo>
                          <a:pt x="76937" y="423434"/>
                        </a:lnTo>
                        <a:lnTo>
                          <a:pt x="81682" y="417384"/>
                        </a:lnTo>
                        <a:lnTo>
                          <a:pt x="86225" y="411334"/>
                        </a:lnTo>
                        <a:lnTo>
                          <a:pt x="90543" y="405285"/>
                        </a:lnTo>
                        <a:lnTo>
                          <a:pt x="94614" y="399235"/>
                        </a:lnTo>
                        <a:lnTo>
                          <a:pt x="98392" y="393185"/>
                        </a:lnTo>
                        <a:lnTo>
                          <a:pt x="101878" y="387136"/>
                        </a:lnTo>
                        <a:lnTo>
                          <a:pt x="105049" y="381086"/>
                        </a:lnTo>
                        <a:lnTo>
                          <a:pt x="107860" y="375036"/>
                        </a:lnTo>
                        <a:lnTo>
                          <a:pt x="110357" y="368987"/>
                        </a:lnTo>
                        <a:lnTo>
                          <a:pt x="112493" y="362937"/>
                        </a:lnTo>
                        <a:lnTo>
                          <a:pt x="114292" y="356887"/>
                        </a:lnTo>
                        <a:lnTo>
                          <a:pt x="115754" y="350837"/>
                        </a:lnTo>
                        <a:lnTo>
                          <a:pt x="116879" y="344788"/>
                        </a:lnTo>
                        <a:lnTo>
                          <a:pt x="117666" y="338738"/>
                        </a:lnTo>
                        <a:lnTo>
                          <a:pt x="118138" y="332688"/>
                        </a:lnTo>
                        <a:lnTo>
                          <a:pt x="118295" y="326639"/>
                        </a:lnTo>
                        <a:lnTo>
                          <a:pt x="118115" y="320589"/>
                        </a:lnTo>
                        <a:lnTo>
                          <a:pt x="117643" y="314539"/>
                        </a:lnTo>
                        <a:lnTo>
                          <a:pt x="116856" y="308490"/>
                        </a:lnTo>
                        <a:lnTo>
                          <a:pt x="115732" y="302440"/>
                        </a:lnTo>
                        <a:lnTo>
                          <a:pt x="114292" y="296390"/>
                        </a:lnTo>
                        <a:lnTo>
                          <a:pt x="112515" y="290340"/>
                        </a:lnTo>
                        <a:lnTo>
                          <a:pt x="110402" y="284291"/>
                        </a:lnTo>
                        <a:lnTo>
                          <a:pt x="107927" y="278241"/>
                        </a:lnTo>
                        <a:lnTo>
                          <a:pt x="105116" y="272214"/>
                        </a:lnTo>
                        <a:lnTo>
                          <a:pt x="101968" y="266164"/>
                        </a:lnTo>
                        <a:lnTo>
                          <a:pt x="98527" y="260114"/>
                        </a:lnTo>
                        <a:lnTo>
                          <a:pt x="94771" y="254065"/>
                        </a:lnTo>
                        <a:lnTo>
                          <a:pt x="90790" y="248015"/>
                        </a:lnTo>
                        <a:lnTo>
                          <a:pt x="86630" y="241965"/>
                        </a:lnTo>
                        <a:lnTo>
                          <a:pt x="82312" y="235916"/>
                        </a:lnTo>
                        <a:lnTo>
                          <a:pt x="77949" y="229866"/>
                        </a:lnTo>
                        <a:lnTo>
                          <a:pt x="73564" y="223816"/>
                        </a:lnTo>
                        <a:lnTo>
                          <a:pt x="69223" y="217767"/>
                        </a:lnTo>
                        <a:lnTo>
                          <a:pt x="64995" y="211717"/>
                        </a:lnTo>
                        <a:lnTo>
                          <a:pt x="60902" y="205667"/>
                        </a:lnTo>
                        <a:lnTo>
                          <a:pt x="56989" y="199618"/>
                        </a:lnTo>
                        <a:lnTo>
                          <a:pt x="53278" y="193568"/>
                        </a:lnTo>
                        <a:lnTo>
                          <a:pt x="49769" y="187518"/>
                        </a:lnTo>
                        <a:lnTo>
                          <a:pt x="46464" y="181468"/>
                        </a:lnTo>
                        <a:lnTo>
                          <a:pt x="43337" y="175419"/>
                        </a:lnTo>
                        <a:lnTo>
                          <a:pt x="40391" y="169369"/>
                        </a:lnTo>
                        <a:lnTo>
                          <a:pt x="37558" y="163319"/>
                        </a:lnTo>
                        <a:lnTo>
                          <a:pt x="34859" y="157270"/>
                        </a:lnTo>
                        <a:lnTo>
                          <a:pt x="32228" y="151220"/>
                        </a:lnTo>
                        <a:lnTo>
                          <a:pt x="29664" y="145170"/>
                        </a:lnTo>
                        <a:lnTo>
                          <a:pt x="27168" y="139121"/>
                        </a:lnTo>
                        <a:lnTo>
                          <a:pt x="24739" y="133071"/>
                        </a:lnTo>
                        <a:lnTo>
                          <a:pt x="22355" y="127021"/>
                        </a:lnTo>
                        <a:lnTo>
                          <a:pt x="20016" y="120971"/>
                        </a:lnTo>
                        <a:lnTo>
                          <a:pt x="17767" y="114944"/>
                        </a:lnTo>
                        <a:lnTo>
                          <a:pt x="15630" y="108895"/>
                        </a:lnTo>
                        <a:lnTo>
                          <a:pt x="13584" y="102845"/>
                        </a:lnTo>
                        <a:lnTo>
                          <a:pt x="11695" y="96795"/>
                        </a:lnTo>
                        <a:lnTo>
                          <a:pt x="9940" y="90745"/>
                        </a:lnTo>
                        <a:lnTo>
                          <a:pt x="8344" y="84696"/>
                        </a:lnTo>
                        <a:lnTo>
                          <a:pt x="6904" y="78646"/>
                        </a:lnTo>
                        <a:lnTo>
                          <a:pt x="5645" y="72596"/>
                        </a:lnTo>
                        <a:lnTo>
                          <a:pt x="4565" y="66547"/>
                        </a:lnTo>
                        <a:lnTo>
                          <a:pt x="3621" y="60497"/>
                        </a:lnTo>
                        <a:lnTo>
                          <a:pt x="2856" y="54447"/>
                        </a:lnTo>
                        <a:lnTo>
                          <a:pt x="2204" y="48398"/>
                        </a:lnTo>
                        <a:lnTo>
                          <a:pt x="1687" y="42348"/>
                        </a:lnTo>
                        <a:lnTo>
                          <a:pt x="1260" y="36298"/>
                        </a:lnTo>
                        <a:lnTo>
                          <a:pt x="945" y="30248"/>
                        </a:lnTo>
                        <a:lnTo>
                          <a:pt x="697" y="24199"/>
                        </a:lnTo>
                        <a:lnTo>
                          <a:pt x="495" y="18149"/>
                        </a:lnTo>
                        <a:lnTo>
                          <a:pt x="360" y="12099"/>
                        </a:lnTo>
                        <a:lnTo>
                          <a:pt x="247" y="6050"/>
                        </a:lnTo>
                        <a:lnTo>
                          <a:pt x="180" y="0"/>
                        </a:lnTo>
                        <a:lnTo>
                          <a:pt x="0" y="0"/>
                        </a:lnTo>
                        <a:lnTo>
                          <a:pt x="0" y="6050"/>
                        </a:lnTo>
                        <a:lnTo>
                          <a:pt x="0" y="12099"/>
                        </a:lnTo>
                        <a:lnTo>
                          <a:pt x="0" y="18149"/>
                        </a:lnTo>
                        <a:lnTo>
                          <a:pt x="0" y="24199"/>
                        </a:lnTo>
                        <a:lnTo>
                          <a:pt x="0" y="30248"/>
                        </a:lnTo>
                        <a:lnTo>
                          <a:pt x="0" y="36298"/>
                        </a:lnTo>
                        <a:lnTo>
                          <a:pt x="0" y="42348"/>
                        </a:lnTo>
                        <a:lnTo>
                          <a:pt x="0" y="48398"/>
                        </a:lnTo>
                        <a:lnTo>
                          <a:pt x="0" y="54447"/>
                        </a:lnTo>
                        <a:lnTo>
                          <a:pt x="0" y="60497"/>
                        </a:lnTo>
                        <a:lnTo>
                          <a:pt x="0" y="66547"/>
                        </a:lnTo>
                        <a:lnTo>
                          <a:pt x="0" y="72596"/>
                        </a:lnTo>
                        <a:lnTo>
                          <a:pt x="0" y="78646"/>
                        </a:lnTo>
                        <a:lnTo>
                          <a:pt x="0" y="84696"/>
                        </a:lnTo>
                        <a:lnTo>
                          <a:pt x="0" y="90745"/>
                        </a:lnTo>
                        <a:lnTo>
                          <a:pt x="0" y="96795"/>
                        </a:lnTo>
                        <a:lnTo>
                          <a:pt x="0" y="102845"/>
                        </a:lnTo>
                        <a:lnTo>
                          <a:pt x="0" y="108895"/>
                        </a:lnTo>
                        <a:lnTo>
                          <a:pt x="0" y="114944"/>
                        </a:lnTo>
                        <a:lnTo>
                          <a:pt x="0" y="120971"/>
                        </a:lnTo>
                        <a:lnTo>
                          <a:pt x="0" y="127021"/>
                        </a:lnTo>
                        <a:lnTo>
                          <a:pt x="0" y="133071"/>
                        </a:lnTo>
                        <a:lnTo>
                          <a:pt x="0" y="139121"/>
                        </a:lnTo>
                        <a:lnTo>
                          <a:pt x="0" y="145170"/>
                        </a:lnTo>
                        <a:lnTo>
                          <a:pt x="0" y="151220"/>
                        </a:lnTo>
                        <a:lnTo>
                          <a:pt x="0" y="157270"/>
                        </a:lnTo>
                        <a:lnTo>
                          <a:pt x="0" y="163319"/>
                        </a:lnTo>
                        <a:lnTo>
                          <a:pt x="0" y="169369"/>
                        </a:lnTo>
                        <a:lnTo>
                          <a:pt x="0" y="175419"/>
                        </a:lnTo>
                        <a:lnTo>
                          <a:pt x="0" y="181468"/>
                        </a:lnTo>
                        <a:lnTo>
                          <a:pt x="0" y="187518"/>
                        </a:lnTo>
                        <a:lnTo>
                          <a:pt x="0" y="193568"/>
                        </a:lnTo>
                        <a:lnTo>
                          <a:pt x="0" y="199618"/>
                        </a:lnTo>
                        <a:lnTo>
                          <a:pt x="0" y="205667"/>
                        </a:lnTo>
                        <a:lnTo>
                          <a:pt x="0" y="211717"/>
                        </a:lnTo>
                        <a:lnTo>
                          <a:pt x="0" y="217767"/>
                        </a:lnTo>
                        <a:lnTo>
                          <a:pt x="0" y="223816"/>
                        </a:lnTo>
                        <a:lnTo>
                          <a:pt x="0" y="229866"/>
                        </a:lnTo>
                        <a:lnTo>
                          <a:pt x="0" y="235916"/>
                        </a:lnTo>
                        <a:lnTo>
                          <a:pt x="0" y="241965"/>
                        </a:lnTo>
                        <a:lnTo>
                          <a:pt x="0" y="248015"/>
                        </a:lnTo>
                        <a:lnTo>
                          <a:pt x="0" y="254065"/>
                        </a:lnTo>
                        <a:lnTo>
                          <a:pt x="0" y="260114"/>
                        </a:lnTo>
                        <a:lnTo>
                          <a:pt x="0" y="266164"/>
                        </a:lnTo>
                        <a:lnTo>
                          <a:pt x="0" y="272214"/>
                        </a:lnTo>
                        <a:lnTo>
                          <a:pt x="0" y="278241"/>
                        </a:lnTo>
                        <a:lnTo>
                          <a:pt x="0" y="284291"/>
                        </a:lnTo>
                        <a:lnTo>
                          <a:pt x="0" y="290340"/>
                        </a:lnTo>
                        <a:lnTo>
                          <a:pt x="0" y="296390"/>
                        </a:lnTo>
                        <a:lnTo>
                          <a:pt x="0" y="302440"/>
                        </a:lnTo>
                        <a:lnTo>
                          <a:pt x="0" y="308490"/>
                        </a:lnTo>
                        <a:lnTo>
                          <a:pt x="0" y="314539"/>
                        </a:lnTo>
                        <a:lnTo>
                          <a:pt x="0" y="320589"/>
                        </a:lnTo>
                        <a:lnTo>
                          <a:pt x="0" y="326639"/>
                        </a:lnTo>
                        <a:lnTo>
                          <a:pt x="0" y="332688"/>
                        </a:lnTo>
                        <a:lnTo>
                          <a:pt x="0" y="338738"/>
                        </a:lnTo>
                        <a:lnTo>
                          <a:pt x="0" y="344788"/>
                        </a:lnTo>
                        <a:lnTo>
                          <a:pt x="0" y="350837"/>
                        </a:lnTo>
                        <a:lnTo>
                          <a:pt x="0" y="356887"/>
                        </a:lnTo>
                        <a:lnTo>
                          <a:pt x="0" y="362937"/>
                        </a:lnTo>
                        <a:lnTo>
                          <a:pt x="0" y="368987"/>
                        </a:lnTo>
                        <a:lnTo>
                          <a:pt x="0" y="375036"/>
                        </a:lnTo>
                        <a:lnTo>
                          <a:pt x="0" y="381086"/>
                        </a:lnTo>
                        <a:lnTo>
                          <a:pt x="0" y="387136"/>
                        </a:lnTo>
                        <a:lnTo>
                          <a:pt x="0" y="393185"/>
                        </a:lnTo>
                        <a:lnTo>
                          <a:pt x="0" y="399235"/>
                        </a:lnTo>
                        <a:lnTo>
                          <a:pt x="0" y="405285"/>
                        </a:lnTo>
                        <a:lnTo>
                          <a:pt x="0" y="411334"/>
                        </a:lnTo>
                        <a:lnTo>
                          <a:pt x="0" y="417384"/>
                        </a:lnTo>
                        <a:lnTo>
                          <a:pt x="0" y="423434"/>
                        </a:lnTo>
                        <a:lnTo>
                          <a:pt x="0" y="429484"/>
                        </a:lnTo>
                        <a:lnTo>
                          <a:pt x="0" y="435533"/>
                        </a:lnTo>
                        <a:lnTo>
                          <a:pt x="0" y="441560"/>
                        </a:lnTo>
                        <a:lnTo>
                          <a:pt x="0" y="447610"/>
                        </a:lnTo>
                        <a:lnTo>
                          <a:pt x="0" y="453660"/>
                        </a:lnTo>
                        <a:lnTo>
                          <a:pt x="0" y="459709"/>
                        </a:lnTo>
                        <a:lnTo>
                          <a:pt x="0" y="465759"/>
                        </a:lnTo>
                        <a:lnTo>
                          <a:pt x="0" y="471809"/>
                        </a:lnTo>
                        <a:lnTo>
                          <a:pt x="0" y="477859"/>
                        </a:lnTo>
                        <a:lnTo>
                          <a:pt x="0" y="483908"/>
                        </a:lnTo>
                        <a:lnTo>
                          <a:pt x="0" y="489958"/>
                        </a:lnTo>
                        <a:lnTo>
                          <a:pt x="0" y="496008"/>
                        </a:lnTo>
                        <a:lnTo>
                          <a:pt x="0" y="502057"/>
                        </a:lnTo>
                        <a:lnTo>
                          <a:pt x="0" y="508107"/>
                        </a:lnTo>
                        <a:lnTo>
                          <a:pt x="0" y="514157"/>
                        </a:lnTo>
                        <a:lnTo>
                          <a:pt x="0" y="520207"/>
                        </a:lnTo>
                        <a:lnTo>
                          <a:pt x="0" y="526256"/>
                        </a:lnTo>
                        <a:lnTo>
                          <a:pt x="0" y="532306"/>
                        </a:lnTo>
                        <a:lnTo>
                          <a:pt x="0" y="538356"/>
                        </a:lnTo>
                        <a:lnTo>
                          <a:pt x="0" y="544405"/>
                        </a:lnTo>
                        <a:lnTo>
                          <a:pt x="0" y="550455"/>
                        </a:lnTo>
                        <a:lnTo>
                          <a:pt x="0" y="556505"/>
                        </a:lnTo>
                        <a:lnTo>
                          <a:pt x="0" y="562554"/>
                        </a:lnTo>
                        <a:lnTo>
                          <a:pt x="0" y="566333"/>
                        </a:lnTo>
                        <a:lnTo>
                          <a:pt x="697" y="566333"/>
                        </a:lnTo>
                        <a:close/>
                      </a:path>
                    </a:pathLst>
                  </a:custGeom>
                  <a:solidFill>
                    <a:srgbClr val="B4AED3">
                      <a:alpha val="50000"/>
                    </a:srgbClr>
                  </a:solidFill>
                  <a:ln w="2249" cap="flat">
                    <a:noFill/>
                    <a:prstDash val="solid"/>
                    <a:miter/>
                  </a:ln>
                </p:spPr>
                <p:txBody>
                  <a:bodyPr rtlCol="0" anchor="ctr"/>
                  <a:lstStyle/>
                  <a:p>
                    <a:endParaRPr lang="en-US"/>
                  </a:p>
                </p:txBody>
              </p:sp>
              <p:sp>
                <p:nvSpPr>
                  <p:cNvPr id="3571" name="Freeform 3570">
                    <a:extLst>
                      <a:ext uri="{FF2B5EF4-FFF2-40B4-BE49-F238E27FC236}">
                        <a16:creationId xmlns:a16="http://schemas.microsoft.com/office/drawing/2014/main" id="{50AE4687-A2C6-7299-075D-503D23944E8C}"/>
                      </a:ext>
                    </a:extLst>
                  </p:cNvPr>
                  <p:cNvSpPr/>
                  <p:nvPr/>
                </p:nvSpPr>
                <p:spPr>
                  <a:xfrm>
                    <a:off x="7341069" y="480770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2" name="Freeform 3571">
                    <a:extLst>
                      <a:ext uri="{FF2B5EF4-FFF2-40B4-BE49-F238E27FC236}">
                        <a16:creationId xmlns:a16="http://schemas.microsoft.com/office/drawing/2014/main" id="{BA336E36-C7E3-8EA3-D9B0-AF17859A0C60}"/>
                      </a:ext>
                    </a:extLst>
                  </p:cNvPr>
                  <p:cNvSpPr/>
                  <p:nvPr/>
                </p:nvSpPr>
                <p:spPr>
                  <a:xfrm>
                    <a:off x="7288365" y="545701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3" name="Freeform 3572">
                    <a:extLst>
                      <a:ext uri="{FF2B5EF4-FFF2-40B4-BE49-F238E27FC236}">
                        <a16:creationId xmlns:a16="http://schemas.microsoft.com/office/drawing/2014/main" id="{20414E31-1B27-EA91-A5D2-0326A95F34A3}"/>
                      </a:ext>
                    </a:extLst>
                  </p:cNvPr>
                  <p:cNvSpPr/>
                  <p:nvPr/>
                </p:nvSpPr>
                <p:spPr>
                  <a:xfrm>
                    <a:off x="7296530" y="5478912"/>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4" name="Freeform 3573">
                    <a:extLst>
                      <a:ext uri="{FF2B5EF4-FFF2-40B4-BE49-F238E27FC236}">
                        <a16:creationId xmlns:a16="http://schemas.microsoft.com/office/drawing/2014/main" id="{3BBDAE93-E3A9-A0E0-DEB6-3C582373A73E}"/>
                      </a:ext>
                    </a:extLst>
                  </p:cNvPr>
                  <p:cNvSpPr/>
                  <p:nvPr/>
                </p:nvSpPr>
                <p:spPr>
                  <a:xfrm>
                    <a:off x="7281376" y="519062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5" name="Freeform 3574">
                    <a:extLst>
                      <a:ext uri="{FF2B5EF4-FFF2-40B4-BE49-F238E27FC236}">
                        <a16:creationId xmlns:a16="http://schemas.microsoft.com/office/drawing/2014/main" id="{00036890-30C2-3439-821C-5A6A25ED7082}"/>
                      </a:ext>
                    </a:extLst>
                  </p:cNvPr>
                  <p:cNvSpPr/>
                  <p:nvPr/>
                </p:nvSpPr>
                <p:spPr>
                  <a:xfrm>
                    <a:off x="7360604" y="525057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6" name="Freeform 3575">
                    <a:extLst>
                      <a:ext uri="{FF2B5EF4-FFF2-40B4-BE49-F238E27FC236}">
                        <a16:creationId xmlns:a16="http://schemas.microsoft.com/office/drawing/2014/main" id="{2200F677-E034-4AC8-69FC-DB4DC586C9E9}"/>
                      </a:ext>
                    </a:extLst>
                  </p:cNvPr>
                  <p:cNvSpPr/>
                  <p:nvPr/>
                </p:nvSpPr>
                <p:spPr>
                  <a:xfrm>
                    <a:off x="7339808" y="5481604"/>
                    <a:ext cx="44285" cy="44285"/>
                  </a:xfrm>
                  <a:custGeom>
                    <a:avLst/>
                    <a:gdLst>
                      <a:gd name="connsiteX0" fmla="*/ 11829 w 11829"/>
                      <a:gd name="connsiteY0" fmla="*/ 5915 h 11829"/>
                      <a:gd name="connsiteX1" fmla="*/ 5914 w 11829"/>
                      <a:gd name="connsiteY1" fmla="*/ 0 h 11829"/>
                      <a:gd name="connsiteX2" fmla="*/ 0 w 11829"/>
                      <a:gd name="connsiteY2" fmla="*/ 5915 h 11829"/>
                      <a:gd name="connsiteX3" fmla="*/ 5914 w 11829"/>
                      <a:gd name="connsiteY3" fmla="*/ 11830 h 11829"/>
                      <a:gd name="connsiteX4" fmla="*/ 11829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29" y="5915"/>
                        </a:moveTo>
                        <a:cubicBezTo>
                          <a:pt x="11829" y="2654"/>
                          <a:pt x="9176" y="0"/>
                          <a:pt x="5914" y="0"/>
                        </a:cubicBezTo>
                        <a:cubicBezTo>
                          <a:pt x="2654" y="0"/>
                          <a:pt x="0" y="2654"/>
                          <a:pt x="0" y="5915"/>
                        </a:cubicBezTo>
                        <a:cubicBezTo>
                          <a:pt x="0" y="9176"/>
                          <a:pt x="2654" y="11830"/>
                          <a:pt x="5914" y="11830"/>
                        </a:cubicBezTo>
                        <a:cubicBezTo>
                          <a:pt x="9176" y="11830"/>
                          <a:pt x="11829" y="9176"/>
                          <a:pt x="11829"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7" name="Freeform 3576">
                    <a:extLst>
                      <a:ext uri="{FF2B5EF4-FFF2-40B4-BE49-F238E27FC236}">
                        <a16:creationId xmlns:a16="http://schemas.microsoft.com/office/drawing/2014/main" id="{B01AB1C4-8A14-A0E0-8586-25B9C0618D84}"/>
                      </a:ext>
                    </a:extLst>
                  </p:cNvPr>
                  <p:cNvSpPr/>
                  <p:nvPr/>
                </p:nvSpPr>
                <p:spPr>
                  <a:xfrm>
                    <a:off x="7291731" y="474683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8" name="Freeform 3577">
                    <a:extLst>
                      <a:ext uri="{FF2B5EF4-FFF2-40B4-BE49-F238E27FC236}">
                        <a16:creationId xmlns:a16="http://schemas.microsoft.com/office/drawing/2014/main" id="{54209911-97C0-267F-45BA-334AFFB8EE48}"/>
                      </a:ext>
                    </a:extLst>
                  </p:cNvPr>
                  <p:cNvSpPr/>
                  <p:nvPr/>
                </p:nvSpPr>
                <p:spPr>
                  <a:xfrm>
                    <a:off x="7164174" y="5004891"/>
                    <a:ext cx="44285" cy="44285"/>
                  </a:xfrm>
                  <a:custGeom>
                    <a:avLst/>
                    <a:gdLst>
                      <a:gd name="connsiteX0" fmla="*/ 11830 w 11829"/>
                      <a:gd name="connsiteY0" fmla="*/ 5870 h 11829"/>
                      <a:gd name="connsiteX1" fmla="*/ 5870 w 11829"/>
                      <a:gd name="connsiteY1" fmla="*/ 0 h 11829"/>
                      <a:gd name="connsiteX2" fmla="*/ 0 w 11829"/>
                      <a:gd name="connsiteY2" fmla="*/ 5960 h 11829"/>
                      <a:gd name="connsiteX3" fmla="*/ 5960 w 11829"/>
                      <a:gd name="connsiteY3" fmla="*/ 11830 h 11829"/>
                      <a:gd name="connsiteX4" fmla="*/ 11830 w 11829"/>
                      <a:gd name="connsiteY4" fmla="*/ 5870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870"/>
                        </a:moveTo>
                        <a:cubicBezTo>
                          <a:pt x="11807" y="2609"/>
                          <a:pt x="9131" y="-22"/>
                          <a:pt x="5870" y="0"/>
                        </a:cubicBezTo>
                        <a:cubicBezTo>
                          <a:pt x="2609" y="23"/>
                          <a:pt x="-22" y="2699"/>
                          <a:pt x="0" y="5960"/>
                        </a:cubicBezTo>
                        <a:cubicBezTo>
                          <a:pt x="23" y="9221"/>
                          <a:pt x="2699" y="11852"/>
                          <a:pt x="5960" y="11830"/>
                        </a:cubicBezTo>
                        <a:cubicBezTo>
                          <a:pt x="9221" y="11807"/>
                          <a:pt x="11852" y="9131"/>
                          <a:pt x="11830" y="5870"/>
                        </a:cubicBezTo>
                        <a:close/>
                      </a:path>
                    </a:pathLst>
                  </a:custGeom>
                  <a:solidFill>
                    <a:srgbClr val="B4AED3">
                      <a:alpha val="60000"/>
                    </a:srgbClr>
                  </a:solidFill>
                  <a:ln w="2249" cap="flat">
                    <a:noFill/>
                    <a:prstDash val="solid"/>
                    <a:miter/>
                  </a:ln>
                </p:spPr>
                <p:txBody>
                  <a:bodyPr rtlCol="0" anchor="ctr"/>
                  <a:lstStyle/>
                  <a:p>
                    <a:endParaRPr lang="en-US"/>
                  </a:p>
                </p:txBody>
              </p:sp>
              <p:sp>
                <p:nvSpPr>
                  <p:cNvPr id="3579" name="Freeform 3578">
                    <a:extLst>
                      <a:ext uri="{FF2B5EF4-FFF2-40B4-BE49-F238E27FC236}">
                        <a16:creationId xmlns:a16="http://schemas.microsoft.com/office/drawing/2014/main" id="{CF94E3B6-8690-9D60-79CF-AFF7D89E3088}"/>
                      </a:ext>
                    </a:extLst>
                  </p:cNvPr>
                  <p:cNvSpPr/>
                  <p:nvPr/>
                </p:nvSpPr>
                <p:spPr>
                  <a:xfrm>
                    <a:off x="7281039" y="4580970"/>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0" name="Freeform 3579">
                    <a:extLst>
                      <a:ext uri="{FF2B5EF4-FFF2-40B4-BE49-F238E27FC236}">
                        <a16:creationId xmlns:a16="http://schemas.microsoft.com/office/drawing/2014/main" id="{10930CE5-FA8B-F8EF-FF80-3B42D4988444}"/>
                      </a:ext>
                    </a:extLst>
                  </p:cNvPr>
                  <p:cNvSpPr/>
                  <p:nvPr/>
                </p:nvSpPr>
                <p:spPr>
                  <a:xfrm>
                    <a:off x="7236836" y="5443803"/>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1" name="Freeform 3580">
                    <a:extLst>
                      <a:ext uri="{FF2B5EF4-FFF2-40B4-BE49-F238E27FC236}">
                        <a16:creationId xmlns:a16="http://schemas.microsoft.com/office/drawing/2014/main" id="{F32660F7-D4B7-5C58-881A-F15505F5AAD5}"/>
                      </a:ext>
                    </a:extLst>
                  </p:cNvPr>
                  <p:cNvSpPr/>
                  <p:nvPr/>
                </p:nvSpPr>
                <p:spPr>
                  <a:xfrm>
                    <a:off x="7254686" y="530117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2" name="Freeform 3581">
                    <a:extLst>
                      <a:ext uri="{FF2B5EF4-FFF2-40B4-BE49-F238E27FC236}">
                        <a16:creationId xmlns:a16="http://schemas.microsoft.com/office/drawing/2014/main" id="{4AB177CB-594C-31A5-1E15-FF37B1C59495}"/>
                      </a:ext>
                    </a:extLst>
                  </p:cNvPr>
                  <p:cNvSpPr/>
                  <p:nvPr/>
                </p:nvSpPr>
                <p:spPr>
                  <a:xfrm>
                    <a:off x="7356984" y="4960352"/>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3" name="Freeform 3582">
                    <a:extLst>
                      <a:ext uri="{FF2B5EF4-FFF2-40B4-BE49-F238E27FC236}">
                        <a16:creationId xmlns:a16="http://schemas.microsoft.com/office/drawing/2014/main" id="{2D43C3C3-5EE0-C7BB-E550-CAEE1C636C2B}"/>
                      </a:ext>
                    </a:extLst>
                  </p:cNvPr>
                  <p:cNvSpPr/>
                  <p:nvPr/>
                </p:nvSpPr>
                <p:spPr>
                  <a:xfrm>
                    <a:off x="7159124" y="556369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4" name="Freeform 3583">
                    <a:extLst>
                      <a:ext uri="{FF2B5EF4-FFF2-40B4-BE49-F238E27FC236}">
                        <a16:creationId xmlns:a16="http://schemas.microsoft.com/office/drawing/2014/main" id="{6EDD761F-6628-DDE5-DBC2-56F41E218EBB}"/>
                      </a:ext>
                    </a:extLst>
                  </p:cNvPr>
                  <p:cNvSpPr/>
                  <p:nvPr/>
                </p:nvSpPr>
                <p:spPr>
                  <a:xfrm>
                    <a:off x="7312445" y="5693020"/>
                    <a:ext cx="44285" cy="44285"/>
                  </a:xfrm>
                  <a:custGeom>
                    <a:avLst/>
                    <a:gdLst>
                      <a:gd name="connsiteX0" fmla="*/ 11829 w 11829"/>
                      <a:gd name="connsiteY0" fmla="*/ 5915 h 11829"/>
                      <a:gd name="connsiteX1" fmla="*/ 5914 w 11829"/>
                      <a:gd name="connsiteY1" fmla="*/ 0 h 11829"/>
                      <a:gd name="connsiteX2" fmla="*/ 0 w 11829"/>
                      <a:gd name="connsiteY2" fmla="*/ 5915 h 11829"/>
                      <a:gd name="connsiteX3" fmla="*/ 5914 w 11829"/>
                      <a:gd name="connsiteY3" fmla="*/ 11829 h 11829"/>
                      <a:gd name="connsiteX4" fmla="*/ 11829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29" y="5915"/>
                        </a:moveTo>
                        <a:cubicBezTo>
                          <a:pt x="11829" y="2654"/>
                          <a:pt x="9176" y="0"/>
                          <a:pt x="5914" y="0"/>
                        </a:cubicBezTo>
                        <a:cubicBezTo>
                          <a:pt x="2654" y="0"/>
                          <a:pt x="0" y="2654"/>
                          <a:pt x="0" y="5915"/>
                        </a:cubicBezTo>
                        <a:cubicBezTo>
                          <a:pt x="0" y="9176"/>
                          <a:pt x="2654" y="11829"/>
                          <a:pt x="5914" y="11829"/>
                        </a:cubicBezTo>
                        <a:cubicBezTo>
                          <a:pt x="9176" y="11829"/>
                          <a:pt x="11829" y="9176"/>
                          <a:pt x="11829"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5" name="Freeform 3584">
                    <a:extLst>
                      <a:ext uri="{FF2B5EF4-FFF2-40B4-BE49-F238E27FC236}">
                        <a16:creationId xmlns:a16="http://schemas.microsoft.com/office/drawing/2014/main" id="{3DA0782C-AE7E-BD7F-D75C-28104446B776}"/>
                      </a:ext>
                    </a:extLst>
                  </p:cNvPr>
                  <p:cNvSpPr/>
                  <p:nvPr/>
                </p:nvSpPr>
                <p:spPr>
                  <a:xfrm>
                    <a:off x="7167124" y="5035875"/>
                    <a:ext cx="44285" cy="44285"/>
                  </a:xfrm>
                  <a:custGeom>
                    <a:avLst/>
                    <a:gdLst>
                      <a:gd name="connsiteX0" fmla="*/ 11830 w 11829"/>
                      <a:gd name="connsiteY0" fmla="*/ 5870 h 11829"/>
                      <a:gd name="connsiteX1" fmla="*/ 5870 w 11829"/>
                      <a:gd name="connsiteY1" fmla="*/ 0 h 11829"/>
                      <a:gd name="connsiteX2" fmla="*/ 0 w 11829"/>
                      <a:gd name="connsiteY2" fmla="*/ 5960 h 11829"/>
                      <a:gd name="connsiteX3" fmla="*/ 5960 w 11829"/>
                      <a:gd name="connsiteY3" fmla="*/ 11830 h 11829"/>
                      <a:gd name="connsiteX4" fmla="*/ 11830 w 11829"/>
                      <a:gd name="connsiteY4" fmla="*/ 5870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870"/>
                        </a:moveTo>
                        <a:cubicBezTo>
                          <a:pt x="11807" y="2609"/>
                          <a:pt x="9131" y="-22"/>
                          <a:pt x="5870" y="0"/>
                        </a:cubicBezTo>
                        <a:cubicBezTo>
                          <a:pt x="2609" y="23"/>
                          <a:pt x="-22" y="2699"/>
                          <a:pt x="0" y="5960"/>
                        </a:cubicBezTo>
                        <a:cubicBezTo>
                          <a:pt x="23" y="9221"/>
                          <a:pt x="2699" y="11852"/>
                          <a:pt x="5960" y="11830"/>
                        </a:cubicBezTo>
                        <a:cubicBezTo>
                          <a:pt x="9221" y="11807"/>
                          <a:pt x="11852" y="9131"/>
                          <a:pt x="11830" y="5870"/>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6" name="Freeform 3585">
                    <a:extLst>
                      <a:ext uri="{FF2B5EF4-FFF2-40B4-BE49-F238E27FC236}">
                        <a16:creationId xmlns:a16="http://schemas.microsoft.com/office/drawing/2014/main" id="{A61CD57D-A30E-772D-B933-777B02D370C9}"/>
                      </a:ext>
                    </a:extLst>
                  </p:cNvPr>
                  <p:cNvSpPr/>
                  <p:nvPr/>
                </p:nvSpPr>
                <p:spPr>
                  <a:xfrm>
                    <a:off x="7373400" y="574067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7" name="Freeform 3586">
                    <a:extLst>
                      <a:ext uri="{FF2B5EF4-FFF2-40B4-BE49-F238E27FC236}">
                        <a16:creationId xmlns:a16="http://schemas.microsoft.com/office/drawing/2014/main" id="{410F50B1-1E7A-C3A8-D4A1-3CF986E4FCEE}"/>
                      </a:ext>
                    </a:extLst>
                  </p:cNvPr>
                  <p:cNvSpPr/>
                  <p:nvPr/>
                </p:nvSpPr>
                <p:spPr>
                  <a:xfrm>
                    <a:off x="7371214" y="5693020"/>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8" name="Freeform 3587">
                    <a:extLst>
                      <a:ext uri="{FF2B5EF4-FFF2-40B4-BE49-F238E27FC236}">
                        <a16:creationId xmlns:a16="http://schemas.microsoft.com/office/drawing/2014/main" id="{37F7693D-E04D-3F6A-EA94-BD7A3FF2419B}"/>
                      </a:ext>
                    </a:extLst>
                  </p:cNvPr>
                  <p:cNvSpPr/>
                  <p:nvPr/>
                </p:nvSpPr>
                <p:spPr>
                  <a:xfrm>
                    <a:off x="7164178" y="5615813"/>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89" name="Freeform 3588">
                    <a:extLst>
                      <a:ext uri="{FF2B5EF4-FFF2-40B4-BE49-F238E27FC236}">
                        <a16:creationId xmlns:a16="http://schemas.microsoft.com/office/drawing/2014/main" id="{CF9C718D-B2AE-342C-A88C-C1390331B87D}"/>
                      </a:ext>
                    </a:extLst>
                  </p:cNvPr>
                  <p:cNvSpPr/>
                  <p:nvPr/>
                </p:nvSpPr>
                <p:spPr>
                  <a:xfrm>
                    <a:off x="7222947" y="5357840"/>
                    <a:ext cx="44285" cy="44285"/>
                  </a:xfrm>
                  <a:custGeom>
                    <a:avLst/>
                    <a:gdLst>
                      <a:gd name="connsiteX0" fmla="*/ 11829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29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29" y="5915"/>
                        </a:moveTo>
                        <a:cubicBezTo>
                          <a:pt x="11829" y="2654"/>
                          <a:pt x="9176" y="0"/>
                          <a:pt x="5915" y="0"/>
                        </a:cubicBezTo>
                        <a:cubicBezTo>
                          <a:pt x="2654" y="0"/>
                          <a:pt x="0" y="2654"/>
                          <a:pt x="0" y="5915"/>
                        </a:cubicBezTo>
                        <a:cubicBezTo>
                          <a:pt x="0" y="9176"/>
                          <a:pt x="2654" y="11830"/>
                          <a:pt x="5915" y="11830"/>
                        </a:cubicBezTo>
                        <a:cubicBezTo>
                          <a:pt x="9176" y="11830"/>
                          <a:pt x="11829" y="9176"/>
                          <a:pt x="11829"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0" name="Freeform 3589">
                    <a:extLst>
                      <a:ext uri="{FF2B5EF4-FFF2-40B4-BE49-F238E27FC236}">
                        <a16:creationId xmlns:a16="http://schemas.microsoft.com/office/drawing/2014/main" id="{1FE834F3-4BA1-6687-1D12-AFA6B1BA5CC4}"/>
                      </a:ext>
                    </a:extLst>
                  </p:cNvPr>
                  <p:cNvSpPr/>
                  <p:nvPr/>
                </p:nvSpPr>
                <p:spPr>
                  <a:xfrm>
                    <a:off x="7169228" y="521125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1" name="Freeform 3590">
                    <a:extLst>
                      <a:ext uri="{FF2B5EF4-FFF2-40B4-BE49-F238E27FC236}">
                        <a16:creationId xmlns:a16="http://schemas.microsoft.com/office/drawing/2014/main" id="{5CA48B00-B9D8-A6A5-0C93-58F995529490}"/>
                      </a:ext>
                    </a:extLst>
                  </p:cNvPr>
                  <p:cNvSpPr/>
                  <p:nvPr/>
                </p:nvSpPr>
                <p:spPr>
                  <a:xfrm>
                    <a:off x="7309667" y="502383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2" name="Freeform 3591">
                    <a:extLst>
                      <a:ext uri="{FF2B5EF4-FFF2-40B4-BE49-F238E27FC236}">
                        <a16:creationId xmlns:a16="http://schemas.microsoft.com/office/drawing/2014/main" id="{FFE2B245-D372-9B35-C02A-A37F7A7C8C7B}"/>
                      </a:ext>
                    </a:extLst>
                  </p:cNvPr>
                  <p:cNvSpPr/>
                  <p:nvPr/>
                </p:nvSpPr>
                <p:spPr>
                  <a:xfrm>
                    <a:off x="7365655" y="5500888"/>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3" name="Freeform 3592">
                    <a:extLst>
                      <a:ext uri="{FF2B5EF4-FFF2-40B4-BE49-F238E27FC236}">
                        <a16:creationId xmlns:a16="http://schemas.microsoft.com/office/drawing/2014/main" id="{44DCD382-4803-81E3-83E6-DA6AE6EED80E}"/>
                      </a:ext>
                    </a:extLst>
                  </p:cNvPr>
                  <p:cNvSpPr/>
                  <p:nvPr/>
                </p:nvSpPr>
                <p:spPr>
                  <a:xfrm>
                    <a:off x="7191541" y="5277263"/>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4" name="Freeform 3593">
                    <a:extLst>
                      <a:ext uri="{FF2B5EF4-FFF2-40B4-BE49-F238E27FC236}">
                        <a16:creationId xmlns:a16="http://schemas.microsoft.com/office/drawing/2014/main" id="{6E56959A-1863-B17C-994D-51129D246FF9}"/>
                      </a:ext>
                    </a:extLst>
                  </p:cNvPr>
                  <p:cNvSpPr/>
                  <p:nvPr/>
                </p:nvSpPr>
                <p:spPr>
                  <a:xfrm>
                    <a:off x="7279185" y="499638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5" name="Freeform 3594">
                    <a:extLst>
                      <a:ext uri="{FF2B5EF4-FFF2-40B4-BE49-F238E27FC236}">
                        <a16:creationId xmlns:a16="http://schemas.microsoft.com/office/drawing/2014/main" id="{7935C9FE-4EEB-796E-B2B1-1950117FF930}"/>
                      </a:ext>
                    </a:extLst>
                  </p:cNvPr>
                  <p:cNvSpPr/>
                  <p:nvPr/>
                </p:nvSpPr>
                <p:spPr>
                  <a:xfrm>
                    <a:off x="7306803" y="459410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6" name="Freeform 3595">
                    <a:extLst>
                      <a:ext uri="{FF2B5EF4-FFF2-40B4-BE49-F238E27FC236}">
                        <a16:creationId xmlns:a16="http://schemas.microsoft.com/office/drawing/2014/main" id="{30F6C762-5420-8F75-2974-9C716EE9620E}"/>
                      </a:ext>
                    </a:extLst>
                  </p:cNvPr>
                  <p:cNvSpPr/>
                  <p:nvPr/>
                </p:nvSpPr>
                <p:spPr>
                  <a:xfrm>
                    <a:off x="7178408" y="5339989"/>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7" name="Freeform 3596">
                    <a:extLst>
                      <a:ext uri="{FF2B5EF4-FFF2-40B4-BE49-F238E27FC236}">
                        <a16:creationId xmlns:a16="http://schemas.microsoft.com/office/drawing/2014/main" id="{EDDAEF69-A8AC-87EA-8E18-2A1D97E73345}"/>
                      </a:ext>
                    </a:extLst>
                  </p:cNvPr>
                  <p:cNvSpPr/>
                  <p:nvPr/>
                </p:nvSpPr>
                <p:spPr>
                  <a:xfrm>
                    <a:off x="7303943" y="513438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29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29"/>
                          <a:pt x="5915" y="11829"/>
                        </a:cubicBezTo>
                        <a:cubicBezTo>
                          <a:pt x="9176" y="11829"/>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8" name="Freeform 3597">
                    <a:extLst>
                      <a:ext uri="{FF2B5EF4-FFF2-40B4-BE49-F238E27FC236}">
                        <a16:creationId xmlns:a16="http://schemas.microsoft.com/office/drawing/2014/main" id="{43EE834A-1046-A834-2A24-3298D452A9EC}"/>
                      </a:ext>
                    </a:extLst>
                  </p:cNvPr>
                  <p:cNvSpPr/>
                  <p:nvPr/>
                </p:nvSpPr>
                <p:spPr>
                  <a:xfrm>
                    <a:off x="7314549" y="5132029"/>
                    <a:ext cx="44285" cy="44285"/>
                  </a:xfrm>
                  <a:custGeom>
                    <a:avLst/>
                    <a:gdLst>
                      <a:gd name="connsiteX0" fmla="*/ 11829 w 11829"/>
                      <a:gd name="connsiteY0" fmla="*/ 5915 h 11829"/>
                      <a:gd name="connsiteX1" fmla="*/ 5914 w 11829"/>
                      <a:gd name="connsiteY1" fmla="*/ 0 h 11829"/>
                      <a:gd name="connsiteX2" fmla="*/ 0 w 11829"/>
                      <a:gd name="connsiteY2" fmla="*/ 5915 h 11829"/>
                      <a:gd name="connsiteX3" fmla="*/ 5914 w 11829"/>
                      <a:gd name="connsiteY3" fmla="*/ 11829 h 11829"/>
                      <a:gd name="connsiteX4" fmla="*/ 11829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29" y="5915"/>
                        </a:moveTo>
                        <a:cubicBezTo>
                          <a:pt x="11829" y="2654"/>
                          <a:pt x="9176" y="0"/>
                          <a:pt x="5914" y="0"/>
                        </a:cubicBezTo>
                        <a:cubicBezTo>
                          <a:pt x="2654" y="0"/>
                          <a:pt x="0" y="2654"/>
                          <a:pt x="0" y="5915"/>
                        </a:cubicBezTo>
                        <a:cubicBezTo>
                          <a:pt x="0" y="9176"/>
                          <a:pt x="2654" y="11829"/>
                          <a:pt x="5914" y="11829"/>
                        </a:cubicBezTo>
                        <a:cubicBezTo>
                          <a:pt x="9176" y="11829"/>
                          <a:pt x="11829" y="9176"/>
                          <a:pt x="11829"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599" name="Freeform 3598">
                    <a:extLst>
                      <a:ext uri="{FF2B5EF4-FFF2-40B4-BE49-F238E27FC236}">
                        <a16:creationId xmlns:a16="http://schemas.microsoft.com/office/drawing/2014/main" id="{0FF7B68D-5DD6-1AF2-BB83-3EF9E3CBEDE3}"/>
                      </a:ext>
                    </a:extLst>
                  </p:cNvPr>
                  <p:cNvSpPr/>
                  <p:nvPr/>
                </p:nvSpPr>
                <p:spPr>
                  <a:xfrm>
                    <a:off x="7276576" y="4907816"/>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600" name="Freeform 3599">
                    <a:extLst>
                      <a:ext uri="{FF2B5EF4-FFF2-40B4-BE49-F238E27FC236}">
                        <a16:creationId xmlns:a16="http://schemas.microsoft.com/office/drawing/2014/main" id="{41915941-382A-F046-7E00-F507E16BDF8F}"/>
                      </a:ext>
                    </a:extLst>
                  </p:cNvPr>
                  <p:cNvSpPr/>
                  <p:nvPr/>
                </p:nvSpPr>
                <p:spPr>
                  <a:xfrm>
                    <a:off x="7181186" y="5072503"/>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601" name="Freeform 3600">
                    <a:extLst>
                      <a:ext uri="{FF2B5EF4-FFF2-40B4-BE49-F238E27FC236}">
                        <a16:creationId xmlns:a16="http://schemas.microsoft.com/office/drawing/2014/main" id="{EB9A21D4-11AC-BCAC-CA77-5B71A79D8818}"/>
                      </a:ext>
                    </a:extLst>
                  </p:cNvPr>
                  <p:cNvSpPr/>
                  <p:nvPr/>
                </p:nvSpPr>
                <p:spPr>
                  <a:xfrm>
                    <a:off x="7331894" y="5318774"/>
                    <a:ext cx="44285" cy="44285"/>
                  </a:xfrm>
                  <a:custGeom>
                    <a:avLst/>
                    <a:gdLst>
                      <a:gd name="connsiteX0" fmla="*/ 11830 w 11829"/>
                      <a:gd name="connsiteY0" fmla="*/ 5915 h 11829"/>
                      <a:gd name="connsiteX1" fmla="*/ 5915 w 11829"/>
                      <a:gd name="connsiteY1" fmla="*/ 0 h 11829"/>
                      <a:gd name="connsiteX2" fmla="*/ 0 w 11829"/>
                      <a:gd name="connsiteY2" fmla="*/ 5915 h 11829"/>
                      <a:gd name="connsiteX3" fmla="*/ 5915 w 11829"/>
                      <a:gd name="connsiteY3" fmla="*/ 11830 h 11829"/>
                      <a:gd name="connsiteX4" fmla="*/ 11830 w 11829"/>
                      <a:gd name="connsiteY4" fmla="*/ 5915 h 11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9" h="11829">
                        <a:moveTo>
                          <a:pt x="11830" y="5915"/>
                        </a:moveTo>
                        <a:cubicBezTo>
                          <a:pt x="11830" y="2654"/>
                          <a:pt x="9176" y="0"/>
                          <a:pt x="5915" y="0"/>
                        </a:cubicBezTo>
                        <a:cubicBezTo>
                          <a:pt x="2654" y="0"/>
                          <a:pt x="0" y="2654"/>
                          <a:pt x="0" y="5915"/>
                        </a:cubicBezTo>
                        <a:cubicBezTo>
                          <a:pt x="0" y="9176"/>
                          <a:pt x="2654" y="11830"/>
                          <a:pt x="5915" y="11830"/>
                        </a:cubicBezTo>
                        <a:cubicBezTo>
                          <a:pt x="9176" y="11830"/>
                          <a:pt x="11830" y="9176"/>
                          <a:pt x="11830" y="5915"/>
                        </a:cubicBezTo>
                        <a:close/>
                      </a:path>
                    </a:pathLst>
                  </a:custGeom>
                  <a:solidFill>
                    <a:srgbClr val="B4AED3">
                      <a:alpha val="60000"/>
                    </a:srgbClr>
                  </a:solidFill>
                  <a:ln w="2249" cap="flat">
                    <a:noFill/>
                    <a:prstDash val="solid"/>
                    <a:miter/>
                  </a:ln>
                </p:spPr>
                <p:txBody>
                  <a:bodyPr rtlCol="0" anchor="ctr"/>
                  <a:lstStyle/>
                  <a:p>
                    <a:endParaRPr lang="en-US"/>
                  </a:p>
                </p:txBody>
              </p:sp>
              <p:sp>
                <p:nvSpPr>
                  <p:cNvPr id="3602" name="Freeform 3601">
                    <a:extLst>
                      <a:ext uri="{FF2B5EF4-FFF2-40B4-BE49-F238E27FC236}">
                        <a16:creationId xmlns:a16="http://schemas.microsoft.com/office/drawing/2014/main" id="{F09F2D85-9C55-AA34-86B8-04575AE2E6C5}"/>
                      </a:ext>
                    </a:extLst>
                  </p:cNvPr>
                  <p:cNvSpPr/>
                  <p:nvPr/>
                </p:nvSpPr>
                <p:spPr>
                  <a:xfrm>
                    <a:off x="7499946" y="5032341"/>
                    <a:ext cx="132858" cy="463156"/>
                  </a:xfrm>
                  <a:custGeom>
                    <a:avLst/>
                    <a:gdLst>
                      <a:gd name="connsiteX0" fmla="*/ 0 w 35488"/>
                      <a:gd name="connsiteY0" fmla="*/ 0 h 123715"/>
                      <a:gd name="connsiteX1" fmla="*/ 35489 w 35488"/>
                      <a:gd name="connsiteY1" fmla="*/ 0 h 123715"/>
                      <a:gd name="connsiteX2" fmla="*/ 35489 w 35488"/>
                      <a:gd name="connsiteY2" fmla="*/ 123715 h 123715"/>
                      <a:gd name="connsiteX3" fmla="*/ 0 w 35488"/>
                      <a:gd name="connsiteY3" fmla="*/ 123715 h 123715"/>
                    </a:gdLst>
                    <a:ahLst/>
                    <a:cxnLst>
                      <a:cxn ang="0">
                        <a:pos x="connsiteX0" y="connsiteY0"/>
                      </a:cxn>
                      <a:cxn ang="0">
                        <a:pos x="connsiteX1" y="connsiteY1"/>
                      </a:cxn>
                      <a:cxn ang="0">
                        <a:pos x="connsiteX2" y="connsiteY2"/>
                      </a:cxn>
                      <a:cxn ang="0">
                        <a:pos x="connsiteX3" y="connsiteY3"/>
                      </a:cxn>
                    </a:cxnLst>
                    <a:rect l="l" t="t" r="r" b="b"/>
                    <a:pathLst>
                      <a:path w="35488" h="123715">
                        <a:moveTo>
                          <a:pt x="0" y="0"/>
                        </a:moveTo>
                        <a:lnTo>
                          <a:pt x="35489" y="0"/>
                        </a:lnTo>
                        <a:lnTo>
                          <a:pt x="35489" y="123715"/>
                        </a:lnTo>
                        <a:lnTo>
                          <a:pt x="0" y="123715"/>
                        </a:lnTo>
                        <a:close/>
                      </a:path>
                    </a:pathLst>
                  </a:custGeom>
                  <a:solidFill>
                    <a:srgbClr val="B4AED3"/>
                  </a:solidFill>
                  <a:ln w="2249" cap="flat">
                    <a:noFill/>
                    <a:prstDash val="solid"/>
                    <a:miter/>
                  </a:ln>
                </p:spPr>
                <p:txBody>
                  <a:bodyPr rtlCol="0" anchor="ctr"/>
                  <a:lstStyle/>
                  <a:p>
                    <a:endParaRPr lang="en-US"/>
                  </a:p>
                </p:txBody>
              </p:sp>
              <p:sp>
                <p:nvSpPr>
                  <p:cNvPr id="3603" name="Freeform 3602">
                    <a:extLst>
                      <a:ext uri="{FF2B5EF4-FFF2-40B4-BE49-F238E27FC236}">
                        <a16:creationId xmlns:a16="http://schemas.microsoft.com/office/drawing/2014/main" id="{4999EEDE-6164-13DD-AC3E-3849CE8FD7D8}"/>
                      </a:ext>
                    </a:extLst>
                  </p:cNvPr>
                  <p:cNvSpPr/>
                  <p:nvPr/>
                </p:nvSpPr>
                <p:spPr>
                  <a:xfrm>
                    <a:off x="7499946" y="5032341"/>
                    <a:ext cx="132858" cy="463156"/>
                  </a:xfrm>
                  <a:custGeom>
                    <a:avLst/>
                    <a:gdLst>
                      <a:gd name="connsiteX0" fmla="*/ 0 w 35488"/>
                      <a:gd name="connsiteY0" fmla="*/ 0 h 123715"/>
                      <a:gd name="connsiteX1" fmla="*/ 35489 w 35488"/>
                      <a:gd name="connsiteY1" fmla="*/ 0 h 123715"/>
                      <a:gd name="connsiteX2" fmla="*/ 35489 w 35488"/>
                      <a:gd name="connsiteY2" fmla="*/ 123715 h 123715"/>
                      <a:gd name="connsiteX3" fmla="*/ 0 w 35488"/>
                      <a:gd name="connsiteY3" fmla="*/ 123715 h 123715"/>
                    </a:gdLst>
                    <a:ahLst/>
                    <a:cxnLst>
                      <a:cxn ang="0">
                        <a:pos x="connsiteX0" y="connsiteY0"/>
                      </a:cxn>
                      <a:cxn ang="0">
                        <a:pos x="connsiteX1" y="connsiteY1"/>
                      </a:cxn>
                      <a:cxn ang="0">
                        <a:pos x="connsiteX2" y="connsiteY2"/>
                      </a:cxn>
                      <a:cxn ang="0">
                        <a:pos x="connsiteX3" y="connsiteY3"/>
                      </a:cxn>
                    </a:cxnLst>
                    <a:rect l="l" t="t" r="r" b="b"/>
                    <a:pathLst>
                      <a:path w="35488" h="123715">
                        <a:moveTo>
                          <a:pt x="0" y="0"/>
                        </a:moveTo>
                        <a:lnTo>
                          <a:pt x="35489" y="0"/>
                        </a:lnTo>
                        <a:lnTo>
                          <a:pt x="35489" y="123715"/>
                        </a:lnTo>
                        <a:lnTo>
                          <a:pt x="0" y="123715"/>
                        </a:lnTo>
                        <a:close/>
                      </a:path>
                    </a:pathLst>
                  </a:custGeom>
                  <a:noFill/>
                  <a:ln w="4498" cap="flat">
                    <a:solidFill>
                      <a:srgbClr val="000000"/>
                    </a:solidFill>
                    <a:prstDash val="solid"/>
                    <a:miter/>
                  </a:ln>
                </p:spPr>
                <p:txBody>
                  <a:bodyPr rtlCol="0" anchor="ctr"/>
                  <a:lstStyle/>
                  <a:p>
                    <a:endParaRPr lang="en-US"/>
                  </a:p>
                </p:txBody>
              </p:sp>
              <p:sp>
                <p:nvSpPr>
                  <p:cNvPr id="3604" name="Freeform 3603">
                    <a:extLst>
                      <a:ext uri="{FF2B5EF4-FFF2-40B4-BE49-F238E27FC236}">
                        <a16:creationId xmlns:a16="http://schemas.microsoft.com/office/drawing/2014/main" id="{9638B97A-8A4F-9B7E-1F7F-392DBD6958D0}"/>
                      </a:ext>
                    </a:extLst>
                  </p:cNvPr>
                  <p:cNvSpPr/>
                  <p:nvPr/>
                </p:nvSpPr>
                <p:spPr>
                  <a:xfrm>
                    <a:off x="7499946" y="5272718"/>
                    <a:ext cx="132775" cy="8416"/>
                  </a:xfrm>
                  <a:custGeom>
                    <a:avLst/>
                    <a:gdLst>
                      <a:gd name="connsiteX0" fmla="*/ 0 w 35466"/>
                      <a:gd name="connsiteY0" fmla="*/ 0 h 2248"/>
                      <a:gd name="connsiteX1" fmla="*/ 35466 w 35466"/>
                      <a:gd name="connsiteY1" fmla="*/ 0 h 2248"/>
                    </a:gdLst>
                    <a:ahLst/>
                    <a:cxnLst>
                      <a:cxn ang="0">
                        <a:pos x="connsiteX0" y="connsiteY0"/>
                      </a:cxn>
                      <a:cxn ang="0">
                        <a:pos x="connsiteX1" y="connsiteY1"/>
                      </a:cxn>
                    </a:cxnLst>
                    <a:rect l="l" t="t" r="r" b="b"/>
                    <a:pathLst>
                      <a:path w="35466" h="2248">
                        <a:moveTo>
                          <a:pt x="0" y="0"/>
                        </a:moveTo>
                        <a:lnTo>
                          <a:pt x="35466" y="0"/>
                        </a:lnTo>
                      </a:path>
                    </a:pathLst>
                  </a:custGeom>
                  <a:ln w="4498" cap="flat">
                    <a:solidFill>
                      <a:srgbClr val="000000"/>
                    </a:solidFill>
                    <a:prstDash val="solid"/>
                    <a:round/>
                  </a:ln>
                </p:spPr>
                <p:txBody>
                  <a:bodyPr rtlCol="0" anchor="ctr"/>
                  <a:lstStyle/>
                  <a:p>
                    <a:endParaRPr lang="en-US"/>
                  </a:p>
                </p:txBody>
              </p:sp>
            </p:grpSp>
            <p:sp>
              <p:nvSpPr>
                <p:cNvPr id="3549" name="Freeform 3548">
                  <a:extLst>
                    <a:ext uri="{FF2B5EF4-FFF2-40B4-BE49-F238E27FC236}">
                      <a16:creationId xmlns:a16="http://schemas.microsoft.com/office/drawing/2014/main" id="{D2FA2981-EBFC-0C2C-2205-AB5A62045161}"/>
                    </a:ext>
                  </a:extLst>
                </p:cNvPr>
                <p:cNvSpPr/>
                <p:nvPr/>
              </p:nvSpPr>
              <p:spPr>
                <a:xfrm>
                  <a:off x="7622452" y="3802505"/>
                  <a:ext cx="1107079" cy="55568"/>
                </a:xfrm>
                <a:custGeom>
                  <a:avLst/>
                  <a:gdLst>
                    <a:gd name="connsiteX0" fmla="*/ 0 w 295715"/>
                    <a:gd name="connsiteY0" fmla="*/ 14843 h 14843"/>
                    <a:gd name="connsiteX1" fmla="*/ 0 w 295715"/>
                    <a:gd name="connsiteY1" fmla="*/ 0 h 14843"/>
                    <a:gd name="connsiteX2" fmla="*/ 295716 w 295715"/>
                    <a:gd name="connsiteY2" fmla="*/ 0 h 14843"/>
                    <a:gd name="connsiteX3" fmla="*/ 295716 w 295715"/>
                    <a:gd name="connsiteY3" fmla="*/ 14843 h 14843"/>
                  </a:gdLst>
                  <a:ahLst/>
                  <a:cxnLst>
                    <a:cxn ang="0">
                      <a:pos x="connsiteX0" y="connsiteY0"/>
                    </a:cxn>
                    <a:cxn ang="0">
                      <a:pos x="connsiteX1" y="connsiteY1"/>
                    </a:cxn>
                    <a:cxn ang="0">
                      <a:pos x="connsiteX2" y="connsiteY2"/>
                    </a:cxn>
                    <a:cxn ang="0">
                      <a:pos x="connsiteX3" y="connsiteY3"/>
                    </a:cxn>
                  </a:cxnLst>
                  <a:rect l="l" t="t" r="r" b="b"/>
                  <a:pathLst>
                    <a:path w="295715" h="14843">
                      <a:moveTo>
                        <a:pt x="0" y="14843"/>
                      </a:moveTo>
                      <a:lnTo>
                        <a:pt x="0" y="0"/>
                      </a:lnTo>
                      <a:lnTo>
                        <a:pt x="295716" y="0"/>
                      </a:lnTo>
                      <a:lnTo>
                        <a:pt x="295716" y="14843"/>
                      </a:lnTo>
                    </a:path>
                  </a:pathLst>
                </a:custGeom>
                <a:noFill/>
                <a:ln w="4498" cap="flat">
                  <a:solidFill>
                    <a:srgbClr val="000000"/>
                  </a:solidFill>
                  <a:prstDash val="solid"/>
                  <a:round/>
                </a:ln>
              </p:spPr>
              <p:txBody>
                <a:bodyPr rtlCol="0" anchor="ctr"/>
                <a:lstStyle/>
                <a:p>
                  <a:endParaRPr lang="en-US"/>
                </a:p>
              </p:txBody>
            </p:sp>
            <p:grpSp>
              <p:nvGrpSpPr>
                <p:cNvPr id="3550" name="Graphic 4479">
                  <a:extLst>
                    <a:ext uri="{FF2B5EF4-FFF2-40B4-BE49-F238E27FC236}">
                      <a16:creationId xmlns:a16="http://schemas.microsoft.com/office/drawing/2014/main" id="{3EFB1056-3C61-9D27-C989-A8CBBD006FBA}"/>
                    </a:ext>
                  </a:extLst>
                </p:cNvPr>
                <p:cNvGrpSpPr/>
                <p:nvPr/>
              </p:nvGrpSpPr>
              <p:grpSpPr>
                <a:xfrm>
                  <a:off x="8063210" y="3676547"/>
                  <a:ext cx="272286" cy="72239"/>
                  <a:chOff x="5103535" y="2312122"/>
                  <a:chExt cx="72731" cy="19296"/>
                </a:xfrm>
                <a:solidFill>
                  <a:srgbClr val="000000"/>
                </a:solidFill>
              </p:grpSpPr>
              <p:sp>
                <p:nvSpPr>
                  <p:cNvPr id="3567" name="Freeform 3566">
                    <a:extLst>
                      <a:ext uri="{FF2B5EF4-FFF2-40B4-BE49-F238E27FC236}">
                        <a16:creationId xmlns:a16="http://schemas.microsoft.com/office/drawing/2014/main" id="{DD71A508-55AD-F547-1F20-31E28193FAAB}"/>
                      </a:ext>
                    </a:extLst>
                  </p:cNvPr>
                  <p:cNvSpPr/>
                  <p:nvPr/>
                </p:nvSpPr>
                <p:spPr>
                  <a:xfrm>
                    <a:off x="5103535" y="2312122"/>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9 w 20240"/>
                      <a:gd name="connsiteY4" fmla="*/ 5060 h 19296"/>
                      <a:gd name="connsiteX5" fmla="*/ 20241 w 20240"/>
                      <a:gd name="connsiteY5" fmla="*/ 8029 h 19296"/>
                      <a:gd name="connsiteX6" fmla="*/ 12549 w 20240"/>
                      <a:gd name="connsiteY6" fmla="*/ 10525 h 19296"/>
                      <a:gd name="connsiteX7" fmla="*/ 17610 w 20240"/>
                      <a:gd name="connsiteY7" fmla="*/ 17677 h 19296"/>
                      <a:gd name="connsiteX8" fmla="*/ 14978 w 20240"/>
                      <a:gd name="connsiteY8" fmla="*/ 19296 h 19296"/>
                      <a:gd name="connsiteX9" fmla="*/ 9986 w 20240"/>
                      <a:gd name="connsiteY9" fmla="*/ 12009 h 19296"/>
                      <a:gd name="connsiteX10" fmla="*/ 4723 w 20240"/>
                      <a:gd name="connsiteY10" fmla="*/ 19161 h 19296"/>
                      <a:gd name="connsiteX11" fmla="*/ 2362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9" y="5060"/>
                        </a:lnTo>
                        <a:lnTo>
                          <a:pt x="20241" y="8029"/>
                        </a:lnTo>
                        <a:lnTo>
                          <a:pt x="12549" y="10525"/>
                        </a:lnTo>
                        <a:lnTo>
                          <a:pt x="17610" y="17677"/>
                        </a:lnTo>
                        <a:lnTo>
                          <a:pt x="14978" y="19296"/>
                        </a:lnTo>
                        <a:lnTo>
                          <a:pt x="9986" y="12009"/>
                        </a:lnTo>
                        <a:lnTo>
                          <a:pt x="4723" y="19161"/>
                        </a:lnTo>
                        <a:lnTo>
                          <a:pt x="2362" y="17339"/>
                        </a:lnTo>
                        <a:lnTo>
                          <a:pt x="7556" y="10525"/>
                        </a:lnTo>
                        <a:lnTo>
                          <a:pt x="0" y="7826"/>
                        </a:lnTo>
                        <a:lnTo>
                          <a:pt x="1215" y="4993"/>
                        </a:lnTo>
                        <a:lnTo>
                          <a:pt x="8703" y="7894"/>
                        </a:lnTo>
                        <a:close/>
                      </a:path>
                    </a:pathLst>
                  </a:custGeom>
                  <a:solidFill>
                    <a:srgbClr val="000000"/>
                  </a:solidFill>
                  <a:ln w="2249" cap="flat">
                    <a:noFill/>
                    <a:prstDash val="solid"/>
                    <a:miter/>
                  </a:ln>
                </p:spPr>
                <p:txBody>
                  <a:bodyPr rtlCol="0" anchor="ctr"/>
                  <a:lstStyle/>
                  <a:p>
                    <a:endParaRPr lang="en-US"/>
                  </a:p>
                </p:txBody>
              </p:sp>
              <p:sp>
                <p:nvSpPr>
                  <p:cNvPr id="3568" name="Freeform 3567">
                    <a:extLst>
                      <a:ext uri="{FF2B5EF4-FFF2-40B4-BE49-F238E27FC236}">
                        <a16:creationId xmlns:a16="http://schemas.microsoft.com/office/drawing/2014/main" id="{C233FB6D-BD1D-6463-996D-A034E7B11BB7}"/>
                      </a:ext>
                    </a:extLst>
                  </p:cNvPr>
                  <p:cNvSpPr/>
                  <p:nvPr/>
                </p:nvSpPr>
                <p:spPr>
                  <a:xfrm>
                    <a:off x="5129781" y="2312122"/>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1 w 20240"/>
                      <a:gd name="connsiteY11" fmla="*/ 17339 h 19296"/>
                      <a:gd name="connsiteX12" fmla="*/ 7556 w 20240"/>
                      <a:gd name="connsiteY12" fmla="*/ 10525 h 19296"/>
                      <a:gd name="connsiteX13" fmla="*/ 0 w 20240"/>
                      <a:gd name="connsiteY13" fmla="*/ 7826 h 19296"/>
                      <a:gd name="connsiteX14" fmla="*/ 1214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1" y="8029"/>
                        </a:lnTo>
                        <a:lnTo>
                          <a:pt x="12549" y="10525"/>
                        </a:lnTo>
                        <a:lnTo>
                          <a:pt x="17609" y="17677"/>
                        </a:lnTo>
                        <a:lnTo>
                          <a:pt x="14978" y="19296"/>
                        </a:lnTo>
                        <a:lnTo>
                          <a:pt x="9985" y="12009"/>
                        </a:lnTo>
                        <a:lnTo>
                          <a:pt x="4723" y="19161"/>
                        </a:lnTo>
                        <a:lnTo>
                          <a:pt x="2361" y="17339"/>
                        </a:lnTo>
                        <a:lnTo>
                          <a:pt x="7556" y="10525"/>
                        </a:lnTo>
                        <a:lnTo>
                          <a:pt x="0" y="7826"/>
                        </a:lnTo>
                        <a:lnTo>
                          <a:pt x="1214" y="4993"/>
                        </a:lnTo>
                        <a:lnTo>
                          <a:pt x="8703" y="7894"/>
                        </a:lnTo>
                        <a:close/>
                      </a:path>
                    </a:pathLst>
                  </a:custGeom>
                  <a:solidFill>
                    <a:srgbClr val="000000"/>
                  </a:solidFill>
                  <a:ln w="2249" cap="flat">
                    <a:noFill/>
                    <a:prstDash val="solid"/>
                    <a:miter/>
                  </a:ln>
                </p:spPr>
                <p:txBody>
                  <a:bodyPr rtlCol="0" anchor="ctr"/>
                  <a:lstStyle/>
                  <a:p>
                    <a:endParaRPr lang="en-US"/>
                  </a:p>
                </p:txBody>
              </p:sp>
              <p:sp>
                <p:nvSpPr>
                  <p:cNvPr id="3569" name="Freeform 3568">
                    <a:extLst>
                      <a:ext uri="{FF2B5EF4-FFF2-40B4-BE49-F238E27FC236}">
                        <a16:creationId xmlns:a16="http://schemas.microsoft.com/office/drawing/2014/main" id="{766A28E5-34E7-39E0-E294-979D668CF1F0}"/>
                      </a:ext>
                    </a:extLst>
                  </p:cNvPr>
                  <p:cNvSpPr/>
                  <p:nvPr/>
                </p:nvSpPr>
                <p:spPr>
                  <a:xfrm>
                    <a:off x="5156026" y="2312122"/>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9 w 20240"/>
                      <a:gd name="connsiteY4" fmla="*/ 5060 h 19296"/>
                      <a:gd name="connsiteX5" fmla="*/ 20241 w 20240"/>
                      <a:gd name="connsiteY5" fmla="*/ 8029 h 19296"/>
                      <a:gd name="connsiteX6" fmla="*/ 12549 w 20240"/>
                      <a:gd name="connsiteY6" fmla="*/ 10525 h 19296"/>
                      <a:gd name="connsiteX7" fmla="*/ 17610 w 20240"/>
                      <a:gd name="connsiteY7" fmla="*/ 17677 h 19296"/>
                      <a:gd name="connsiteX8" fmla="*/ 14978 w 20240"/>
                      <a:gd name="connsiteY8" fmla="*/ 19296 h 19296"/>
                      <a:gd name="connsiteX9" fmla="*/ 9986 w 20240"/>
                      <a:gd name="connsiteY9" fmla="*/ 12009 h 19296"/>
                      <a:gd name="connsiteX10" fmla="*/ 4723 w 20240"/>
                      <a:gd name="connsiteY10" fmla="*/ 19161 h 19296"/>
                      <a:gd name="connsiteX11" fmla="*/ 2362 w 20240"/>
                      <a:gd name="connsiteY11" fmla="*/ 17339 h 19296"/>
                      <a:gd name="connsiteX12" fmla="*/ 7557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9" y="5060"/>
                        </a:lnTo>
                        <a:lnTo>
                          <a:pt x="20241" y="8029"/>
                        </a:lnTo>
                        <a:lnTo>
                          <a:pt x="12549" y="10525"/>
                        </a:lnTo>
                        <a:lnTo>
                          <a:pt x="17610" y="17677"/>
                        </a:lnTo>
                        <a:lnTo>
                          <a:pt x="14978" y="19296"/>
                        </a:lnTo>
                        <a:lnTo>
                          <a:pt x="9986" y="12009"/>
                        </a:lnTo>
                        <a:lnTo>
                          <a:pt x="4723" y="19161"/>
                        </a:lnTo>
                        <a:lnTo>
                          <a:pt x="2362" y="17339"/>
                        </a:lnTo>
                        <a:lnTo>
                          <a:pt x="7557" y="10525"/>
                        </a:lnTo>
                        <a:lnTo>
                          <a:pt x="0" y="7826"/>
                        </a:lnTo>
                        <a:lnTo>
                          <a:pt x="1215" y="4993"/>
                        </a:lnTo>
                        <a:lnTo>
                          <a:pt x="8703" y="7894"/>
                        </a:lnTo>
                        <a:close/>
                      </a:path>
                    </a:pathLst>
                  </a:custGeom>
                  <a:solidFill>
                    <a:srgbClr val="000000"/>
                  </a:solidFill>
                  <a:ln w="2249" cap="flat">
                    <a:noFill/>
                    <a:prstDash val="solid"/>
                    <a:miter/>
                  </a:ln>
                </p:spPr>
                <p:txBody>
                  <a:bodyPr rtlCol="0" anchor="ctr"/>
                  <a:lstStyle/>
                  <a:p>
                    <a:endParaRPr lang="en-US"/>
                  </a:p>
                </p:txBody>
              </p:sp>
            </p:grpSp>
            <p:sp>
              <p:nvSpPr>
                <p:cNvPr id="3551" name="Freeform 3550">
                  <a:extLst>
                    <a:ext uri="{FF2B5EF4-FFF2-40B4-BE49-F238E27FC236}">
                      <a16:creationId xmlns:a16="http://schemas.microsoft.com/office/drawing/2014/main" id="{DC9A1FD0-EF93-18B1-2D12-A2AD84D7960D}"/>
                    </a:ext>
                  </a:extLst>
                </p:cNvPr>
                <p:cNvSpPr/>
                <p:nvPr/>
              </p:nvSpPr>
              <p:spPr>
                <a:xfrm>
                  <a:off x="7622452" y="3390368"/>
                  <a:ext cx="2214075" cy="55482"/>
                </a:xfrm>
                <a:custGeom>
                  <a:avLst/>
                  <a:gdLst>
                    <a:gd name="connsiteX0" fmla="*/ 0 w 591408"/>
                    <a:gd name="connsiteY0" fmla="*/ 14821 h 14820"/>
                    <a:gd name="connsiteX1" fmla="*/ 0 w 591408"/>
                    <a:gd name="connsiteY1" fmla="*/ 0 h 14820"/>
                    <a:gd name="connsiteX2" fmla="*/ 591409 w 591408"/>
                    <a:gd name="connsiteY2" fmla="*/ 0 h 14820"/>
                    <a:gd name="connsiteX3" fmla="*/ 591409 w 591408"/>
                    <a:gd name="connsiteY3" fmla="*/ 14821 h 14820"/>
                  </a:gdLst>
                  <a:ahLst/>
                  <a:cxnLst>
                    <a:cxn ang="0">
                      <a:pos x="connsiteX0" y="connsiteY0"/>
                    </a:cxn>
                    <a:cxn ang="0">
                      <a:pos x="connsiteX1" y="connsiteY1"/>
                    </a:cxn>
                    <a:cxn ang="0">
                      <a:pos x="connsiteX2" y="connsiteY2"/>
                    </a:cxn>
                    <a:cxn ang="0">
                      <a:pos x="connsiteX3" y="connsiteY3"/>
                    </a:cxn>
                  </a:cxnLst>
                  <a:rect l="l" t="t" r="r" b="b"/>
                  <a:pathLst>
                    <a:path w="591408" h="14820">
                      <a:moveTo>
                        <a:pt x="0" y="14821"/>
                      </a:moveTo>
                      <a:lnTo>
                        <a:pt x="0" y="0"/>
                      </a:lnTo>
                      <a:lnTo>
                        <a:pt x="591409" y="0"/>
                      </a:lnTo>
                      <a:lnTo>
                        <a:pt x="591409" y="14821"/>
                      </a:lnTo>
                    </a:path>
                  </a:pathLst>
                </a:custGeom>
                <a:noFill/>
                <a:ln w="4498" cap="flat">
                  <a:solidFill>
                    <a:srgbClr val="000000"/>
                  </a:solidFill>
                  <a:prstDash val="solid"/>
                  <a:round/>
                </a:ln>
              </p:spPr>
              <p:txBody>
                <a:bodyPr rtlCol="0" anchor="ctr"/>
                <a:lstStyle/>
                <a:p>
                  <a:endParaRPr lang="en-US"/>
                </a:p>
              </p:txBody>
            </p:sp>
            <p:grpSp>
              <p:nvGrpSpPr>
                <p:cNvPr id="3552" name="Graphic 4479">
                  <a:extLst>
                    <a:ext uri="{FF2B5EF4-FFF2-40B4-BE49-F238E27FC236}">
                      <a16:creationId xmlns:a16="http://schemas.microsoft.com/office/drawing/2014/main" id="{542CAAAE-0927-6557-E8BB-BF485988D491}"/>
                    </a:ext>
                  </a:extLst>
                </p:cNvPr>
                <p:cNvGrpSpPr/>
                <p:nvPr/>
              </p:nvGrpSpPr>
              <p:grpSpPr>
                <a:xfrm>
                  <a:off x="8616710" y="3306426"/>
                  <a:ext cx="272286" cy="72239"/>
                  <a:chOff x="5251382" y="2213258"/>
                  <a:chExt cx="72731" cy="19296"/>
                </a:xfrm>
                <a:solidFill>
                  <a:srgbClr val="000000"/>
                </a:solidFill>
              </p:grpSpPr>
              <p:sp>
                <p:nvSpPr>
                  <p:cNvPr id="3564" name="Freeform 3563">
                    <a:extLst>
                      <a:ext uri="{FF2B5EF4-FFF2-40B4-BE49-F238E27FC236}">
                        <a16:creationId xmlns:a16="http://schemas.microsoft.com/office/drawing/2014/main" id="{EA77F9BB-3745-85A5-775B-88B4AB533220}"/>
                      </a:ext>
                    </a:extLst>
                  </p:cNvPr>
                  <p:cNvSpPr/>
                  <p:nvPr/>
                </p:nvSpPr>
                <p:spPr>
                  <a:xfrm>
                    <a:off x="5251382" y="2213258"/>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9 w 20240"/>
                      <a:gd name="connsiteY4" fmla="*/ 5060 h 19296"/>
                      <a:gd name="connsiteX5" fmla="*/ 20241 w 20240"/>
                      <a:gd name="connsiteY5" fmla="*/ 8029 h 19296"/>
                      <a:gd name="connsiteX6" fmla="*/ 12549 w 20240"/>
                      <a:gd name="connsiteY6" fmla="*/ 10525 h 19296"/>
                      <a:gd name="connsiteX7" fmla="*/ 17610 w 20240"/>
                      <a:gd name="connsiteY7" fmla="*/ 17677 h 19296"/>
                      <a:gd name="connsiteX8" fmla="*/ 14978 w 20240"/>
                      <a:gd name="connsiteY8" fmla="*/ 19296 h 19296"/>
                      <a:gd name="connsiteX9" fmla="*/ 9986 w 20240"/>
                      <a:gd name="connsiteY9" fmla="*/ 12009 h 19296"/>
                      <a:gd name="connsiteX10" fmla="*/ 4723 w 20240"/>
                      <a:gd name="connsiteY10" fmla="*/ 19161 h 19296"/>
                      <a:gd name="connsiteX11" fmla="*/ 2362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9" y="5060"/>
                        </a:lnTo>
                        <a:lnTo>
                          <a:pt x="20241" y="8029"/>
                        </a:lnTo>
                        <a:lnTo>
                          <a:pt x="12549" y="10525"/>
                        </a:lnTo>
                        <a:lnTo>
                          <a:pt x="17610" y="17677"/>
                        </a:lnTo>
                        <a:lnTo>
                          <a:pt x="14978" y="19296"/>
                        </a:lnTo>
                        <a:lnTo>
                          <a:pt x="9986" y="12009"/>
                        </a:lnTo>
                        <a:lnTo>
                          <a:pt x="4723" y="19161"/>
                        </a:lnTo>
                        <a:lnTo>
                          <a:pt x="2362" y="17339"/>
                        </a:lnTo>
                        <a:lnTo>
                          <a:pt x="7556" y="10525"/>
                        </a:lnTo>
                        <a:lnTo>
                          <a:pt x="0" y="7826"/>
                        </a:lnTo>
                        <a:lnTo>
                          <a:pt x="1215" y="4993"/>
                        </a:lnTo>
                        <a:lnTo>
                          <a:pt x="8703" y="7894"/>
                        </a:lnTo>
                        <a:close/>
                      </a:path>
                    </a:pathLst>
                  </a:custGeom>
                  <a:solidFill>
                    <a:srgbClr val="000000"/>
                  </a:solidFill>
                  <a:ln w="2249" cap="flat">
                    <a:noFill/>
                    <a:prstDash val="solid"/>
                    <a:miter/>
                  </a:ln>
                </p:spPr>
                <p:txBody>
                  <a:bodyPr rtlCol="0" anchor="ctr"/>
                  <a:lstStyle/>
                  <a:p>
                    <a:endParaRPr lang="en-US"/>
                  </a:p>
                </p:txBody>
              </p:sp>
              <p:sp>
                <p:nvSpPr>
                  <p:cNvPr id="3565" name="Freeform 3564">
                    <a:extLst>
                      <a:ext uri="{FF2B5EF4-FFF2-40B4-BE49-F238E27FC236}">
                        <a16:creationId xmlns:a16="http://schemas.microsoft.com/office/drawing/2014/main" id="{2C8B0B95-4BC6-83D5-4CF0-8A14B44E95ED}"/>
                      </a:ext>
                    </a:extLst>
                  </p:cNvPr>
                  <p:cNvSpPr/>
                  <p:nvPr/>
                </p:nvSpPr>
                <p:spPr>
                  <a:xfrm>
                    <a:off x="5277627" y="2213258"/>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1 w 20240"/>
                      <a:gd name="connsiteY11" fmla="*/ 17339 h 19296"/>
                      <a:gd name="connsiteX12" fmla="*/ 7556 w 20240"/>
                      <a:gd name="connsiteY12" fmla="*/ 10525 h 19296"/>
                      <a:gd name="connsiteX13" fmla="*/ 0 w 20240"/>
                      <a:gd name="connsiteY13" fmla="*/ 7826 h 19296"/>
                      <a:gd name="connsiteX14" fmla="*/ 1215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1" y="8029"/>
                        </a:lnTo>
                        <a:lnTo>
                          <a:pt x="12549" y="10525"/>
                        </a:lnTo>
                        <a:lnTo>
                          <a:pt x="17609" y="17677"/>
                        </a:lnTo>
                        <a:lnTo>
                          <a:pt x="14978" y="19296"/>
                        </a:lnTo>
                        <a:lnTo>
                          <a:pt x="9985" y="12009"/>
                        </a:lnTo>
                        <a:lnTo>
                          <a:pt x="4723" y="19161"/>
                        </a:lnTo>
                        <a:lnTo>
                          <a:pt x="2361" y="17339"/>
                        </a:lnTo>
                        <a:lnTo>
                          <a:pt x="7556" y="10525"/>
                        </a:lnTo>
                        <a:lnTo>
                          <a:pt x="0" y="7826"/>
                        </a:lnTo>
                        <a:lnTo>
                          <a:pt x="1215" y="4993"/>
                        </a:lnTo>
                        <a:lnTo>
                          <a:pt x="8703" y="7894"/>
                        </a:lnTo>
                        <a:close/>
                      </a:path>
                    </a:pathLst>
                  </a:custGeom>
                  <a:solidFill>
                    <a:srgbClr val="000000"/>
                  </a:solidFill>
                  <a:ln w="2249" cap="flat">
                    <a:noFill/>
                    <a:prstDash val="solid"/>
                    <a:miter/>
                  </a:ln>
                </p:spPr>
                <p:txBody>
                  <a:bodyPr rtlCol="0" anchor="ctr"/>
                  <a:lstStyle/>
                  <a:p>
                    <a:endParaRPr lang="en-US"/>
                  </a:p>
                </p:txBody>
              </p:sp>
              <p:sp>
                <p:nvSpPr>
                  <p:cNvPr id="3566" name="Freeform 3565">
                    <a:extLst>
                      <a:ext uri="{FF2B5EF4-FFF2-40B4-BE49-F238E27FC236}">
                        <a16:creationId xmlns:a16="http://schemas.microsoft.com/office/drawing/2014/main" id="{729D5FA5-E3BA-FE8F-FED0-4D9C8C847A2D}"/>
                      </a:ext>
                    </a:extLst>
                  </p:cNvPr>
                  <p:cNvSpPr/>
                  <p:nvPr/>
                </p:nvSpPr>
                <p:spPr>
                  <a:xfrm>
                    <a:off x="5303873" y="2213258"/>
                    <a:ext cx="20240" cy="19296"/>
                  </a:xfrm>
                  <a:custGeom>
                    <a:avLst/>
                    <a:gdLst>
                      <a:gd name="connsiteX0" fmla="*/ 8703 w 20240"/>
                      <a:gd name="connsiteY0" fmla="*/ 7894 h 19296"/>
                      <a:gd name="connsiteX1" fmla="*/ 8703 w 20240"/>
                      <a:gd name="connsiteY1" fmla="*/ 0 h 19296"/>
                      <a:gd name="connsiteX2" fmla="*/ 11537 w 20240"/>
                      <a:gd name="connsiteY2" fmla="*/ 0 h 19296"/>
                      <a:gd name="connsiteX3" fmla="*/ 11537 w 20240"/>
                      <a:gd name="connsiteY3" fmla="*/ 7894 h 19296"/>
                      <a:gd name="connsiteX4" fmla="*/ 19228 w 20240"/>
                      <a:gd name="connsiteY4" fmla="*/ 5060 h 19296"/>
                      <a:gd name="connsiteX5" fmla="*/ 20241 w 20240"/>
                      <a:gd name="connsiteY5" fmla="*/ 8029 h 19296"/>
                      <a:gd name="connsiteX6" fmla="*/ 12549 w 20240"/>
                      <a:gd name="connsiteY6" fmla="*/ 10525 h 19296"/>
                      <a:gd name="connsiteX7" fmla="*/ 17609 w 20240"/>
                      <a:gd name="connsiteY7" fmla="*/ 17677 h 19296"/>
                      <a:gd name="connsiteX8" fmla="*/ 14978 w 20240"/>
                      <a:gd name="connsiteY8" fmla="*/ 19296 h 19296"/>
                      <a:gd name="connsiteX9" fmla="*/ 9985 w 20240"/>
                      <a:gd name="connsiteY9" fmla="*/ 12009 h 19296"/>
                      <a:gd name="connsiteX10" fmla="*/ 4723 w 20240"/>
                      <a:gd name="connsiteY10" fmla="*/ 19161 h 19296"/>
                      <a:gd name="connsiteX11" fmla="*/ 2361 w 20240"/>
                      <a:gd name="connsiteY11" fmla="*/ 17339 h 19296"/>
                      <a:gd name="connsiteX12" fmla="*/ 7556 w 20240"/>
                      <a:gd name="connsiteY12" fmla="*/ 10525 h 19296"/>
                      <a:gd name="connsiteX13" fmla="*/ 0 w 20240"/>
                      <a:gd name="connsiteY13" fmla="*/ 7826 h 19296"/>
                      <a:gd name="connsiteX14" fmla="*/ 1214 w 20240"/>
                      <a:gd name="connsiteY14" fmla="*/ 4993 h 19296"/>
                      <a:gd name="connsiteX15" fmla="*/ 8703 w 20240"/>
                      <a:gd name="connsiteY15" fmla="*/ 7894 h 1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40" h="19296">
                        <a:moveTo>
                          <a:pt x="8703" y="7894"/>
                        </a:moveTo>
                        <a:lnTo>
                          <a:pt x="8703" y="0"/>
                        </a:lnTo>
                        <a:lnTo>
                          <a:pt x="11537" y="0"/>
                        </a:lnTo>
                        <a:lnTo>
                          <a:pt x="11537" y="7894"/>
                        </a:lnTo>
                        <a:lnTo>
                          <a:pt x="19228" y="5060"/>
                        </a:lnTo>
                        <a:lnTo>
                          <a:pt x="20241" y="8029"/>
                        </a:lnTo>
                        <a:lnTo>
                          <a:pt x="12549" y="10525"/>
                        </a:lnTo>
                        <a:lnTo>
                          <a:pt x="17609" y="17677"/>
                        </a:lnTo>
                        <a:lnTo>
                          <a:pt x="14978" y="19296"/>
                        </a:lnTo>
                        <a:lnTo>
                          <a:pt x="9985" y="12009"/>
                        </a:lnTo>
                        <a:lnTo>
                          <a:pt x="4723" y="19161"/>
                        </a:lnTo>
                        <a:lnTo>
                          <a:pt x="2361" y="17339"/>
                        </a:lnTo>
                        <a:lnTo>
                          <a:pt x="7556" y="10525"/>
                        </a:lnTo>
                        <a:lnTo>
                          <a:pt x="0" y="7826"/>
                        </a:lnTo>
                        <a:lnTo>
                          <a:pt x="1214" y="4993"/>
                        </a:lnTo>
                        <a:lnTo>
                          <a:pt x="8703" y="7894"/>
                        </a:lnTo>
                        <a:close/>
                      </a:path>
                    </a:pathLst>
                  </a:custGeom>
                  <a:solidFill>
                    <a:srgbClr val="000000"/>
                  </a:solidFill>
                  <a:ln w="2249" cap="flat">
                    <a:noFill/>
                    <a:prstDash val="solid"/>
                    <a:miter/>
                  </a:ln>
                </p:spPr>
                <p:txBody>
                  <a:bodyPr rtlCol="0" anchor="ctr"/>
                  <a:lstStyle/>
                  <a:p>
                    <a:endParaRPr lang="en-US"/>
                  </a:p>
                </p:txBody>
              </p:sp>
            </p:grpSp>
            <p:grpSp>
              <p:nvGrpSpPr>
                <p:cNvPr id="3553" name="Graphic 4479">
                  <a:extLst>
                    <a:ext uri="{FF2B5EF4-FFF2-40B4-BE49-F238E27FC236}">
                      <a16:creationId xmlns:a16="http://schemas.microsoft.com/office/drawing/2014/main" id="{1C99E1CA-F09B-7CF0-6E42-F298A17ED8F1}"/>
                    </a:ext>
                  </a:extLst>
                </p:cNvPr>
                <p:cNvGrpSpPr/>
                <p:nvPr/>
              </p:nvGrpSpPr>
              <p:grpSpPr>
                <a:xfrm>
                  <a:off x="8183863" y="3935111"/>
                  <a:ext cx="1080558" cy="214864"/>
                  <a:chOff x="5135763" y="2381188"/>
                  <a:chExt cx="288631" cy="57393"/>
                </a:xfrm>
                <a:solidFill>
                  <a:srgbClr val="231F20"/>
                </a:solidFill>
              </p:grpSpPr>
              <p:sp>
                <p:nvSpPr>
                  <p:cNvPr id="3554" name="Freeform 3553">
                    <a:extLst>
                      <a:ext uri="{FF2B5EF4-FFF2-40B4-BE49-F238E27FC236}">
                        <a16:creationId xmlns:a16="http://schemas.microsoft.com/office/drawing/2014/main" id="{24C10764-2D56-C760-4421-E11D74519D4D}"/>
                      </a:ext>
                    </a:extLst>
                  </p:cNvPr>
                  <p:cNvSpPr/>
                  <p:nvPr/>
                </p:nvSpPr>
                <p:spPr>
                  <a:xfrm>
                    <a:off x="5135763" y="2381188"/>
                    <a:ext cx="28561" cy="38861"/>
                  </a:xfrm>
                  <a:custGeom>
                    <a:avLst/>
                    <a:gdLst>
                      <a:gd name="connsiteX0" fmla="*/ 0 w 28561"/>
                      <a:gd name="connsiteY0" fmla="*/ 38862 h 38861"/>
                      <a:gd name="connsiteX1" fmla="*/ 0 w 28561"/>
                      <a:gd name="connsiteY1" fmla="*/ 0 h 38861"/>
                      <a:gd name="connsiteX2" fmla="*/ 14033 w 28561"/>
                      <a:gd name="connsiteY2" fmla="*/ 0 h 38861"/>
                      <a:gd name="connsiteX3" fmla="*/ 19858 w 28561"/>
                      <a:gd name="connsiteY3" fmla="*/ 697 h 38861"/>
                      <a:gd name="connsiteX4" fmla="*/ 23816 w 28561"/>
                      <a:gd name="connsiteY4" fmla="*/ 2699 h 38861"/>
                      <a:gd name="connsiteX5" fmla="*/ 26065 w 28561"/>
                      <a:gd name="connsiteY5" fmla="*/ 5802 h 38861"/>
                      <a:gd name="connsiteX6" fmla="*/ 26762 w 28561"/>
                      <a:gd name="connsiteY6" fmla="*/ 9760 h 38861"/>
                      <a:gd name="connsiteX7" fmla="*/ 26223 w 28561"/>
                      <a:gd name="connsiteY7" fmla="*/ 13291 h 38861"/>
                      <a:gd name="connsiteX8" fmla="*/ 24828 w 28561"/>
                      <a:gd name="connsiteY8" fmla="*/ 15765 h 38861"/>
                      <a:gd name="connsiteX9" fmla="*/ 22849 w 28561"/>
                      <a:gd name="connsiteY9" fmla="*/ 17339 h 38861"/>
                      <a:gd name="connsiteX10" fmla="*/ 20555 w 28561"/>
                      <a:gd name="connsiteY10" fmla="*/ 18127 h 38861"/>
                      <a:gd name="connsiteX11" fmla="*/ 20555 w 28561"/>
                      <a:gd name="connsiteY11" fmla="*/ 18239 h 38861"/>
                      <a:gd name="connsiteX12" fmla="*/ 26583 w 28561"/>
                      <a:gd name="connsiteY12" fmla="*/ 21433 h 38861"/>
                      <a:gd name="connsiteX13" fmla="*/ 28562 w 28561"/>
                      <a:gd name="connsiteY13" fmla="*/ 27910 h 38861"/>
                      <a:gd name="connsiteX14" fmla="*/ 27617 w 28561"/>
                      <a:gd name="connsiteY14" fmla="*/ 33037 h 38861"/>
                      <a:gd name="connsiteX15" fmla="*/ 25008 w 28561"/>
                      <a:gd name="connsiteY15" fmla="*/ 36433 h 38861"/>
                      <a:gd name="connsiteX16" fmla="*/ 20983 w 28561"/>
                      <a:gd name="connsiteY16" fmla="*/ 38300 h 38861"/>
                      <a:gd name="connsiteX17" fmla="*/ 15878 w 28561"/>
                      <a:gd name="connsiteY17" fmla="*/ 38862 h 38861"/>
                      <a:gd name="connsiteX18" fmla="*/ 0 w 28561"/>
                      <a:gd name="connsiteY18" fmla="*/ 38862 h 38861"/>
                      <a:gd name="connsiteX19" fmla="*/ 3666 w 28561"/>
                      <a:gd name="connsiteY19" fmla="*/ 17160 h 38861"/>
                      <a:gd name="connsiteX20" fmla="*/ 12954 w 28561"/>
                      <a:gd name="connsiteY20" fmla="*/ 17160 h 38861"/>
                      <a:gd name="connsiteX21" fmla="*/ 17767 w 28561"/>
                      <a:gd name="connsiteY21" fmla="*/ 16665 h 38861"/>
                      <a:gd name="connsiteX22" fmla="*/ 20893 w 28561"/>
                      <a:gd name="connsiteY22" fmla="*/ 15225 h 38861"/>
                      <a:gd name="connsiteX23" fmla="*/ 22602 w 28561"/>
                      <a:gd name="connsiteY23" fmla="*/ 12909 h 38861"/>
                      <a:gd name="connsiteX24" fmla="*/ 23119 w 28561"/>
                      <a:gd name="connsiteY24" fmla="*/ 9760 h 38861"/>
                      <a:gd name="connsiteX25" fmla="*/ 22534 w 28561"/>
                      <a:gd name="connsiteY25" fmla="*/ 6657 h 38861"/>
                      <a:gd name="connsiteX26" fmla="*/ 20645 w 28561"/>
                      <a:gd name="connsiteY26" fmla="*/ 4610 h 38861"/>
                      <a:gd name="connsiteX27" fmla="*/ 17272 w 28561"/>
                      <a:gd name="connsiteY27" fmla="*/ 3486 h 38861"/>
                      <a:gd name="connsiteX28" fmla="*/ 12167 w 28561"/>
                      <a:gd name="connsiteY28" fmla="*/ 3126 h 38861"/>
                      <a:gd name="connsiteX29" fmla="*/ 3688 w 28561"/>
                      <a:gd name="connsiteY29" fmla="*/ 3126 h 38861"/>
                      <a:gd name="connsiteX30" fmla="*/ 3688 w 28561"/>
                      <a:gd name="connsiteY30" fmla="*/ 17160 h 38861"/>
                      <a:gd name="connsiteX31" fmla="*/ 3666 w 28561"/>
                      <a:gd name="connsiteY31" fmla="*/ 35736 h 38861"/>
                      <a:gd name="connsiteX32" fmla="*/ 12999 w 28561"/>
                      <a:gd name="connsiteY32" fmla="*/ 35736 h 38861"/>
                      <a:gd name="connsiteX33" fmla="*/ 18262 w 28561"/>
                      <a:gd name="connsiteY33" fmla="*/ 35466 h 38861"/>
                      <a:gd name="connsiteX34" fmla="*/ 21950 w 28561"/>
                      <a:gd name="connsiteY34" fmla="*/ 34364 h 38861"/>
                      <a:gd name="connsiteX35" fmla="*/ 24131 w 28561"/>
                      <a:gd name="connsiteY35" fmla="*/ 31980 h 38861"/>
                      <a:gd name="connsiteX36" fmla="*/ 24851 w 28561"/>
                      <a:gd name="connsiteY36" fmla="*/ 27910 h 38861"/>
                      <a:gd name="connsiteX37" fmla="*/ 24041 w 28561"/>
                      <a:gd name="connsiteY37" fmla="*/ 23996 h 38861"/>
                      <a:gd name="connsiteX38" fmla="*/ 21725 w 28561"/>
                      <a:gd name="connsiteY38" fmla="*/ 21702 h 38861"/>
                      <a:gd name="connsiteX39" fmla="*/ 18104 w 28561"/>
                      <a:gd name="connsiteY39" fmla="*/ 20600 h 38861"/>
                      <a:gd name="connsiteX40" fmla="*/ 13404 w 28561"/>
                      <a:gd name="connsiteY40" fmla="*/ 20308 h 38861"/>
                      <a:gd name="connsiteX41" fmla="*/ 3643 w 28561"/>
                      <a:gd name="connsiteY41" fmla="*/ 20308 h 38861"/>
                      <a:gd name="connsiteX42" fmla="*/ 3643 w 28561"/>
                      <a:gd name="connsiteY42" fmla="*/ 35736 h 3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8561" h="38861">
                        <a:moveTo>
                          <a:pt x="0" y="38862"/>
                        </a:moveTo>
                        <a:lnTo>
                          <a:pt x="0" y="0"/>
                        </a:lnTo>
                        <a:lnTo>
                          <a:pt x="14033" y="0"/>
                        </a:lnTo>
                        <a:cubicBezTo>
                          <a:pt x="16305" y="0"/>
                          <a:pt x="18239" y="225"/>
                          <a:pt x="19858" y="697"/>
                        </a:cubicBezTo>
                        <a:cubicBezTo>
                          <a:pt x="21477" y="1169"/>
                          <a:pt x="22804" y="1822"/>
                          <a:pt x="23816" y="2699"/>
                        </a:cubicBezTo>
                        <a:cubicBezTo>
                          <a:pt x="24851" y="3553"/>
                          <a:pt x="25593" y="4588"/>
                          <a:pt x="26065" y="5802"/>
                        </a:cubicBezTo>
                        <a:cubicBezTo>
                          <a:pt x="26538" y="7017"/>
                          <a:pt x="26762" y="8321"/>
                          <a:pt x="26762" y="9760"/>
                        </a:cubicBezTo>
                        <a:cubicBezTo>
                          <a:pt x="26762" y="11200"/>
                          <a:pt x="26583" y="12302"/>
                          <a:pt x="26223" y="13291"/>
                        </a:cubicBezTo>
                        <a:cubicBezTo>
                          <a:pt x="25863" y="14281"/>
                          <a:pt x="25391" y="15113"/>
                          <a:pt x="24828" y="15765"/>
                        </a:cubicBezTo>
                        <a:cubicBezTo>
                          <a:pt x="24266" y="16417"/>
                          <a:pt x="23592" y="16957"/>
                          <a:pt x="22849" y="17339"/>
                        </a:cubicBezTo>
                        <a:cubicBezTo>
                          <a:pt x="22107" y="17722"/>
                          <a:pt x="21343" y="17969"/>
                          <a:pt x="20555" y="18127"/>
                        </a:cubicBezTo>
                        <a:lnTo>
                          <a:pt x="20555" y="18239"/>
                        </a:lnTo>
                        <a:cubicBezTo>
                          <a:pt x="23254" y="18644"/>
                          <a:pt x="25256" y="19701"/>
                          <a:pt x="26583" y="21433"/>
                        </a:cubicBezTo>
                        <a:cubicBezTo>
                          <a:pt x="27887" y="23164"/>
                          <a:pt x="28562" y="25323"/>
                          <a:pt x="28562" y="27910"/>
                        </a:cubicBezTo>
                        <a:cubicBezTo>
                          <a:pt x="28562" y="29934"/>
                          <a:pt x="28247" y="31643"/>
                          <a:pt x="27617" y="33037"/>
                        </a:cubicBezTo>
                        <a:cubicBezTo>
                          <a:pt x="26988" y="34432"/>
                          <a:pt x="26110" y="35578"/>
                          <a:pt x="25008" y="36433"/>
                        </a:cubicBezTo>
                        <a:cubicBezTo>
                          <a:pt x="23884" y="37288"/>
                          <a:pt x="22557" y="37917"/>
                          <a:pt x="20983" y="38300"/>
                        </a:cubicBezTo>
                        <a:cubicBezTo>
                          <a:pt x="19408" y="38682"/>
                          <a:pt x="17722" y="38862"/>
                          <a:pt x="15878" y="38862"/>
                        </a:cubicBezTo>
                        <a:lnTo>
                          <a:pt x="0" y="38862"/>
                        </a:lnTo>
                        <a:close/>
                        <a:moveTo>
                          <a:pt x="3666" y="17160"/>
                        </a:moveTo>
                        <a:lnTo>
                          <a:pt x="12954" y="17160"/>
                        </a:lnTo>
                        <a:cubicBezTo>
                          <a:pt x="14866" y="17160"/>
                          <a:pt x="16462" y="17002"/>
                          <a:pt x="17767" y="16665"/>
                        </a:cubicBezTo>
                        <a:cubicBezTo>
                          <a:pt x="19071" y="16350"/>
                          <a:pt x="20106" y="15855"/>
                          <a:pt x="20893" y="15225"/>
                        </a:cubicBezTo>
                        <a:cubicBezTo>
                          <a:pt x="21680" y="14596"/>
                          <a:pt x="22242" y="13831"/>
                          <a:pt x="22602" y="12909"/>
                        </a:cubicBezTo>
                        <a:cubicBezTo>
                          <a:pt x="22939" y="11987"/>
                          <a:pt x="23119" y="10930"/>
                          <a:pt x="23119" y="9760"/>
                        </a:cubicBezTo>
                        <a:cubicBezTo>
                          <a:pt x="23119" y="8591"/>
                          <a:pt x="22917" y="7512"/>
                          <a:pt x="22534" y="6657"/>
                        </a:cubicBezTo>
                        <a:cubicBezTo>
                          <a:pt x="22130" y="5802"/>
                          <a:pt x="21500" y="5128"/>
                          <a:pt x="20645" y="4610"/>
                        </a:cubicBezTo>
                        <a:cubicBezTo>
                          <a:pt x="19791" y="4093"/>
                          <a:pt x="18666" y="3711"/>
                          <a:pt x="17272" y="3486"/>
                        </a:cubicBezTo>
                        <a:cubicBezTo>
                          <a:pt x="15878" y="3261"/>
                          <a:pt x="14191" y="3126"/>
                          <a:pt x="12167" y="3126"/>
                        </a:cubicBezTo>
                        <a:lnTo>
                          <a:pt x="3688" y="3126"/>
                        </a:lnTo>
                        <a:lnTo>
                          <a:pt x="3688" y="17160"/>
                        </a:lnTo>
                        <a:close/>
                        <a:moveTo>
                          <a:pt x="3666" y="35736"/>
                        </a:moveTo>
                        <a:lnTo>
                          <a:pt x="12999" y="35736"/>
                        </a:lnTo>
                        <a:cubicBezTo>
                          <a:pt x="15023" y="35736"/>
                          <a:pt x="16777" y="35646"/>
                          <a:pt x="18262" y="35466"/>
                        </a:cubicBezTo>
                        <a:cubicBezTo>
                          <a:pt x="19746" y="35286"/>
                          <a:pt x="20983" y="34926"/>
                          <a:pt x="21950" y="34364"/>
                        </a:cubicBezTo>
                        <a:cubicBezTo>
                          <a:pt x="22917" y="33802"/>
                          <a:pt x="23659" y="33015"/>
                          <a:pt x="24131" y="31980"/>
                        </a:cubicBezTo>
                        <a:cubicBezTo>
                          <a:pt x="24626" y="30946"/>
                          <a:pt x="24851" y="29596"/>
                          <a:pt x="24851" y="27910"/>
                        </a:cubicBezTo>
                        <a:cubicBezTo>
                          <a:pt x="24851" y="26223"/>
                          <a:pt x="24581" y="24986"/>
                          <a:pt x="24041" y="23996"/>
                        </a:cubicBezTo>
                        <a:cubicBezTo>
                          <a:pt x="23502" y="23007"/>
                          <a:pt x="22737" y="22242"/>
                          <a:pt x="21725" y="21702"/>
                        </a:cubicBezTo>
                        <a:cubicBezTo>
                          <a:pt x="20713" y="21163"/>
                          <a:pt x="19521" y="20803"/>
                          <a:pt x="18104" y="20600"/>
                        </a:cubicBezTo>
                        <a:cubicBezTo>
                          <a:pt x="16710" y="20398"/>
                          <a:pt x="15135" y="20308"/>
                          <a:pt x="13404" y="20308"/>
                        </a:cubicBezTo>
                        <a:lnTo>
                          <a:pt x="3643" y="20308"/>
                        </a:lnTo>
                        <a:lnTo>
                          <a:pt x="3643" y="35736"/>
                        </a:lnTo>
                        <a:close/>
                      </a:path>
                    </a:pathLst>
                  </a:custGeom>
                  <a:solidFill>
                    <a:srgbClr val="231F20"/>
                  </a:solidFill>
                  <a:ln w="2249" cap="flat">
                    <a:noFill/>
                    <a:prstDash val="solid"/>
                    <a:miter/>
                  </a:ln>
                </p:spPr>
                <p:txBody>
                  <a:bodyPr rtlCol="0" anchor="ctr"/>
                  <a:lstStyle/>
                  <a:p>
                    <a:endParaRPr lang="en-US"/>
                  </a:p>
                </p:txBody>
              </p:sp>
              <p:sp>
                <p:nvSpPr>
                  <p:cNvPr id="3555" name="Freeform 3554">
                    <a:extLst>
                      <a:ext uri="{FF2B5EF4-FFF2-40B4-BE49-F238E27FC236}">
                        <a16:creationId xmlns:a16="http://schemas.microsoft.com/office/drawing/2014/main" id="{00DE9499-FA75-751E-05F4-45770DD5D3B6}"/>
                      </a:ext>
                    </a:extLst>
                  </p:cNvPr>
                  <p:cNvSpPr/>
                  <p:nvPr/>
                </p:nvSpPr>
                <p:spPr>
                  <a:xfrm>
                    <a:off x="5171387" y="2381188"/>
                    <a:ext cx="25053" cy="38861"/>
                  </a:xfrm>
                  <a:custGeom>
                    <a:avLst/>
                    <a:gdLst>
                      <a:gd name="connsiteX0" fmla="*/ 0 w 25053"/>
                      <a:gd name="connsiteY0" fmla="*/ 38862 h 38861"/>
                      <a:gd name="connsiteX1" fmla="*/ 0 w 25053"/>
                      <a:gd name="connsiteY1" fmla="*/ 0 h 38861"/>
                      <a:gd name="connsiteX2" fmla="*/ 25053 w 25053"/>
                      <a:gd name="connsiteY2" fmla="*/ 0 h 38861"/>
                      <a:gd name="connsiteX3" fmla="*/ 25053 w 25053"/>
                      <a:gd name="connsiteY3" fmla="*/ 3126 h 38861"/>
                      <a:gd name="connsiteX4" fmla="*/ 3688 w 25053"/>
                      <a:gd name="connsiteY4" fmla="*/ 3126 h 38861"/>
                      <a:gd name="connsiteX5" fmla="*/ 3688 w 25053"/>
                      <a:gd name="connsiteY5" fmla="*/ 17160 h 38861"/>
                      <a:gd name="connsiteX6" fmla="*/ 23119 w 25053"/>
                      <a:gd name="connsiteY6" fmla="*/ 17160 h 38861"/>
                      <a:gd name="connsiteX7" fmla="*/ 23119 w 25053"/>
                      <a:gd name="connsiteY7" fmla="*/ 20286 h 38861"/>
                      <a:gd name="connsiteX8" fmla="*/ 3688 w 25053"/>
                      <a:gd name="connsiteY8" fmla="*/ 20286 h 38861"/>
                      <a:gd name="connsiteX9" fmla="*/ 3688 w 25053"/>
                      <a:gd name="connsiteY9" fmla="*/ 38862 h 38861"/>
                      <a:gd name="connsiteX10" fmla="*/ 23 w 25053"/>
                      <a:gd name="connsiteY10" fmla="*/ 38862 h 3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53" h="38861">
                        <a:moveTo>
                          <a:pt x="0" y="38862"/>
                        </a:moveTo>
                        <a:lnTo>
                          <a:pt x="0" y="0"/>
                        </a:lnTo>
                        <a:lnTo>
                          <a:pt x="25053" y="0"/>
                        </a:lnTo>
                        <a:lnTo>
                          <a:pt x="25053" y="3126"/>
                        </a:lnTo>
                        <a:lnTo>
                          <a:pt x="3688" y="3126"/>
                        </a:lnTo>
                        <a:lnTo>
                          <a:pt x="3688" y="17160"/>
                        </a:lnTo>
                        <a:lnTo>
                          <a:pt x="23119" y="17160"/>
                        </a:lnTo>
                        <a:lnTo>
                          <a:pt x="23119" y="20286"/>
                        </a:lnTo>
                        <a:lnTo>
                          <a:pt x="3688" y="20286"/>
                        </a:lnTo>
                        <a:lnTo>
                          <a:pt x="3688" y="38862"/>
                        </a:lnTo>
                        <a:lnTo>
                          <a:pt x="23" y="38862"/>
                        </a:lnTo>
                        <a:close/>
                      </a:path>
                    </a:pathLst>
                  </a:custGeom>
                  <a:solidFill>
                    <a:srgbClr val="231F20"/>
                  </a:solidFill>
                  <a:ln w="2249" cap="flat">
                    <a:noFill/>
                    <a:prstDash val="solid"/>
                    <a:miter/>
                  </a:ln>
                </p:spPr>
                <p:txBody>
                  <a:bodyPr rtlCol="0" anchor="ctr"/>
                  <a:lstStyle/>
                  <a:p>
                    <a:endParaRPr lang="en-US"/>
                  </a:p>
                </p:txBody>
              </p:sp>
              <p:sp>
                <p:nvSpPr>
                  <p:cNvPr id="3556" name="Freeform 3555">
                    <a:extLst>
                      <a:ext uri="{FF2B5EF4-FFF2-40B4-BE49-F238E27FC236}">
                        <a16:creationId xmlns:a16="http://schemas.microsoft.com/office/drawing/2014/main" id="{6340C72F-FF7A-FAD5-6FC8-F476FCA203F0}"/>
                      </a:ext>
                    </a:extLst>
                  </p:cNvPr>
                  <p:cNvSpPr/>
                  <p:nvPr/>
                </p:nvSpPr>
                <p:spPr>
                  <a:xfrm>
                    <a:off x="5199566" y="2415732"/>
                    <a:ext cx="9737" cy="22287"/>
                  </a:xfrm>
                  <a:custGeom>
                    <a:avLst/>
                    <a:gdLst>
                      <a:gd name="connsiteX0" fmla="*/ 9738 w 9737"/>
                      <a:gd name="connsiteY0" fmla="*/ 22287 h 22287"/>
                      <a:gd name="connsiteX1" fmla="*/ 5240 w 9737"/>
                      <a:gd name="connsiteY1" fmla="*/ 22287 h 22287"/>
                      <a:gd name="connsiteX2" fmla="*/ 5240 w 9737"/>
                      <a:gd name="connsiteY2" fmla="*/ 6927 h 22287"/>
                      <a:gd name="connsiteX3" fmla="*/ 0 w 9737"/>
                      <a:gd name="connsiteY3" fmla="*/ 6927 h 22287"/>
                      <a:gd name="connsiteX4" fmla="*/ 0 w 9737"/>
                      <a:gd name="connsiteY4" fmla="*/ 3936 h 22287"/>
                      <a:gd name="connsiteX5" fmla="*/ 2901 w 9737"/>
                      <a:gd name="connsiteY5" fmla="*/ 3666 h 22287"/>
                      <a:gd name="connsiteX6" fmla="*/ 5060 w 9737"/>
                      <a:gd name="connsiteY6" fmla="*/ 2496 h 22287"/>
                      <a:gd name="connsiteX7" fmla="*/ 5915 w 9737"/>
                      <a:gd name="connsiteY7" fmla="*/ 900 h 22287"/>
                      <a:gd name="connsiteX8" fmla="*/ 6095 w 9737"/>
                      <a:gd name="connsiteY8" fmla="*/ 0 h 22287"/>
                      <a:gd name="connsiteX9" fmla="*/ 9738 w 9737"/>
                      <a:gd name="connsiteY9" fmla="*/ 0 h 22287"/>
                      <a:gd name="connsiteX10" fmla="*/ 9738 w 9737"/>
                      <a:gd name="connsiteY10" fmla="*/ 22287 h 22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7" h="22287">
                        <a:moveTo>
                          <a:pt x="9738" y="22287"/>
                        </a:moveTo>
                        <a:lnTo>
                          <a:pt x="5240" y="22287"/>
                        </a:lnTo>
                        <a:lnTo>
                          <a:pt x="5240" y="6927"/>
                        </a:lnTo>
                        <a:lnTo>
                          <a:pt x="0" y="6927"/>
                        </a:lnTo>
                        <a:lnTo>
                          <a:pt x="0" y="3936"/>
                        </a:lnTo>
                        <a:cubicBezTo>
                          <a:pt x="1372" y="3868"/>
                          <a:pt x="2361" y="3778"/>
                          <a:pt x="2901" y="3666"/>
                        </a:cubicBezTo>
                        <a:cubicBezTo>
                          <a:pt x="3778" y="3463"/>
                          <a:pt x="4498" y="3081"/>
                          <a:pt x="5060" y="2496"/>
                        </a:cubicBezTo>
                        <a:cubicBezTo>
                          <a:pt x="5442" y="2092"/>
                          <a:pt x="5735" y="1574"/>
                          <a:pt x="5915" y="900"/>
                        </a:cubicBezTo>
                        <a:cubicBezTo>
                          <a:pt x="6027" y="495"/>
                          <a:pt x="6095" y="202"/>
                          <a:pt x="6095" y="0"/>
                        </a:cubicBezTo>
                        <a:lnTo>
                          <a:pt x="9738" y="0"/>
                        </a:lnTo>
                        <a:lnTo>
                          <a:pt x="9738" y="22287"/>
                        </a:lnTo>
                        <a:close/>
                      </a:path>
                    </a:pathLst>
                  </a:custGeom>
                  <a:solidFill>
                    <a:srgbClr val="231F20"/>
                  </a:solidFill>
                  <a:ln w="2249" cap="flat">
                    <a:noFill/>
                    <a:prstDash val="solid"/>
                    <a:miter/>
                  </a:ln>
                </p:spPr>
                <p:txBody>
                  <a:bodyPr rtlCol="0" anchor="ctr"/>
                  <a:lstStyle/>
                  <a:p>
                    <a:endParaRPr lang="en-US"/>
                  </a:p>
                </p:txBody>
              </p:sp>
              <p:sp>
                <p:nvSpPr>
                  <p:cNvPr id="3557" name="Freeform 3556">
                    <a:extLst>
                      <a:ext uri="{FF2B5EF4-FFF2-40B4-BE49-F238E27FC236}">
                        <a16:creationId xmlns:a16="http://schemas.microsoft.com/office/drawing/2014/main" id="{71D0C07F-4D74-8A35-A2C8-80D755F8C3E6}"/>
                      </a:ext>
                    </a:extLst>
                  </p:cNvPr>
                  <p:cNvSpPr/>
                  <p:nvPr/>
                </p:nvSpPr>
                <p:spPr>
                  <a:xfrm>
                    <a:off x="5215893" y="2415574"/>
                    <a:ext cx="15360" cy="23006"/>
                  </a:xfrm>
                  <a:custGeom>
                    <a:avLst/>
                    <a:gdLst>
                      <a:gd name="connsiteX0" fmla="*/ 7669 w 15360"/>
                      <a:gd name="connsiteY0" fmla="*/ 23007 h 23006"/>
                      <a:gd name="connsiteX1" fmla="*/ 1709 w 15360"/>
                      <a:gd name="connsiteY1" fmla="*/ 20016 h 23006"/>
                      <a:gd name="connsiteX2" fmla="*/ 0 w 15360"/>
                      <a:gd name="connsiteY2" fmla="*/ 11515 h 23006"/>
                      <a:gd name="connsiteX3" fmla="*/ 1709 w 15360"/>
                      <a:gd name="connsiteY3" fmla="*/ 2991 h 23006"/>
                      <a:gd name="connsiteX4" fmla="*/ 7669 w 15360"/>
                      <a:gd name="connsiteY4" fmla="*/ 0 h 23006"/>
                      <a:gd name="connsiteX5" fmla="*/ 13651 w 15360"/>
                      <a:gd name="connsiteY5" fmla="*/ 2991 h 23006"/>
                      <a:gd name="connsiteX6" fmla="*/ 15361 w 15360"/>
                      <a:gd name="connsiteY6" fmla="*/ 11515 h 23006"/>
                      <a:gd name="connsiteX7" fmla="*/ 13651 w 15360"/>
                      <a:gd name="connsiteY7" fmla="*/ 20016 h 23006"/>
                      <a:gd name="connsiteX8" fmla="*/ 7692 w 15360"/>
                      <a:gd name="connsiteY8" fmla="*/ 23007 h 23006"/>
                      <a:gd name="connsiteX9" fmla="*/ 10233 w 15360"/>
                      <a:gd name="connsiteY9" fmla="*/ 17384 h 23006"/>
                      <a:gd name="connsiteX10" fmla="*/ 10840 w 15360"/>
                      <a:gd name="connsiteY10" fmla="*/ 11515 h 23006"/>
                      <a:gd name="connsiteX11" fmla="*/ 10233 w 15360"/>
                      <a:gd name="connsiteY11" fmla="*/ 5555 h 23006"/>
                      <a:gd name="connsiteX12" fmla="*/ 7669 w 15360"/>
                      <a:gd name="connsiteY12" fmla="*/ 3621 h 23006"/>
                      <a:gd name="connsiteX13" fmla="*/ 5083 w 15360"/>
                      <a:gd name="connsiteY13" fmla="*/ 5555 h 23006"/>
                      <a:gd name="connsiteX14" fmla="*/ 4453 w 15360"/>
                      <a:gd name="connsiteY14" fmla="*/ 11515 h 23006"/>
                      <a:gd name="connsiteX15" fmla="*/ 5083 w 15360"/>
                      <a:gd name="connsiteY15" fmla="*/ 17384 h 23006"/>
                      <a:gd name="connsiteX16" fmla="*/ 7669 w 15360"/>
                      <a:gd name="connsiteY16" fmla="*/ 19431 h 23006"/>
                      <a:gd name="connsiteX17" fmla="*/ 10233 w 15360"/>
                      <a:gd name="connsiteY17" fmla="*/ 17384 h 2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360" h="23006">
                        <a:moveTo>
                          <a:pt x="7669" y="23007"/>
                        </a:moveTo>
                        <a:cubicBezTo>
                          <a:pt x="4835" y="23007"/>
                          <a:pt x="2834" y="22017"/>
                          <a:pt x="1709" y="20016"/>
                        </a:cubicBezTo>
                        <a:cubicBezTo>
                          <a:pt x="562" y="18037"/>
                          <a:pt x="0" y="15203"/>
                          <a:pt x="0" y="11515"/>
                        </a:cubicBezTo>
                        <a:cubicBezTo>
                          <a:pt x="0" y="7826"/>
                          <a:pt x="562" y="4993"/>
                          <a:pt x="1709" y="2991"/>
                        </a:cubicBezTo>
                        <a:cubicBezTo>
                          <a:pt x="2856" y="990"/>
                          <a:pt x="4835" y="0"/>
                          <a:pt x="7669" y="0"/>
                        </a:cubicBezTo>
                        <a:cubicBezTo>
                          <a:pt x="10503" y="0"/>
                          <a:pt x="12504" y="990"/>
                          <a:pt x="13651" y="2991"/>
                        </a:cubicBezTo>
                        <a:cubicBezTo>
                          <a:pt x="14798" y="4993"/>
                          <a:pt x="15361" y="7826"/>
                          <a:pt x="15361" y="11515"/>
                        </a:cubicBezTo>
                        <a:cubicBezTo>
                          <a:pt x="15361" y="15203"/>
                          <a:pt x="14798" y="18014"/>
                          <a:pt x="13651" y="20016"/>
                        </a:cubicBezTo>
                        <a:cubicBezTo>
                          <a:pt x="12504" y="21995"/>
                          <a:pt x="10525" y="23007"/>
                          <a:pt x="7692" y="23007"/>
                        </a:cubicBezTo>
                        <a:close/>
                        <a:moveTo>
                          <a:pt x="10233" y="17384"/>
                        </a:moveTo>
                        <a:cubicBezTo>
                          <a:pt x="10638" y="16035"/>
                          <a:pt x="10840" y="14078"/>
                          <a:pt x="10840" y="11515"/>
                        </a:cubicBezTo>
                        <a:cubicBezTo>
                          <a:pt x="10840" y="8951"/>
                          <a:pt x="10638" y="6837"/>
                          <a:pt x="10233" y="5555"/>
                        </a:cubicBezTo>
                        <a:cubicBezTo>
                          <a:pt x="9828" y="4273"/>
                          <a:pt x="8974" y="3621"/>
                          <a:pt x="7669" y="3621"/>
                        </a:cubicBezTo>
                        <a:cubicBezTo>
                          <a:pt x="6365" y="3621"/>
                          <a:pt x="5510" y="4273"/>
                          <a:pt x="5083" y="5555"/>
                        </a:cubicBezTo>
                        <a:cubicBezTo>
                          <a:pt x="4655" y="6837"/>
                          <a:pt x="4453" y="8838"/>
                          <a:pt x="4453" y="11515"/>
                        </a:cubicBezTo>
                        <a:cubicBezTo>
                          <a:pt x="4453" y="14191"/>
                          <a:pt x="4655" y="16035"/>
                          <a:pt x="5083" y="17384"/>
                        </a:cubicBezTo>
                        <a:cubicBezTo>
                          <a:pt x="5510" y="18734"/>
                          <a:pt x="6365" y="19431"/>
                          <a:pt x="7669" y="19431"/>
                        </a:cubicBezTo>
                        <a:cubicBezTo>
                          <a:pt x="8974" y="19431"/>
                          <a:pt x="9828" y="18756"/>
                          <a:pt x="10233" y="17384"/>
                        </a:cubicBezTo>
                        <a:close/>
                      </a:path>
                    </a:pathLst>
                  </a:custGeom>
                  <a:solidFill>
                    <a:srgbClr val="231F20"/>
                  </a:solidFill>
                  <a:ln w="2249" cap="flat">
                    <a:noFill/>
                    <a:prstDash val="solid"/>
                    <a:miter/>
                  </a:ln>
                </p:spPr>
                <p:txBody>
                  <a:bodyPr rtlCol="0" anchor="ctr"/>
                  <a:lstStyle/>
                  <a:p>
                    <a:endParaRPr lang="en-US"/>
                  </a:p>
                </p:txBody>
              </p:sp>
              <p:sp>
                <p:nvSpPr>
                  <p:cNvPr id="3558" name="Freeform 3557">
                    <a:extLst>
                      <a:ext uri="{FF2B5EF4-FFF2-40B4-BE49-F238E27FC236}">
                        <a16:creationId xmlns:a16="http://schemas.microsoft.com/office/drawing/2014/main" id="{3ACFA8E2-22D7-4D0F-3463-0D300594A1BE}"/>
                      </a:ext>
                    </a:extLst>
                  </p:cNvPr>
                  <p:cNvSpPr/>
                  <p:nvPr/>
                </p:nvSpPr>
                <p:spPr>
                  <a:xfrm>
                    <a:off x="5245467" y="2399652"/>
                    <a:ext cx="26987" cy="13696"/>
                  </a:xfrm>
                  <a:custGeom>
                    <a:avLst/>
                    <a:gdLst>
                      <a:gd name="connsiteX0" fmla="*/ 26988 w 26987"/>
                      <a:gd name="connsiteY0" fmla="*/ 3239 h 13696"/>
                      <a:gd name="connsiteX1" fmla="*/ 0 w 26987"/>
                      <a:gd name="connsiteY1" fmla="*/ 3239 h 13696"/>
                      <a:gd name="connsiteX2" fmla="*/ 0 w 26987"/>
                      <a:gd name="connsiteY2" fmla="*/ 0 h 13696"/>
                      <a:gd name="connsiteX3" fmla="*/ 26988 w 26987"/>
                      <a:gd name="connsiteY3" fmla="*/ 0 h 13696"/>
                      <a:gd name="connsiteX4" fmla="*/ 26988 w 26987"/>
                      <a:gd name="connsiteY4" fmla="*/ 3239 h 13696"/>
                      <a:gd name="connsiteX5" fmla="*/ 26988 w 26987"/>
                      <a:gd name="connsiteY5" fmla="*/ 13696 h 13696"/>
                      <a:gd name="connsiteX6" fmla="*/ 0 w 26987"/>
                      <a:gd name="connsiteY6" fmla="*/ 13696 h 13696"/>
                      <a:gd name="connsiteX7" fmla="*/ 0 w 26987"/>
                      <a:gd name="connsiteY7" fmla="*/ 10458 h 13696"/>
                      <a:gd name="connsiteX8" fmla="*/ 26988 w 26987"/>
                      <a:gd name="connsiteY8" fmla="*/ 10458 h 13696"/>
                      <a:gd name="connsiteX9" fmla="*/ 26988 w 26987"/>
                      <a:gd name="connsiteY9" fmla="*/ 13696 h 13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87" h="13696">
                        <a:moveTo>
                          <a:pt x="26988" y="3239"/>
                        </a:moveTo>
                        <a:lnTo>
                          <a:pt x="0" y="3239"/>
                        </a:lnTo>
                        <a:lnTo>
                          <a:pt x="0" y="0"/>
                        </a:lnTo>
                        <a:lnTo>
                          <a:pt x="26988" y="0"/>
                        </a:lnTo>
                        <a:lnTo>
                          <a:pt x="26988" y="3239"/>
                        </a:lnTo>
                        <a:close/>
                        <a:moveTo>
                          <a:pt x="26988" y="13696"/>
                        </a:moveTo>
                        <a:lnTo>
                          <a:pt x="0" y="13696"/>
                        </a:lnTo>
                        <a:lnTo>
                          <a:pt x="0" y="10458"/>
                        </a:lnTo>
                        <a:lnTo>
                          <a:pt x="26988" y="10458"/>
                        </a:lnTo>
                        <a:lnTo>
                          <a:pt x="26988" y="13696"/>
                        </a:lnTo>
                        <a:close/>
                      </a:path>
                    </a:pathLst>
                  </a:custGeom>
                  <a:solidFill>
                    <a:srgbClr val="231F20"/>
                  </a:solidFill>
                  <a:ln w="2249" cap="flat">
                    <a:noFill/>
                    <a:prstDash val="solid"/>
                    <a:miter/>
                  </a:ln>
                </p:spPr>
                <p:txBody>
                  <a:bodyPr rtlCol="0" anchor="ctr"/>
                  <a:lstStyle/>
                  <a:p>
                    <a:endParaRPr lang="en-US"/>
                  </a:p>
                </p:txBody>
              </p:sp>
              <p:sp>
                <p:nvSpPr>
                  <p:cNvPr id="3559" name="Freeform 3558">
                    <a:extLst>
                      <a:ext uri="{FF2B5EF4-FFF2-40B4-BE49-F238E27FC236}">
                        <a16:creationId xmlns:a16="http://schemas.microsoft.com/office/drawing/2014/main" id="{7B284119-5571-0B28-CCEC-C6C5FE13489D}"/>
                      </a:ext>
                    </a:extLst>
                  </p:cNvPr>
                  <p:cNvSpPr/>
                  <p:nvPr/>
                </p:nvSpPr>
                <p:spPr>
                  <a:xfrm>
                    <a:off x="5294922" y="2382357"/>
                    <a:ext cx="24266" cy="37692"/>
                  </a:xfrm>
                  <a:custGeom>
                    <a:avLst/>
                    <a:gdLst>
                      <a:gd name="connsiteX0" fmla="*/ 23 w 24266"/>
                      <a:gd name="connsiteY0" fmla="*/ 23 h 37692"/>
                      <a:gd name="connsiteX1" fmla="*/ 24266 w 24266"/>
                      <a:gd name="connsiteY1" fmla="*/ 23 h 37692"/>
                      <a:gd name="connsiteX2" fmla="*/ 24266 w 24266"/>
                      <a:gd name="connsiteY2" fmla="*/ 3261 h 37692"/>
                      <a:gd name="connsiteX3" fmla="*/ 17295 w 24266"/>
                      <a:gd name="connsiteY3" fmla="*/ 12797 h 37692"/>
                      <a:gd name="connsiteX4" fmla="*/ 12594 w 24266"/>
                      <a:gd name="connsiteY4" fmla="*/ 22287 h 37692"/>
                      <a:gd name="connsiteX5" fmla="*/ 9873 w 24266"/>
                      <a:gd name="connsiteY5" fmla="*/ 30901 h 37692"/>
                      <a:gd name="connsiteX6" fmla="*/ 8816 w 24266"/>
                      <a:gd name="connsiteY6" fmla="*/ 37693 h 37692"/>
                      <a:gd name="connsiteX7" fmla="*/ 5038 w 24266"/>
                      <a:gd name="connsiteY7" fmla="*/ 37693 h 37692"/>
                      <a:gd name="connsiteX8" fmla="*/ 6680 w 24266"/>
                      <a:gd name="connsiteY8" fmla="*/ 28967 h 37692"/>
                      <a:gd name="connsiteX9" fmla="*/ 10098 w 24266"/>
                      <a:gd name="connsiteY9" fmla="*/ 19813 h 37692"/>
                      <a:gd name="connsiteX10" fmla="*/ 14731 w 24266"/>
                      <a:gd name="connsiteY10" fmla="*/ 11042 h 37692"/>
                      <a:gd name="connsiteX11" fmla="*/ 20083 w 24266"/>
                      <a:gd name="connsiteY11" fmla="*/ 3463 h 37692"/>
                      <a:gd name="connsiteX12" fmla="*/ 0 w 24266"/>
                      <a:gd name="connsiteY12" fmla="*/ 3463 h 37692"/>
                      <a:gd name="connsiteX13" fmla="*/ 0 w 24266"/>
                      <a:gd name="connsiteY13" fmla="*/ 0 h 3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66" h="37692">
                        <a:moveTo>
                          <a:pt x="23" y="23"/>
                        </a:moveTo>
                        <a:lnTo>
                          <a:pt x="24266" y="23"/>
                        </a:lnTo>
                        <a:lnTo>
                          <a:pt x="24266" y="3261"/>
                        </a:lnTo>
                        <a:cubicBezTo>
                          <a:pt x="21523" y="6365"/>
                          <a:pt x="19206" y="9536"/>
                          <a:pt x="17295" y="12797"/>
                        </a:cubicBezTo>
                        <a:cubicBezTo>
                          <a:pt x="15383" y="16058"/>
                          <a:pt x="13831" y="19229"/>
                          <a:pt x="12594" y="22287"/>
                        </a:cubicBezTo>
                        <a:cubicBezTo>
                          <a:pt x="11357" y="25346"/>
                          <a:pt x="10458" y="28224"/>
                          <a:pt x="9873" y="30901"/>
                        </a:cubicBezTo>
                        <a:cubicBezTo>
                          <a:pt x="9288" y="33554"/>
                          <a:pt x="8929" y="35826"/>
                          <a:pt x="8816" y="37693"/>
                        </a:cubicBezTo>
                        <a:lnTo>
                          <a:pt x="5038" y="37693"/>
                        </a:lnTo>
                        <a:cubicBezTo>
                          <a:pt x="5218" y="34949"/>
                          <a:pt x="5757" y="32048"/>
                          <a:pt x="6680" y="28967"/>
                        </a:cubicBezTo>
                        <a:cubicBezTo>
                          <a:pt x="7601" y="25886"/>
                          <a:pt x="8748" y="22849"/>
                          <a:pt x="10098" y="19813"/>
                        </a:cubicBezTo>
                        <a:cubicBezTo>
                          <a:pt x="11470" y="16800"/>
                          <a:pt x="13022" y="13876"/>
                          <a:pt x="14731" y="11042"/>
                        </a:cubicBezTo>
                        <a:cubicBezTo>
                          <a:pt x="16463" y="8209"/>
                          <a:pt x="18239" y="5690"/>
                          <a:pt x="20083" y="3463"/>
                        </a:cubicBezTo>
                        <a:lnTo>
                          <a:pt x="0" y="3463"/>
                        </a:lnTo>
                        <a:lnTo>
                          <a:pt x="0" y="0"/>
                        </a:lnTo>
                        <a:close/>
                      </a:path>
                    </a:pathLst>
                  </a:custGeom>
                  <a:solidFill>
                    <a:srgbClr val="231F20"/>
                  </a:solidFill>
                  <a:ln w="2249" cap="flat">
                    <a:noFill/>
                    <a:prstDash val="solid"/>
                    <a:miter/>
                  </a:ln>
                </p:spPr>
                <p:txBody>
                  <a:bodyPr rtlCol="0" anchor="ctr"/>
                  <a:lstStyle/>
                  <a:p>
                    <a:endParaRPr lang="en-US"/>
                  </a:p>
                </p:txBody>
              </p:sp>
              <p:sp>
                <p:nvSpPr>
                  <p:cNvPr id="3560" name="Freeform 3559">
                    <a:extLst>
                      <a:ext uri="{FF2B5EF4-FFF2-40B4-BE49-F238E27FC236}">
                        <a16:creationId xmlns:a16="http://schemas.microsoft.com/office/drawing/2014/main" id="{614566B5-3E26-DBEB-1624-08BB1ECB0854}"/>
                      </a:ext>
                    </a:extLst>
                  </p:cNvPr>
                  <p:cNvSpPr/>
                  <p:nvPr/>
                </p:nvSpPr>
                <p:spPr>
                  <a:xfrm>
                    <a:off x="5323843" y="2381997"/>
                    <a:ext cx="25773" cy="38817"/>
                  </a:xfrm>
                  <a:custGeom>
                    <a:avLst/>
                    <a:gdLst>
                      <a:gd name="connsiteX0" fmla="*/ 12932 w 25773"/>
                      <a:gd name="connsiteY0" fmla="*/ 0 h 38817"/>
                      <a:gd name="connsiteX1" fmla="*/ 17789 w 25773"/>
                      <a:gd name="connsiteY1" fmla="*/ 832 h 38817"/>
                      <a:gd name="connsiteX2" fmla="*/ 21275 w 25773"/>
                      <a:gd name="connsiteY2" fmla="*/ 3126 h 38817"/>
                      <a:gd name="connsiteX3" fmla="*/ 23592 w 25773"/>
                      <a:gd name="connsiteY3" fmla="*/ 6522 h 38817"/>
                      <a:gd name="connsiteX4" fmla="*/ 24964 w 25773"/>
                      <a:gd name="connsiteY4" fmla="*/ 10660 h 38817"/>
                      <a:gd name="connsiteX5" fmla="*/ 25616 w 25773"/>
                      <a:gd name="connsiteY5" fmla="*/ 15158 h 38817"/>
                      <a:gd name="connsiteX6" fmla="*/ 25773 w 25773"/>
                      <a:gd name="connsiteY6" fmla="*/ 19701 h 38817"/>
                      <a:gd name="connsiteX7" fmla="*/ 25234 w 25773"/>
                      <a:gd name="connsiteY7" fmla="*/ 26943 h 38817"/>
                      <a:gd name="connsiteX8" fmla="*/ 23254 w 25773"/>
                      <a:gd name="connsiteY8" fmla="*/ 33037 h 38817"/>
                      <a:gd name="connsiteX9" fmla="*/ 19341 w 25773"/>
                      <a:gd name="connsiteY9" fmla="*/ 37243 h 38817"/>
                      <a:gd name="connsiteX10" fmla="*/ 12909 w 25773"/>
                      <a:gd name="connsiteY10" fmla="*/ 38817 h 38817"/>
                      <a:gd name="connsiteX11" fmla="*/ 6455 w 25773"/>
                      <a:gd name="connsiteY11" fmla="*/ 37243 h 38817"/>
                      <a:gd name="connsiteX12" fmla="*/ 2519 w 25773"/>
                      <a:gd name="connsiteY12" fmla="*/ 33015 h 38817"/>
                      <a:gd name="connsiteX13" fmla="*/ 540 w 25773"/>
                      <a:gd name="connsiteY13" fmla="*/ 26808 h 38817"/>
                      <a:gd name="connsiteX14" fmla="*/ 0 w 25773"/>
                      <a:gd name="connsiteY14" fmla="*/ 19341 h 38817"/>
                      <a:gd name="connsiteX15" fmla="*/ 495 w 25773"/>
                      <a:gd name="connsiteY15" fmla="*/ 12279 h 38817"/>
                      <a:gd name="connsiteX16" fmla="*/ 2362 w 25773"/>
                      <a:gd name="connsiteY16" fmla="*/ 6095 h 38817"/>
                      <a:gd name="connsiteX17" fmla="*/ 6275 w 25773"/>
                      <a:gd name="connsiteY17" fmla="*/ 1687 h 38817"/>
                      <a:gd name="connsiteX18" fmla="*/ 12909 w 25773"/>
                      <a:gd name="connsiteY18" fmla="*/ 22 h 38817"/>
                      <a:gd name="connsiteX19" fmla="*/ 22332 w 25773"/>
                      <a:gd name="connsiteY19" fmla="*/ 19319 h 38817"/>
                      <a:gd name="connsiteX20" fmla="*/ 21972 w 25773"/>
                      <a:gd name="connsiteY20" fmla="*/ 13291 h 38817"/>
                      <a:gd name="connsiteX21" fmla="*/ 20601 w 25773"/>
                      <a:gd name="connsiteY21" fmla="*/ 8029 h 38817"/>
                      <a:gd name="connsiteX22" fmla="*/ 17722 w 25773"/>
                      <a:gd name="connsiteY22" fmla="*/ 4295 h 38817"/>
                      <a:gd name="connsiteX23" fmla="*/ 12842 w 25773"/>
                      <a:gd name="connsiteY23" fmla="*/ 2901 h 38817"/>
                      <a:gd name="connsiteX24" fmla="*/ 8164 w 25773"/>
                      <a:gd name="connsiteY24" fmla="*/ 4340 h 38817"/>
                      <a:gd name="connsiteX25" fmla="*/ 5330 w 25773"/>
                      <a:gd name="connsiteY25" fmla="*/ 8141 h 38817"/>
                      <a:gd name="connsiteX26" fmla="*/ 3891 w 25773"/>
                      <a:gd name="connsiteY26" fmla="*/ 13539 h 38817"/>
                      <a:gd name="connsiteX27" fmla="*/ 3486 w 25773"/>
                      <a:gd name="connsiteY27" fmla="*/ 19701 h 38817"/>
                      <a:gd name="connsiteX28" fmla="*/ 3936 w 25773"/>
                      <a:gd name="connsiteY28" fmla="*/ 26358 h 38817"/>
                      <a:gd name="connsiteX29" fmla="*/ 5465 w 25773"/>
                      <a:gd name="connsiteY29" fmla="*/ 31463 h 38817"/>
                      <a:gd name="connsiteX30" fmla="*/ 8344 w 25773"/>
                      <a:gd name="connsiteY30" fmla="*/ 34724 h 38817"/>
                      <a:gd name="connsiteX31" fmla="*/ 12909 w 25773"/>
                      <a:gd name="connsiteY31" fmla="*/ 35893 h 38817"/>
                      <a:gd name="connsiteX32" fmla="*/ 17857 w 25773"/>
                      <a:gd name="connsiteY32" fmla="*/ 34387 h 38817"/>
                      <a:gd name="connsiteX33" fmla="*/ 20691 w 25773"/>
                      <a:gd name="connsiteY33" fmla="*/ 30496 h 38817"/>
                      <a:gd name="connsiteX34" fmla="*/ 21995 w 25773"/>
                      <a:gd name="connsiteY34" fmla="*/ 25143 h 38817"/>
                      <a:gd name="connsiteX35" fmla="*/ 22310 w 25773"/>
                      <a:gd name="connsiteY35" fmla="*/ 19319 h 3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773" h="38817">
                        <a:moveTo>
                          <a:pt x="12932" y="0"/>
                        </a:moveTo>
                        <a:cubicBezTo>
                          <a:pt x="14798" y="0"/>
                          <a:pt x="16418" y="270"/>
                          <a:pt x="17789" y="832"/>
                        </a:cubicBezTo>
                        <a:cubicBezTo>
                          <a:pt x="19161" y="1394"/>
                          <a:pt x="20308" y="2159"/>
                          <a:pt x="21275" y="3126"/>
                        </a:cubicBezTo>
                        <a:cubicBezTo>
                          <a:pt x="22220" y="4093"/>
                          <a:pt x="23007" y="5240"/>
                          <a:pt x="23592" y="6522"/>
                        </a:cubicBezTo>
                        <a:cubicBezTo>
                          <a:pt x="24176" y="7826"/>
                          <a:pt x="24649" y="9198"/>
                          <a:pt x="24964" y="10660"/>
                        </a:cubicBezTo>
                        <a:cubicBezTo>
                          <a:pt x="25279" y="12122"/>
                          <a:pt x="25503" y="13629"/>
                          <a:pt x="25616" y="15158"/>
                        </a:cubicBezTo>
                        <a:cubicBezTo>
                          <a:pt x="25728" y="16687"/>
                          <a:pt x="25773" y="18217"/>
                          <a:pt x="25773" y="19701"/>
                        </a:cubicBezTo>
                        <a:cubicBezTo>
                          <a:pt x="25773" y="22220"/>
                          <a:pt x="25593" y="24626"/>
                          <a:pt x="25234" y="26943"/>
                        </a:cubicBezTo>
                        <a:cubicBezTo>
                          <a:pt x="24874" y="29236"/>
                          <a:pt x="24221" y="31283"/>
                          <a:pt x="23254" y="33037"/>
                        </a:cubicBezTo>
                        <a:cubicBezTo>
                          <a:pt x="22310" y="34791"/>
                          <a:pt x="21005" y="36208"/>
                          <a:pt x="19341" y="37243"/>
                        </a:cubicBezTo>
                        <a:cubicBezTo>
                          <a:pt x="17677" y="38277"/>
                          <a:pt x="15540" y="38817"/>
                          <a:pt x="12909" y="38817"/>
                        </a:cubicBezTo>
                        <a:cubicBezTo>
                          <a:pt x="10278" y="38817"/>
                          <a:pt x="8141" y="38300"/>
                          <a:pt x="6455" y="37243"/>
                        </a:cubicBezTo>
                        <a:cubicBezTo>
                          <a:pt x="4790" y="36208"/>
                          <a:pt x="3463" y="34791"/>
                          <a:pt x="2519" y="33015"/>
                        </a:cubicBezTo>
                        <a:cubicBezTo>
                          <a:pt x="1574" y="31238"/>
                          <a:pt x="900" y="29169"/>
                          <a:pt x="540" y="26808"/>
                        </a:cubicBezTo>
                        <a:cubicBezTo>
                          <a:pt x="180" y="24446"/>
                          <a:pt x="0" y="21950"/>
                          <a:pt x="0" y="19341"/>
                        </a:cubicBezTo>
                        <a:cubicBezTo>
                          <a:pt x="0" y="16935"/>
                          <a:pt x="158" y="14573"/>
                          <a:pt x="495" y="12279"/>
                        </a:cubicBezTo>
                        <a:cubicBezTo>
                          <a:pt x="810" y="9985"/>
                          <a:pt x="1439" y="7916"/>
                          <a:pt x="2362" y="6095"/>
                        </a:cubicBezTo>
                        <a:cubicBezTo>
                          <a:pt x="3284" y="4273"/>
                          <a:pt x="4588" y="2811"/>
                          <a:pt x="6275" y="1687"/>
                        </a:cubicBezTo>
                        <a:cubicBezTo>
                          <a:pt x="7961" y="562"/>
                          <a:pt x="10188" y="22"/>
                          <a:pt x="12909" y="22"/>
                        </a:cubicBezTo>
                        <a:close/>
                        <a:moveTo>
                          <a:pt x="22332" y="19319"/>
                        </a:moveTo>
                        <a:cubicBezTo>
                          <a:pt x="22332" y="17272"/>
                          <a:pt x="22220" y="15270"/>
                          <a:pt x="21972" y="13291"/>
                        </a:cubicBezTo>
                        <a:cubicBezTo>
                          <a:pt x="21725" y="11312"/>
                          <a:pt x="21275" y="9581"/>
                          <a:pt x="20601" y="8029"/>
                        </a:cubicBezTo>
                        <a:cubicBezTo>
                          <a:pt x="19926" y="6477"/>
                          <a:pt x="18959" y="5240"/>
                          <a:pt x="17722" y="4295"/>
                        </a:cubicBezTo>
                        <a:cubicBezTo>
                          <a:pt x="16485" y="3351"/>
                          <a:pt x="14843" y="2901"/>
                          <a:pt x="12842" y="2901"/>
                        </a:cubicBezTo>
                        <a:cubicBezTo>
                          <a:pt x="10930" y="2901"/>
                          <a:pt x="9378" y="3373"/>
                          <a:pt x="8164" y="4340"/>
                        </a:cubicBezTo>
                        <a:cubicBezTo>
                          <a:pt x="6949" y="5308"/>
                          <a:pt x="6005" y="6567"/>
                          <a:pt x="5330" y="8141"/>
                        </a:cubicBezTo>
                        <a:cubicBezTo>
                          <a:pt x="4655" y="9715"/>
                          <a:pt x="4161" y="11515"/>
                          <a:pt x="3891" y="13539"/>
                        </a:cubicBezTo>
                        <a:cubicBezTo>
                          <a:pt x="3621" y="15563"/>
                          <a:pt x="3486" y="17609"/>
                          <a:pt x="3486" y="19701"/>
                        </a:cubicBezTo>
                        <a:cubicBezTo>
                          <a:pt x="3486" y="22152"/>
                          <a:pt x="3644" y="24379"/>
                          <a:pt x="3936" y="26358"/>
                        </a:cubicBezTo>
                        <a:cubicBezTo>
                          <a:pt x="4251" y="28359"/>
                          <a:pt x="4746" y="30046"/>
                          <a:pt x="5465" y="31463"/>
                        </a:cubicBezTo>
                        <a:cubicBezTo>
                          <a:pt x="6185" y="32857"/>
                          <a:pt x="7152" y="33959"/>
                          <a:pt x="8344" y="34724"/>
                        </a:cubicBezTo>
                        <a:cubicBezTo>
                          <a:pt x="9558" y="35489"/>
                          <a:pt x="11065" y="35893"/>
                          <a:pt x="12909" y="35893"/>
                        </a:cubicBezTo>
                        <a:cubicBezTo>
                          <a:pt x="14956" y="35893"/>
                          <a:pt x="16597" y="35399"/>
                          <a:pt x="17857" y="34387"/>
                        </a:cubicBezTo>
                        <a:cubicBezTo>
                          <a:pt x="19094" y="33375"/>
                          <a:pt x="20038" y="32093"/>
                          <a:pt x="20691" y="30496"/>
                        </a:cubicBezTo>
                        <a:cubicBezTo>
                          <a:pt x="21343" y="28899"/>
                          <a:pt x="21770" y="27122"/>
                          <a:pt x="21995" y="25143"/>
                        </a:cubicBezTo>
                        <a:cubicBezTo>
                          <a:pt x="22220" y="23164"/>
                          <a:pt x="22310" y="21230"/>
                          <a:pt x="22310" y="19319"/>
                        </a:cubicBezTo>
                        <a:close/>
                      </a:path>
                    </a:pathLst>
                  </a:custGeom>
                  <a:solidFill>
                    <a:srgbClr val="231F20"/>
                  </a:solidFill>
                  <a:ln w="2249" cap="flat">
                    <a:noFill/>
                    <a:prstDash val="solid"/>
                    <a:miter/>
                  </a:ln>
                </p:spPr>
                <p:txBody>
                  <a:bodyPr rtlCol="0" anchor="ctr"/>
                  <a:lstStyle/>
                  <a:p>
                    <a:endParaRPr lang="en-US"/>
                  </a:p>
                </p:txBody>
              </p:sp>
              <p:sp>
                <p:nvSpPr>
                  <p:cNvPr id="3561" name="Freeform 3560">
                    <a:extLst>
                      <a:ext uri="{FF2B5EF4-FFF2-40B4-BE49-F238E27FC236}">
                        <a16:creationId xmlns:a16="http://schemas.microsoft.com/office/drawing/2014/main" id="{C7135498-6F96-BB1C-EF61-E0D3F0C53521}"/>
                      </a:ext>
                    </a:extLst>
                  </p:cNvPr>
                  <p:cNvSpPr/>
                  <p:nvPr/>
                </p:nvSpPr>
                <p:spPr>
                  <a:xfrm>
                    <a:off x="5357286" y="2415305"/>
                    <a:ext cx="3935" cy="4745"/>
                  </a:xfrm>
                  <a:custGeom>
                    <a:avLst/>
                    <a:gdLst>
                      <a:gd name="connsiteX0" fmla="*/ 0 w 3935"/>
                      <a:gd name="connsiteY0" fmla="*/ 4745 h 4745"/>
                      <a:gd name="connsiteX1" fmla="*/ 0 w 3935"/>
                      <a:gd name="connsiteY1" fmla="*/ 0 h 4745"/>
                      <a:gd name="connsiteX2" fmla="*/ 3936 w 3935"/>
                      <a:gd name="connsiteY2" fmla="*/ 0 h 4745"/>
                      <a:gd name="connsiteX3" fmla="*/ 3936 w 3935"/>
                      <a:gd name="connsiteY3" fmla="*/ 4745 h 4745"/>
                      <a:gd name="connsiteX4" fmla="*/ 0 w 3935"/>
                      <a:gd name="connsiteY4" fmla="*/ 4745 h 4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 h="4745">
                        <a:moveTo>
                          <a:pt x="0" y="4745"/>
                        </a:moveTo>
                        <a:lnTo>
                          <a:pt x="0" y="0"/>
                        </a:lnTo>
                        <a:lnTo>
                          <a:pt x="3936" y="0"/>
                        </a:lnTo>
                        <a:lnTo>
                          <a:pt x="3936" y="4745"/>
                        </a:lnTo>
                        <a:lnTo>
                          <a:pt x="0" y="4745"/>
                        </a:lnTo>
                        <a:close/>
                      </a:path>
                    </a:pathLst>
                  </a:custGeom>
                  <a:solidFill>
                    <a:srgbClr val="231F20"/>
                  </a:solidFill>
                  <a:ln w="2249" cap="flat">
                    <a:noFill/>
                    <a:prstDash val="solid"/>
                    <a:miter/>
                  </a:ln>
                </p:spPr>
                <p:txBody>
                  <a:bodyPr rtlCol="0" anchor="ctr"/>
                  <a:lstStyle/>
                  <a:p>
                    <a:endParaRPr lang="en-US"/>
                  </a:p>
                </p:txBody>
              </p:sp>
              <p:sp>
                <p:nvSpPr>
                  <p:cNvPr id="3562" name="Freeform 3561">
                    <a:extLst>
                      <a:ext uri="{FF2B5EF4-FFF2-40B4-BE49-F238E27FC236}">
                        <a16:creationId xmlns:a16="http://schemas.microsoft.com/office/drawing/2014/main" id="{487EBD06-6EE5-60D3-D82F-38052D531E54}"/>
                      </a:ext>
                    </a:extLst>
                  </p:cNvPr>
                  <p:cNvSpPr/>
                  <p:nvPr/>
                </p:nvSpPr>
                <p:spPr>
                  <a:xfrm>
                    <a:off x="5373276" y="2381975"/>
                    <a:ext cx="13268" cy="38052"/>
                  </a:xfrm>
                  <a:custGeom>
                    <a:avLst/>
                    <a:gdLst>
                      <a:gd name="connsiteX0" fmla="*/ 9828 w 13268"/>
                      <a:gd name="connsiteY0" fmla="*/ 9783 h 38052"/>
                      <a:gd name="connsiteX1" fmla="*/ 0 w 13268"/>
                      <a:gd name="connsiteY1" fmla="*/ 9783 h 38052"/>
                      <a:gd name="connsiteX2" fmla="*/ 0 w 13268"/>
                      <a:gd name="connsiteY2" fmla="*/ 7512 h 38052"/>
                      <a:gd name="connsiteX3" fmla="*/ 3913 w 13268"/>
                      <a:gd name="connsiteY3" fmla="*/ 7084 h 38052"/>
                      <a:gd name="connsiteX4" fmla="*/ 6994 w 13268"/>
                      <a:gd name="connsiteY4" fmla="*/ 6050 h 38052"/>
                      <a:gd name="connsiteX5" fmla="*/ 9198 w 13268"/>
                      <a:gd name="connsiteY5" fmla="*/ 3868 h 38052"/>
                      <a:gd name="connsiteX6" fmla="*/ 10525 w 13268"/>
                      <a:gd name="connsiteY6" fmla="*/ 0 h 38052"/>
                      <a:gd name="connsiteX7" fmla="*/ 13269 w 13268"/>
                      <a:gd name="connsiteY7" fmla="*/ 0 h 38052"/>
                      <a:gd name="connsiteX8" fmla="*/ 13269 w 13268"/>
                      <a:gd name="connsiteY8" fmla="*/ 38052 h 38052"/>
                      <a:gd name="connsiteX9" fmla="*/ 9805 w 13268"/>
                      <a:gd name="connsiteY9" fmla="*/ 38052 h 38052"/>
                      <a:gd name="connsiteX10" fmla="*/ 9805 w 13268"/>
                      <a:gd name="connsiteY10" fmla="*/ 9760 h 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68" h="38052">
                        <a:moveTo>
                          <a:pt x="9828" y="9783"/>
                        </a:moveTo>
                        <a:lnTo>
                          <a:pt x="0" y="9783"/>
                        </a:lnTo>
                        <a:lnTo>
                          <a:pt x="0" y="7512"/>
                        </a:lnTo>
                        <a:cubicBezTo>
                          <a:pt x="1439" y="7399"/>
                          <a:pt x="2744" y="7264"/>
                          <a:pt x="3913" y="7084"/>
                        </a:cubicBezTo>
                        <a:cubicBezTo>
                          <a:pt x="5083" y="6904"/>
                          <a:pt x="6117" y="6567"/>
                          <a:pt x="6994" y="6050"/>
                        </a:cubicBezTo>
                        <a:cubicBezTo>
                          <a:pt x="7871" y="5532"/>
                          <a:pt x="8613" y="4813"/>
                          <a:pt x="9198" y="3868"/>
                        </a:cubicBezTo>
                        <a:cubicBezTo>
                          <a:pt x="9783" y="2924"/>
                          <a:pt x="10233" y="1619"/>
                          <a:pt x="10525" y="0"/>
                        </a:cubicBezTo>
                        <a:lnTo>
                          <a:pt x="13269" y="0"/>
                        </a:lnTo>
                        <a:lnTo>
                          <a:pt x="13269" y="38052"/>
                        </a:lnTo>
                        <a:lnTo>
                          <a:pt x="9805" y="38052"/>
                        </a:lnTo>
                        <a:lnTo>
                          <a:pt x="9805" y="9760"/>
                        </a:lnTo>
                        <a:close/>
                      </a:path>
                    </a:pathLst>
                  </a:custGeom>
                  <a:solidFill>
                    <a:srgbClr val="231F20"/>
                  </a:solidFill>
                  <a:ln w="2249" cap="flat">
                    <a:noFill/>
                    <a:prstDash val="solid"/>
                    <a:miter/>
                  </a:ln>
                </p:spPr>
                <p:txBody>
                  <a:bodyPr rtlCol="0" anchor="ctr"/>
                  <a:lstStyle/>
                  <a:p>
                    <a:endParaRPr lang="en-US"/>
                  </a:p>
                </p:txBody>
              </p:sp>
              <p:sp>
                <p:nvSpPr>
                  <p:cNvPr id="3563" name="Freeform 3562">
                    <a:extLst>
                      <a:ext uri="{FF2B5EF4-FFF2-40B4-BE49-F238E27FC236}">
                        <a16:creationId xmlns:a16="http://schemas.microsoft.com/office/drawing/2014/main" id="{451AD796-A787-BB14-B061-D267088142F0}"/>
                      </a:ext>
                    </a:extLst>
                  </p:cNvPr>
                  <p:cNvSpPr/>
                  <p:nvPr/>
                </p:nvSpPr>
                <p:spPr>
                  <a:xfrm>
                    <a:off x="5399139" y="2381996"/>
                    <a:ext cx="25255" cy="38818"/>
                  </a:xfrm>
                  <a:custGeom>
                    <a:avLst/>
                    <a:gdLst>
                      <a:gd name="connsiteX0" fmla="*/ 6679 w 25255"/>
                      <a:gd name="connsiteY0" fmla="*/ 17589 h 38818"/>
                      <a:gd name="connsiteX1" fmla="*/ 4273 w 25255"/>
                      <a:gd name="connsiteY1" fmla="*/ 15947 h 38818"/>
                      <a:gd name="connsiteX2" fmla="*/ 2631 w 25255"/>
                      <a:gd name="connsiteY2" fmla="*/ 14238 h 38818"/>
                      <a:gd name="connsiteX3" fmla="*/ 1687 w 25255"/>
                      <a:gd name="connsiteY3" fmla="*/ 12169 h 38818"/>
                      <a:gd name="connsiteX4" fmla="*/ 1394 w 25255"/>
                      <a:gd name="connsiteY4" fmla="*/ 9290 h 38818"/>
                      <a:gd name="connsiteX5" fmla="*/ 2249 w 25255"/>
                      <a:gd name="connsiteY5" fmla="*/ 5624 h 38818"/>
                      <a:gd name="connsiteX6" fmla="*/ 4565 w 25255"/>
                      <a:gd name="connsiteY6" fmla="*/ 2633 h 38818"/>
                      <a:gd name="connsiteX7" fmla="*/ 7984 w 25255"/>
                      <a:gd name="connsiteY7" fmla="*/ 654 h 38818"/>
                      <a:gd name="connsiteX8" fmla="*/ 12212 w 25255"/>
                      <a:gd name="connsiteY8" fmla="*/ 2 h 38818"/>
                      <a:gd name="connsiteX9" fmla="*/ 16440 w 25255"/>
                      <a:gd name="connsiteY9" fmla="*/ 541 h 38818"/>
                      <a:gd name="connsiteX10" fmla="*/ 20128 w 25255"/>
                      <a:gd name="connsiteY10" fmla="*/ 2206 h 38818"/>
                      <a:gd name="connsiteX11" fmla="*/ 22714 w 25255"/>
                      <a:gd name="connsiteY11" fmla="*/ 5084 h 38818"/>
                      <a:gd name="connsiteX12" fmla="*/ 23681 w 25255"/>
                      <a:gd name="connsiteY12" fmla="*/ 9267 h 38818"/>
                      <a:gd name="connsiteX13" fmla="*/ 22467 w 25255"/>
                      <a:gd name="connsiteY13" fmla="*/ 14350 h 38818"/>
                      <a:gd name="connsiteX14" fmla="*/ 18509 w 25255"/>
                      <a:gd name="connsiteY14" fmla="*/ 17813 h 38818"/>
                      <a:gd name="connsiteX15" fmla="*/ 23456 w 25255"/>
                      <a:gd name="connsiteY15" fmla="*/ 21434 h 38818"/>
                      <a:gd name="connsiteX16" fmla="*/ 25256 w 25255"/>
                      <a:gd name="connsiteY16" fmla="*/ 27259 h 38818"/>
                      <a:gd name="connsiteX17" fmla="*/ 24311 w 25255"/>
                      <a:gd name="connsiteY17" fmla="*/ 32229 h 38818"/>
                      <a:gd name="connsiteX18" fmla="*/ 21612 w 25255"/>
                      <a:gd name="connsiteY18" fmla="*/ 35850 h 38818"/>
                      <a:gd name="connsiteX19" fmla="*/ 17384 w 25255"/>
                      <a:gd name="connsiteY19" fmla="*/ 38054 h 38818"/>
                      <a:gd name="connsiteX20" fmla="*/ 11874 w 25255"/>
                      <a:gd name="connsiteY20" fmla="*/ 38819 h 38818"/>
                      <a:gd name="connsiteX21" fmla="*/ 7691 w 25255"/>
                      <a:gd name="connsiteY21" fmla="*/ 38122 h 38818"/>
                      <a:gd name="connsiteX22" fmla="*/ 3868 w 25255"/>
                      <a:gd name="connsiteY22" fmla="*/ 36007 h 38818"/>
                      <a:gd name="connsiteX23" fmla="*/ 1079 w 25255"/>
                      <a:gd name="connsiteY23" fmla="*/ 32499 h 38818"/>
                      <a:gd name="connsiteX24" fmla="*/ 0 w 25255"/>
                      <a:gd name="connsiteY24" fmla="*/ 27596 h 38818"/>
                      <a:gd name="connsiteX25" fmla="*/ 1709 w 25255"/>
                      <a:gd name="connsiteY25" fmla="*/ 21524 h 38818"/>
                      <a:gd name="connsiteX26" fmla="*/ 6657 w 25255"/>
                      <a:gd name="connsiteY26" fmla="*/ 17611 h 38818"/>
                      <a:gd name="connsiteX27" fmla="*/ 12729 w 25255"/>
                      <a:gd name="connsiteY27" fmla="*/ 19433 h 38818"/>
                      <a:gd name="connsiteX28" fmla="*/ 9063 w 25255"/>
                      <a:gd name="connsiteY28" fmla="*/ 19927 h 38818"/>
                      <a:gd name="connsiteX29" fmla="*/ 6140 w 25255"/>
                      <a:gd name="connsiteY29" fmla="*/ 21412 h 38818"/>
                      <a:gd name="connsiteX30" fmla="*/ 4206 w 25255"/>
                      <a:gd name="connsiteY30" fmla="*/ 23953 h 38818"/>
                      <a:gd name="connsiteX31" fmla="*/ 3508 w 25255"/>
                      <a:gd name="connsiteY31" fmla="*/ 27596 h 38818"/>
                      <a:gd name="connsiteX32" fmla="*/ 4183 w 25255"/>
                      <a:gd name="connsiteY32" fmla="*/ 30880 h 38818"/>
                      <a:gd name="connsiteX33" fmla="*/ 6072 w 25255"/>
                      <a:gd name="connsiteY33" fmla="*/ 33489 h 38818"/>
                      <a:gd name="connsiteX34" fmla="*/ 9041 w 25255"/>
                      <a:gd name="connsiteY34" fmla="*/ 35243 h 38818"/>
                      <a:gd name="connsiteX35" fmla="*/ 12954 w 25255"/>
                      <a:gd name="connsiteY35" fmla="*/ 35895 h 38818"/>
                      <a:gd name="connsiteX36" fmla="*/ 16462 w 25255"/>
                      <a:gd name="connsiteY36" fmla="*/ 35265 h 38818"/>
                      <a:gd name="connsiteX37" fmla="*/ 19296 w 25255"/>
                      <a:gd name="connsiteY37" fmla="*/ 33511 h 38818"/>
                      <a:gd name="connsiteX38" fmla="*/ 21185 w 25255"/>
                      <a:gd name="connsiteY38" fmla="*/ 30812 h 38818"/>
                      <a:gd name="connsiteX39" fmla="*/ 21860 w 25255"/>
                      <a:gd name="connsiteY39" fmla="*/ 27349 h 38818"/>
                      <a:gd name="connsiteX40" fmla="*/ 21163 w 25255"/>
                      <a:gd name="connsiteY40" fmla="*/ 23863 h 38818"/>
                      <a:gd name="connsiteX41" fmla="*/ 19228 w 25255"/>
                      <a:gd name="connsiteY41" fmla="*/ 21389 h 38818"/>
                      <a:gd name="connsiteX42" fmla="*/ 16305 w 25255"/>
                      <a:gd name="connsiteY42" fmla="*/ 19905 h 38818"/>
                      <a:gd name="connsiteX43" fmla="*/ 12751 w 25255"/>
                      <a:gd name="connsiteY43" fmla="*/ 19410 h 38818"/>
                      <a:gd name="connsiteX44" fmla="*/ 12572 w 25255"/>
                      <a:gd name="connsiteY44" fmla="*/ 2925 h 38818"/>
                      <a:gd name="connsiteX45" fmla="*/ 9558 w 25255"/>
                      <a:gd name="connsiteY45" fmla="*/ 3353 h 38818"/>
                      <a:gd name="connsiteX46" fmla="*/ 7107 w 25255"/>
                      <a:gd name="connsiteY46" fmla="*/ 4657 h 38818"/>
                      <a:gd name="connsiteX47" fmla="*/ 5465 w 25255"/>
                      <a:gd name="connsiteY47" fmla="*/ 6816 h 38818"/>
                      <a:gd name="connsiteX48" fmla="*/ 4880 w 25255"/>
                      <a:gd name="connsiteY48" fmla="*/ 9785 h 38818"/>
                      <a:gd name="connsiteX49" fmla="*/ 5555 w 25255"/>
                      <a:gd name="connsiteY49" fmla="*/ 12843 h 38818"/>
                      <a:gd name="connsiteX50" fmla="*/ 7354 w 25255"/>
                      <a:gd name="connsiteY50" fmla="*/ 14912 h 38818"/>
                      <a:gd name="connsiteX51" fmla="*/ 9940 w 25255"/>
                      <a:gd name="connsiteY51" fmla="*/ 16127 h 38818"/>
                      <a:gd name="connsiteX52" fmla="*/ 12954 w 25255"/>
                      <a:gd name="connsiteY52" fmla="*/ 16532 h 38818"/>
                      <a:gd name="connsiteX53" fmla="*/ 15878 w 25255"/>
                      <a:gd name="connsiteY53" fmla="*/ 16127 h 38818"/>
                      <a:gd name="connsiteX54" fmla="*/ 18194 w 25255"/>
                      <a:gd name="connsiteY54" fmla="*/ 14800 h 38818"/>
                      <a:gd name="connsiteX55" fmla="*/ 19723 w 25255"/>
                      <a:gd name="connsiteY55" fmla="*/ 12483 h 38818"/>
                      <a:gd name="connsiteX56" fmla="*/ 20285 w 25255"/>
                      <a:gd name="connsiteY56" fmla="*/ 9020 h 38818"/>
                      <a:gd name="connsiteX57" fmla="*/ 18396 w 25255"/>
                      <a:gd name="connsiteY57" fmla="*/ 4522 h 38818"/>
                      <a:gd name="connsiteX58" fmla="*/ 12572 w 25255"/>
                      <a:gd name="connsiteY58" fmla="*/ 2925 h 3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255" h="38818">
                        <a:moveTo>
                          <a:pt x="6679" y="17589"/>
                        </a:moveTo>
                        <a:cubicBezTo>
                          <a:pt x="5735" y="17004"/>
                          <a:pt x="4948" y="16464"/>
                          <a:pt x="4273" y="15947"/>
                        </a:cubicBezTo>
                        <a:cubicBezTo>
                          <a:pt x="3598" y="15430"/>
                          <a:pt x="3059" y="14867"/>
                          <a:pt x="2631" y="14238"/>
                        </a:cubicBezTo>
                        <a:cubicBezTo>
                          <a:pt x="2204" y="13630"/>
                          <a:pt x="1889" y="12933"/>
                          <a:pt x="1687" y="12169"/>
                        </a:cubicBezTo>
                        <a:cubicBezTo>
                          <a:pt x="1484" y="11404"/>
                          <a:pt x="1394" y="10437"/>
                          <a:pt x="1394" y="9290"/>
                        </a:cubicBezTo>
                        <a:cubicBezTo>
                          <a:pt x="1394" y="7985"/>
                          <a:pt x="1687" y="6771"/>
                          <a:pt x="2249" y="5624"/>
                        </a:cubicBezTo>
                        <a:cubicBezTo>
                          <a:pt x="2834" y="4477"/>
                          <a:pt x="3598" y="3465"/>
                          <a:pt x="4565" y="2633"/>
                        </a:cubicBezTo>
                        <a:cubicBezTo>
                          <a:pt x="5532" y="1778"/>
                          <a:pt x="6679" y="1126"/>
                          <a:pt x="7984" y="654"/>
                        </a:cubicBezTo>
                        <a:cubicBezTo>
                          <a:pt x="9288" y="182"/>
                          <a:pt x="10705" y="-21"/>
                          <a:pt x="12212" y="2"/>
                        </a:cubicBezTo>
                        <a:cubicBezTo>
                          <a:pt x="13651" y="2"/>
                          <a:pt x="15068" y="182"/>
                          <a:pt x="16440" y="541"/>
                        </a:cubicBezTo>
                        <a:cubicBezTo>
                          <a:pt x="17834" y="901"/>
                          <a:pt x="19049" y="1463"/>
                          <a:pt x="20128" y="2206"/>
                        </a:cubicBezTo>
                        <a:cubicBezTo>
                          <a:pt x="21208" y="2948"/>
                          <a:pt x="22062" y="3915"/>
                          <a:pt x="22714" y="5084"/>
                        </a:cubicBezTo>
                        <a:cubicBezTo>
                          <a:pt x="23367" y="6254"/>
                          <a:pt x="23681" y="7648"/>
                          <a:pt x="23681" y="9267"/>
                        </a:cubicBezTo>
                        <a:cubicBezTo>
                          <a:pt x="23681" y="11246"/>
                          <a:pt x="23277" y="12933"/>
                          <a:pt x="22467" y="14350"/>
                        </a:cubicBezTo>
                        <a:cubicBezTo>
                          <a:pt x="21657" y="15744"/>
                          <a:pt x="20330" y="16914"/>
                          <a:pt x="18509" y="17813"/>
                        </a:cubicBezTo>
                        <a:cubicBezTo>
                          <a:pt x="20600" y="18578"/>
                          <a:pt x="22242" y="19770"/>
                          <a:pt x="23456" y="21434"/>
                        </a:cubicBezTo>
                        <a:cubicBezTo>
                          <a:pt x="24671" y="23098"/>
                          <a:pt x="25256" y="25033"/>
                          <a:pt x="25256" y="27259"/>
                        </a:cubicBezTo>
                        <a:cubicBezTo>
                          <a:pt x="25256" y="29126"/>
                          <a:pt x="24941" y="30790"/>
                          <a:pt x="24311" y="32229"/>
                        </a:cubicBezTo>
                        <a:cubicBezTo>
                          <a:pt x="23681" y="33669"/>
                          <a:pt x="22782" y="34883"/>
                          <a:pt x="21612" y="35850"/>
                        </a:cubicBezTo>
                        <a:cubicBezTo>
                          <a:pt x="20443" y="36817"/>
                          <a:pt x="19026" y="37559"/>
                          <a:pt x="17384" y="38054"/>
                        </a:cubicBezTo>
                        <a:cubicBezTo>
                          <a:pt x="15720" y="38549"/>
                          <a:pt x="13898" y="38819"/>
                          <a:pt x="11874" y="38819"/>
                        </a:cubicBezTo>
                        <a:cubicBezTo>
                          <a:pt x="10502" y="38819"/>
                          <a:pt x="9108" y="38594"/>
                          <a:pt x="7691" y="38122"/>
                        </a:cubicBezTo>
                        <a:cubicBezTo>
                          <a:pt x="6274" y="37649"/>
                          <a:pt x="4993" y="36952"/>
                          <a:pt x="3868" y="36007"/>
                        </a:cubicBezTo>
                        <a:cubicBezTo>
                          <a:pt x="2744" y="35063"/>
                          <a:pt x="1799" y="33893"/>
                          <a:pt x="1079" y="32499"/>
                        </a:cubicBezTo>
                        <a:cubicBezTo>
                          <a:pt x="360" y="31105"/>
                          <a:pt x="0" y="29463"/>
                          <a:pt x="0" y="27596"/>
                        </a:cubicBezTo>
                        <a:cubicBezTo>
                          <a:pt x="0" y="25325"/>
                          <a:pt x="562" y="23301"/>
                          <a:pt x="1709" y="21524"/>
                        </a:cubicBezTo>
                        <a:cubicBezTo>
                          <a:pt x="2856" y="19748"/>
                          <a:pt x="4498" y="18443"/>
                          <a:pt x="6657" y="17611"/>
                        </a:cubicBezTo>
                        <a:close/>
                        <a:moveTo>
                          <a:pt x="12729" y="19433"/>
                        </a:moveTo>
                        <a:cubicBezTo>
                          <a:pt x="11402" y="19433"/>
                          <a:pt x="10165" y="19590"/>
                          <a:pt x="9063" y="19927"/>
                        </a:cubicBezTo>
                        <a:cubicBezTo>
                          <a:pt x="7939" y="20242"/>
                          <a:pt x="6972" y="20737"/>
                          <a:pt x="6140" y="21412"/>
                        </a:cubicBezTo>
                        <a:cubicBezTo>
                          <a:pt x="5308" y="22086"/>
                          <a:pt x="4655" y="22919"/>
                          <a:pt x="4206" y="23953"/>
                        </a:cubicBezTo>
                        <a:cubicBezTo>
                          <a:pt x="3756" y="24988"/>
                          <a:pt x="3508" y="26202"/>
                          <a:pt x="3508" y="27596"/>
                        </a:cubicBezTo>
                        <a:cubicBezTo>
                          <a:pt x="3508" y="28788"/>
                          <a:pt x="3733" y="29890"/>
                          <a:pt x="4183" y="30880"/>
                        </a:cubicBezTo>
                        <a:cubicBezTo>
                          <a:pt x="4633" y="31892"/>
                          <a:pt x="5262" y="32769"/>
                          <a:pt x="6072" y="33489"/>
                        </a:cubicBezTo>
                        <a:cubicBezTo>
                          <a:pt x="6882" y="34208"/>
                          <a:pt x="7871" y="34816"/>
                          <a:pt x="9041" y="35243"/>
                        </a:cubicBezTo>
                        <a:cubicBezTo>
                          <a:pt x="10210" y="35670"/>
                          <a:pt x="11515" y="35895"/>
                          <a:pt x="12954" y="35895"/>
                        </a:cubicBezTo>
                        <a:cubicBezTo>
                          <a:pt x="14213" y="35895"/>
                          <a:pt x="15383" y="35693"/>
                          <a:pt x="16462" y="35265"/>
                        </a:cubicBezTo>
                        <a:cubicBezTo>
                          <a:pt x="17542" y="34838"/>
                          <a:pt x="18486" y="34276"/>
                          <a:pt x="19296" y="33511"/>
                        </a:cubicBezTo>
                        <a:cubicBezTo>
                          <a:pt x="20106" y="32747"/>
                          <a:pt x="20735" y="31847"/>
                          <a:pt x="21185" y="30812"/>
                        </a:cubicBezTo>
                        <a:cubicBezTo>
                          <a:pt x="21635" y="29778"/>
                          <a:pt x="21860" y="28608"/>
                          <a:pt x="21860" y="27349"/>
                        </a:cubicBezTo>
                        <a:cubicBezTo>
                          <a:pt x="21860" y="26022"/>
                          <a:pt x="21635" y="24853"/>
                          <a:pt x="21163" y="23863"/>
                        </a:cubicBezTo>
                        <a:cubicBezTo>
                          <a:pt x="20690" y="22874"/>
                          <a:pt x="20038" y="22041"/>
                          <a:pt x="19228" y="21389"/>
                        </a:cubicBezTo>
                        <a:cubicBezTo>
                          <a:pt x="18396" y="20715"/>
                          <a:pt x="17429" y="20220"/>
                          <a:pt x="16305" y="19905"/>
                        </a:cubicBezTo>
                        <a:cubicBezTo>
                          <a:pt x="15180" y="19590"/>
                          <a:pt x="14011" y="19410"/>
                          <a:pt x="12751" y="19410"/>
                        </a:cubicBezTo>
                        <a:close/>
                        <a:moveTo>
                          <a:pt x="12572" y="2925"/>
                        </a:moveTo>
                        <a:cubicBezTo>
                          <a:pt x="11492" y="2925"/>
                          <a:pt x="10480" y="3060"/>
                          <a:pt x="9558" y="3353"/>
                        </a:cubicBezTo>
                        <a:cubicBezTo>
                          <a:pt x="8613" y="3645"/>
                          <a:pt x="7804" y="4072"/>
                          <a:pt x="7107" y="4657"/>
                        </a:cubicBezTo>
                        <a:cubicBezTo>
                          <a:pt x="6409" y="5242"/>
                          <a:pt x="5847" y="5961"/>
                          <a:pt x="5465" y="6816"/>
                        </a:cubicBezTo>
                        <a:cubicBezTo>
                          <a:pt x="5060" y="7671"/>
                          <a:pt x="4880" y="8660"/>
                          <a:pt x="4880" y="9785"/>
                        </a:cubicBezTo>
                        <a:cubicBezTo>
                          <a:pt x="4880" y="10977"/>
                          <a:pt x="5105" y="11989"/>
                          <a:pt x="5555" y="12843"/>
                        </a:cubicBezTo>
                        <a:cubicBezTo>
                          <a:pt x="6005" y="13698"/>
                          <a:pt x="6612" y="14373"/>
                          <a:pt x="7354" y="14912"/>
                        </a:cubicBezTo>
                        <a:cubicBezTo>
                          <a:pt x="8119" y="15452"/>
                          <a:pt x="8973" y="15857"/>
                          <a:pt x="9940" y="16127"/>
                        </a:cubicBezTo>
                        <a:cubicBezTo>
                          <a:pt x="10907" y="16397"/>
                          <a:pt x="11919" y="16532"/>
                          <a:pt x="12954" y="16532"/>
                        </a:cubicBezTo>
                        <a:cubicBezTo>
                          <a:pt x="13988" y="16532"/>
                          <a:pt x="14978" y="16397"/>
                          <a:pt x="15878" y="16127"/>
                        </a:cubicBezTo>
                        <a:cubicBezTo>
                          <a:pt x="16777" y="15857"/>
                          <a:pt x="17542" y="15407"/>
                          <a:pt x="18194" y="14800"/>
                        </a:cubicBezTo>
                        <a:cubicBezTo>
                          <a:pt x="18846" y="14193"/>
                          <a:pt x="19363" y="13405"/>
                          <a:pt x="19723" y="12483"/>
                        </a:cubicBezTo>
                        <a:cubicBezTo>
                          <a:pt x="20083" y="11561"/>
                          <a:pt x="20285" y="10392"/>
                          <a:pt x="20285" y="9020"/>
                        </a:cubicBezTo>
                        <a:cubicBezTo>
                          <a:pt x="20285" y="7086"/>
                          <a:pt x="19656" y="5579"/>
                          <a:pt x="18396" y="4522"/>
                        </a:cubicBezTo>
                        <a:cubicBezTo>
                          <a:pt x="17137" y="3465"/>
                          <a:pt x="15203" y="2925"/>
                          <a:pt x="12572" y="2925"/>
                        </a:cubicBezTo>
                        <a:close/>
                      </a:path>
                    </a:pathLst>
                  </a:custGeom>
                  <a:solidFill>
                    <a:srgbClr val="231F20"/>
                  </a:solidFill>
                  <a:ln w="2249" cap="flat">
                    <a:noFill/>
                    <a:prstDash val="solid"/>
                    <a:miter/>
                  </a:ln>
                </p:spPr>
                <p:txBody>
                  <a:bodyPr rtlCol="0" anchor="ctr"/>
                  <a:lstStyle/>
                  <a:p>
                    <a:endParaRPr lang="en-US"/>
                  </a:p>
                </p:txBody>
              </p:sp>
            </p:grpSp>
          </p:grpSp>
        </p:grpSp>
        <p:grpSp>
          <p:nvGrpSpPr>
            <p:cNvPr id="10" name="Group 9">
              <a:extLst>
                <a:ext uri="{FF2B5EF4-FFF2-40B4-BE49-F238E27FC236}">
                  <a16:creationId xmlns:a16="http://schemas.microsoft.com/office/drawing/2014/main" id="{DD9C684B-E517-3175-7C99-E877A3EF5950}"/>
                </a:ext>
              </a:extLst>
            </p:cNvPr>
            <p:cNvGrpSpPr/>
            <p:nvPr/>
          </p:nvGrpSpPr>
          <p:grpSpPr>
            <a:xfrm>
              <a:off x="1834110" y="1401021"/>
              <a:ext cx="9144000" cy="3277798"/>
              <a:chOff x="1200811" y="3271231"/>
              <a:chExt cx="9144000" cy="3277798"/>
            </a:xfrm>
          </p:grpSpPr>
          <p:grpSp>
            <p:nvGrpSpPr>
              <p:cNvPr id="11" name="Group 10">
                <a:extLst>
                  <a:ext uri="{FF2B5EF4-FFF2-40B4-BE49-F238E27FC236}">
                    <a16:creationId xmlns:a16="http://schemas.microsoft.com/office/drawing/2014/main" id="{0F39BA45-F1E6-768F-4BAF-F9816C0666D7}"/>
                  </a:ext>
                </a:extLst>
              </p:cNvPr>
              <p:cNvGrpSpPr/>
              <p:nvPr/>
            </p:nvGrpSpPr>
            <p:grpSpPr>
              <a:xfrm>
                <a:off x="1200811" y="3271231"/>
                <a:ext cx="9144000" cy="3277798"/>
                <a:chOff x="1200811" y="3271231"/>
                <a:chExt cx="9144000" cy="3277798"/>
              </a:xfrm>
            </p:grpSpPr>
            <p:sp>
              <p:nvSpPr>
                <p:cNvPr id="27" name="Freeform 26">
                  <a:extLst>
                    <a:ext uri="{FF2B5EF4-FFF2-40B4-BE49-F238E27FC236}">
                      <a16:creationId xmlns:a16="http://schemas.microsoft.com/office/drawing/2014/main" id="{97BDF4FC-0B3E-EEE8-EB76-A5625564F082}"/>
                    </a:ext>
                  </a:extLst>
                </p:cNvPr>
                <p:cNvSpPr/>
                <p:nvPr/>
              </p:nvSpPr>
              <p:spPr>
                <a:xfrm>
                  <a:off x="2316560" y="6202906"/>
                  <a:ext cx="3360729" cy="8416"/>
                </a:xfrm>
                <a:custGeom>
                  <a:avLst/>
                  <a:gdLst>
                    <a:gd name="connsiteX0" fmla="*/ 0 w 897694"/>
                    <a:gd name="connsiteY0" fmla="*/ 0 h 2248"/>
                    <a:gd name="connsiteX1" fmla="*/ 897694 w 897694"/>
                    <a:gd name="connsiteY1" fmla="*/ 0 h 2248"/>
                  </a:gdLst>
                  <a:ahLst/>
                  <a:cxnLst>
                    <a:cxn ang="0">
                      <a:pos x="connsiteX0" y="connsiteY0"/>
                    </a:cxn>
                    <a:cxn ang="0">
                      <a:pos x="connsiteX1" y="connsiteY1"/>
                    </a:cxn>
                  </a:cxnLst>
                  <a:rect l="l" t="t" r="r" b="b"/>
                  <a:pathLst>
                    <a:path w="897694" h="2248">
                      <a:moveTo>
                        <a:pt x="0" y="0"/>
                      </a:moveTo>
                      <a:lnTo>
                        <a:pt x="897694" y="0"/>
                      </a:lnTo>
                    </a:path>
                  </a:pathLst>
                </a:custGeom>
                <a:ln w="4498" cap="sq">
                  <a:solidFill>
                    <a:srgbClr val="262626"/>
                  </a:solidFill>
                  <a:prstDash val="solid"/>
                  <a:round/>
                </a:ln>
              </p:spPr>
              <p:txBody>
                <a:bodyPr rtlCol="0" anchor="ctr"/>
                <a:lstStyle/>
                <a:p>
                  <a:endParaRPr lang="en-US"/>
                </a:p>
              </p:txBody>
            </p:sp>
            <p:grpSp>
              <p:nvGrpSpPr>
                <p:cNvPr id="28" name="Graphic 4479">
                  <a:extLst>
                    <a:ext uri="{FF2B5EF4-FFF2-40B4-BE49-F238E27FC236}">
                      <a16:creationId xmlns:a16="http://schemas.microsoft.com/office/drawing/2014/main" id="{EC9F5173-4E12-7F7D-1DCA-55BC27A1D9E3}"/>
                    </a:ext>
                  </a:extLst>
                </p:cNvPr>
                <p:cNvGrpSpPr/>
                <p:nvPr/>
              </p:nvGrpSpPr>
              <p:grpSpPr>
                <a:xfrm>
                  <a:off x="2392169" y="6362370"/>
                  <a:ext cx="906441" cy="186659"/>
                  <a:chOff x="3588727" y="3029540"/>
                  <a:chExt cx="242122" cy="49859"/>
                </a:xfrm>
                <a:solidFill>
                  <a:srgbClr val="010101"/>
                </a:solidFill>
              </p:grpSpPr>
              <p:sp>
                <p:nvSpPr>
                  <p:cNvPr id="3533" name="Freeform 3532">
                    <a:extLst>
                      <a:ext uri="{FF2B5EF4-FFF2-40B4-BE49-F238E27FC236}">
                        <a16:creationId xmlns:a16="http://schemas.microsoft.com/office/drawing/2014/main" id="{88B25582-EE05-3A6F-486D-721C97CBDF46}"/>
                      </a:ext>
                    </a:extLst>
                  </p:cNvPr>
                  <p:cNvSpPr/>
                  <p:nvPr/>
                </p:nvSpPr>
                <p:spPr>
                  <a:xfrm>
                    <a:off x="3588727" y="3039683"/>
                    <a:ext cx="24895" cy="29461"/>
                  </a:xfrm>
                  <a:custGeom>
                    <a:avLst/>
                    <a:gdLst>
                      <a:gd name="connsiteX0" fmla="*/ 21163 w 24895"/>
                      <a:gd name="connsiteY0" fmla="*/ 9558 h 29461"/>
                      <a:gd name="connsiteX1" fmla="*/ 18194 w 24895"/>
                      <a:gd name="connsiteY1" fmla="*/ 4678 h 29461"/>
                      <a:gd name="connsiteX2" fmla="*/ 12841 w 24895"/>
                      <a:gd name="connsiteY2" fmla="*/ 2924 h 29461"/>
                      <a:gd name="connsiteX3" fmla="*/ 8568 w 24895"/>
                      <a:gd name="connsiteY3" fmla="*/ 3958 h 29461"/>
                      <a:gd name="connsiteX4" fmla="*/ 5645 w 24895"/>
                      <a:gd name="connsiteY4" fmla="*/ 6679 h 29461"/>
                      <a:gd name="connsiteX5" fmla="*/ 3980 w 24895"/>
                      <a:gd name="connsiteY5" fmla="*/ 10503 h 29461"/>
                      <a:gd name="connsiteX6" fmla="*/ 3441 w 24895"/>
                      <a:gd name="connsiteY6" fmla="*/ 14798 h 29461"/>
                      <a:gd name="connsiteX7" fmla="*/ 3958 w 24895"/>
                      <a:gd name="connsiteY7" fmla="*/ 19116 h 29461"/>
                      <a:gd name="connsiteX8" fmla="*/ 5600 w 24895"/>
                      <a:gd name="connsiteY8" fmla="*/ 22894 h 29461"/>
                      <a:gd name="connsiteX9" fmla="*/ 8523 w 24895"/>
                      <a:gd name="connsiteY9" fmla="*/ 25571 h 29461"/>
                      <a:gd name="connsiteX10" fmla="*/ 12841 w 24895"/>
                      <a:gd name="connsiteY10" fmla="*/ 26560 h 29461"/>
                      <a:gd name="connsiteX11" fmla="*/ 18644 w 24895"/>
                      <a:gd name="connsiteY11" fmla="*/ 24559 h 29461"/>
                      <a:gd name="connsiteX12" fmla="*/ 21432 w 24895"/>
                      <a:gd name="connsiteY12" fmla="*/ 19049 h 29461"/>
                      <a:gd name="connsiteX13" fmla="*/ 24896 w 24895"/>
                      <a:gd name="connsiteY13" fmla="*/ 19049 h 29461"/>
                      <a:gd name="connsiteX14" fmla="*/ 23524 w 24895"/>
                      <a:gd name="connsiteY14" fmla="*/ 23277 h 29461"/>
                      <a:gd name="connsiteX15" fmla="*/ 21095 w 24895"/>
                      <a:gd name="connsiteY15" fmla="*/ 26560 h 29461"/>
                      <a:gd name="connsiteX16" fmla="*/ 17564 w 24895"/>
                      <a:gd name="connsiteY16" fmla="*/ 28697 h 29461"/>
                      <a:gd name="connsiteX17" fmla="*/ 12864 w 24895"/>
                      <a:gd name="connsiteY17" fmla="*/ 29461 h 29461"/>
                      <a:gd name="connsiteX18" fmla="*/ 7084 w 24895"/>
                      <a:gd name="connsiteY18" fmla="*/ 28337 h 29461"/>
                      <a:gd name="connsiteX19" fmla="*/ 3081 w 24895"/>
                      <a:gd name="connsiteY19" fmla="*/ 25233 h 29461"/>
                      <a:gd name="connsiteX20" fmla="*/ 765 w 24895"/>
                      <a:gd name="connsiteY20" fmla="*/ 20556 h 29461"/>
                      <a:gd name="connsiteX21" fmla="*/ 0 w 24895"/>
                      <a:gd name="connsiteY21" fmla="*/ 14776 h 29461"/>
                      <a:gd name="connsiteX22" fmla="*/ 832 w 24895"/>
                      <a:gd name="connsiteY22" fmla="*/ 9198 h 29461"/>
                      <a:gd name="connsiteX23" fmla="*/ 3283 w 24895"/>
                      <a:gd name="connsiteY23" fmla="*/ 4475 h 29461"/>
                      <a:gd name="connsiteX24" fmla="*/ 7309 w 24895"/>
                      <a:gd name="connsiteY24" fmla="*/ 1214 h 29461"/>
                      <a:gd name="connsiteX25" fmla="*/ 12841 w 24895"/>
                      <a:gd name="connsiteY25" fmla="*/ 0 h 29461"/>
                      <a:gd name="connsiteX26" fmla="*/ 20690 w 24895"/>
                      <a:gd name="connsiteY26" fmla="*/ 2316 h 29461"/>
                      <a:gd name="connsiteX27" fmla="*/ 24446 w 24895"/>
                      <a:gd name="connsiteY27" fmla="*/ 9558 h 29461"/>
                      <a:gd name="connsiteX28" fmla="*/ 21163 w 24895"/>
                      <a:gd name="connsiteY28" fmla="*/ 9558 h 29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4895" h="29461">
                        <a:moveTo>
                          <a:pt x="21163" y="9558"/>
                        </a:moveTo>
                        <a:cubicBezTo>
                          <a:pt x="20578" y="7467"/>
                          <a:pt x="19588" y="5847"/>
                          <a:pt x="18194" y="4678"/>
                        </a:cubicBezTo>
                        <a:cubicBezTo>
                          <a:pt x="16800" y="3508"/>
                          <a:pt x="15000" y="2924"/>
                          <a:pt x="12841" y="2924"/>
                        </a:cubicBezTo>
                        <a:cubicBezTo>
                          <a:pt x="11177" y="2924"/>
                          <a:pt x="9760" y="3261"/>
                          <a:pt x="8568" y="3958"/>
                        </a:cubicBezTo>
                        <a:cubicBezTo>
                          <a:pt x="7376" y="4633"/>
                          <a:pt x="6409" y="5555"/>
                          <a:pt x="5645" y="6679"/>
                        </a:cubicBezTo>
                        <a:cubicBezTo>
                          <a:pt x="4880" y="7804"/>
                          <a:pt x="4340" y="9086"/>
                          <a:pt x="3980" y="10503"/>
                        </a:cubicBezTo>
                        <a:cubicBezTo>
                          <a:pt x="3621" y="11920"/>
                          <a:pt x="3441" y="13359"/>
                          <a:pt x="3441" y="14798"/>
                        </a:cubicBezTo>
                        <a:cubicBezTo>
                          <a:pt x="3441" y="16237"/>
                          <a:pt x="3621" y="17722"/>
                          <a:pt x="3958" y="19116"/>
                        </a:cubicBezTo>
                        <a:cubicBezTo>
                          <a:pt x="4295" y="20510"/>
                          <a:pt x="4858" y="21770"/>
                          <a:pt x="5600" y="22894"/>
                        </a:cubicBezTo>
                        <a:cubicBezTo>
                          <a:pt x="6342" y="24019"/>
                          <a:pt x="7332" y="24896"/>
                          <a:pt x="8523" y="25571"/>
                        </a:cubicBezTo>
                        <a:cubicBezTo>
                          <a:pt x="9715" y="26245"/>
                          <a:pt x="11155" y="26560"/>
                          <a:pt x="12841" y="26560"/>
                        </a:cubicBezTo>
                        <a:cubicBezTo>
                          <a:pt x="15248" y="26560"/>
                          <a:pt x="17182" y="25886"/>
                          <a:pt x="18644" y="24559"/>
                        </a:cubicBezTo>
                        <a:cubicBezTo>
                          <a:pt x="20106" y="23232"/>
                          <a:pt x="21028" y="21388"/>
                          <a:pt x="21432" y="19049"/>
                        </a:cubicBezTo>
                        <a:lnTo>
                          <a:pt x="24896" y="19049"/>
                        </a:lnTo>
                        <a:cubicBezTo>
                          <a:pt x="24603" y="20600"/>
                          <a:pt x="24154" y="22017"/>
                          <a:pt x="23524" y="23277"/>
                        </a:cubicBezTo>
                        <a:cubicBezTo>
                          <a:pt x="22894" y="24559"/>
                          <a:pt x="22085" y="25661"/>
                          <a:pt x="21095" y="26560"/>
                        </a:cubicBezTo>
                        <a:cubicBezTo>
                          <a:pt x="20106" y="27482"/>
                          <a:pt x="18936" y="28179"/>
                          <a:pt x="17564" y="28697"/>
                        </a:cubicBezTo>
                        <a:cubicBezTo>
                          <a:pt x="16192" y="29192"/>
                          <a:pt x="14641" y="29461"/>
                          <a:pt x="12864" y="29461"/>
                        </a:cubicBezTo>
                        <a:cubicBezTo>
                          <a:pt x="10638" y="29461"/>
                          <a:pt x="8703" y="29079"/>
                          <a:pt x="7084" y="28337"/>
                        </a:cubicBezTo>
                        <a:cubicBezTo>
                          <a:pt x="5465" y="27595"/>
                          <a:pt x="4138" y="26538"/>
                          <a:pt x="3081" y="25233"/>
                        </a:cubicBezTo>
                        <a:cubicBezTo>
                          <a:pt x="2046" y="23929"/>
                          <a:pt x="1259" y="22355"/>
                          <a:pt x="765" y="20556"/>
                        </a:cubicBezTo>
                        <a:cubicBezTo>
                          <a:pt x="270" y="18756"/>
                          <a:pt x="0" y="16822"/>
                          <a:pt x="0" y="14776"/>
                        </a:cubicBezTo>
                        <a:cubicBezTo>
                          <a:pt x="0" y="12842"/>
                          <a:pt x="270" y="10975"/>
                          <a:pt x="832" y="9198"/>
                        </a:cubicBezTo>
                        <a:cubicBezTo>
                          <a:pt x="1394" y="7422"/>
                          <a:pt x="2204" y="5847"/>
                          <a:pt x="3283" y="4475"/>
                        </a:cubicBezTo>
                        <a:cubicBezTo>
                          <a:pt x="4363" y="3104"/>
                          <a:pt x="5712" y="2024"/>
                          <a:pt x="7309" y="1214"/>
                        </a:cubicBezTo>
                        <a:cubicBezTo>
                          <a:pt x="8906" y="405"/>
                          <a:pt x="10750" y="0"/>
                          <a:pt x="12841" y="0"/>
                        </a:cubicBezTo>
                        <a:cubicBezTo>
                          <a:pt x="16080" y="0"/>
                          <a:pt x="18689" y="765"/>
                          <a:pt x="20690" y="2316"/>
                        </a:cubicBezTo>
                        <a:cubicBezTo>
                          <a:pt x="22692" y="3868"/>
                          <a:pt x="23929" y="6275"/>
                          <a:pt x="24446" y="9558"/>
                        </a:cubicBezTo>
                        <a:lnTo>
                          <a:pt x="21163" y="9558"/>
                        </a:lnTo>
                        <a:close/>
                      </a:path>
                    </a:pathLst>
                  </a:custGeom>
                  <a:solidFill>
                    <a:srgbClr val="010101"/>
                  </a:solidFill>
                  <a:ln w="2249" cap="flat">
                    <a:noFill/>
                    <a:prstDash val="solid"/>
                    <a:miter/>
                  </a:ln>
                </p:spPr>
                <p:txBody>
                  <a:bodyPr rtlCol="0" anchor="ctr"/>
                  <a:lstStyle/>
                  <a:p>
                    <a:endParaRPr lang="en-US"/>
                  </a:p>
                </p:txBody>
              </p:sp>
              <p:sp>
                <p:nvSpPr>
                  <p:cNvPr id="3534" name="Freeform 3533">
                    <a:extLst>
                      <a:ext uri="{FF2B5EF4-FFF2-40B4-BE49-F238E27FC236}">
                        <a16:creationId xmlns:a16="http://schemas.microsoft.com/office/drawing/2014/main" id="{002B336A-00FC-0701-751E-2A9D8C8EE988}"/>
                      </a:ext>
                    </a:extLst>
                  </p:cNvPr>
                  <p:cNvSpPr/>
                  <p:nvPr/>
                </p:nvSpPr>
                <p:spPr>
                  <a:xfrm>
                    <a:off x="3618256" y="3039660"/>
                    <a:ext cx="25907" cy="29483"/>
                  </a:xfrm>
                  <a:custGeom>
                    <a:avLst/>
                    <a:gdLst>
                      <a:gd name="connsiteX0" fmla="*/ 12954 w 25907"/>
                      <a:gd name="connsiteY0" fmla="*/ 29484 h 29483"/>
                      <a:gd name="connsiteX1" fmla="*/ 7916 w 25907"/>
                      <a:gd name="connsiteY1" fmla="*/ 28517 h 29483"/>
                      <a:gd name="connsiteX2" fmla="*/ 3823 w 25907"/>
                      <a:gd name="connsiteY2" fmla="*/ 25773 h 29483"/>
                      <a:gd name="connsiteX3" fmla="*/ 1034 w 25907"/>
                      <a:gd name="connsiteY3" fmla="*/ 21185 h 29483"/>
                      <a:gd name="connsiteX4" fmla="*/ 0 w 25907"/>
                      <a:gd name="connsiteY4" fmla="*/ 14753 h 29483"/>
                      <a:gd name="connsiteX5" fmla="*/ 810 w 25907"/>
                      <a:gd name="connsiteY5" fmla="*/ 8996 h 29483"/>
                      <a:gd name="connsiteX6" fmla="*/ 3238 w 25907"/>
                      <a:gd name="connsiteY6" fmla="*/ 4318 h 29483"/>
                      <a:gd name="connsiteX7" fmla="*/ 7287 w 25907"/>
                      <a:gd name="connsiteY7" fmla="*/ 1169 h 29483"/>
                      <a:gd name="connsiteX8" fmla="*/ 12954 w 25907"/>
                      <a:gd name="connsiteY8" fmla="*/ 0 h 29483"/>
                      <a:gd name="connsiteX9" fmla="*/ 18666 w 25907"/>
                      <a:gd name="connsiteY9" fmla="*/ 1169 h 29483"/>
                      <a:gd name="connsiteX10" fmla="*/ 22714 w 25907"/>
                      <a:gd name="connsiteY10" fmla="*/ 4295 h 29483"/>
                      <a:gd name="connsiteX11" fmla="*/ 25121 w 25907"/>
                      <a:gd name="connsiteY11" fmla="*/ 8973 h 29483"/>
                      <a:gd name="connsiteX12" fmla="*/ 25908 w 25907"/>
                      <a:gd name="connsiteY12" fmla="*/ 14753 h 29483"/>
                      <a:gd name="connsiteX13" fmla="*/ 24986 w 25907"/>
                      <a:gd name="connsiteY13" fmla="*/ 20803 h 29483"/>
                      <a:gd name="connsiteX14" fmla="*/ 22377 w 25907"/>
                      <a:gd name="connsiteY14" fmla="*/ 25436 h 29483"/>
                      <a:gd name="connsiteX15" fmla="*/ 18284 w 25907"/>
                      <a:gd name="connsiteY15" fmla="*/ 28427 h 29483"/>
                      <a:gd name="connsiteX16" fmla="*/ 12976 w 25907"/>
                      <a:gd name="connsiteY16" fmla="*/ 29484 h 29483"/>
                      <a:gd name="connsiteX17" fmla="*/ 22445 w 25907"/>
                      <a:gd name="connsiteY17" fmla="*/ 14753 h 29483"/>
                      <a:gd name="connsiteX18" fmla="*/ 21905 w 25907"/>
                      <a:gd name="connsiteY18" fmla="*/ 10120 h 29483"/>
                      <a:gd name="connsiteX19" fmla="*/ 20241 w 25907"/>
                      <a:gd name="connsiteY19" fmla="*/ 6365 h 29483"/>
                      <a:gd name="connsiteX20" fmla="*/ 17317 w 25907"/>
                      <a:gd name="connsiteY20" fmla="*/ 3846 h 29483"/>
                      <a:gd name="connsiteX21" fmla="*/ 12954 w 25907"/>
                      <a:gd name="connsiteY21" fmla="*/ 2924 h 29483"/>
                      <a:gd name="connsiteX22" fmla="*/ 8613 w 25907"/>
                      <a:gd name="connsiteY22" fmla="*/ 3913 h 29483"/>
                      <a:gd name="connsiteX23" fmla="*/ 5667 w 25907"/>
                      <a:gd name="connsiteY23" fmla="*/ 6567 h 29483"/>
                      <a:gd name="connsiteX24" fmla="*/ 4003 w 25907"/>
                      <a:gd name="connsiteY24" fmla="*/ 10345 h 29483"/>
                      <a:gd name="connsiteX25" fmla="*/ 3463 w 25907"/>
                      <a:gd name="connsiteY25" fmla="*/ 14753 h 29483"/>
                      <a:gd name="connsiteX26" fmla="*/ 4093 w 25907"/>
                      <a:gd name="connsiteY26" fmla="*/ 19521 h 29483"/>
                      <a:gd name="connsiteX27" fmla="*/ 5892 w 25907"/>
                      <a:gd name="connsiteY27" fmla="*/ 23277 h 29483"/>
                      <a:gd name="connsiteX28" fmla="*/ 8861 w 25907"/>
                      <a:gd name="connsiteY28" fmla="*/ 25706 h 29483"/>
                      <a:gd name="connsiteX29" fmla="*/ 12954 w 25907"/>
                      <a:gd name="connsiteY29" fmla="*/ 26560 h 29483"/>
                      <a:gd name="connsiteX30" fmla="*/ 17294 w 25907"/>
                      <a:gd name="connsiteY30" fmla="*/ 25571 h 29483"/>
                      <a:gd name="connsiteX31" fmla="*/ 20241 w 25907"/>
                      <a:gd name="connsiteY31" fmla="*/ 22894 h 29483"/>
                      <a:gd name="connsiteX32" fmla="*/ 21905 w 25907"/>
                      <a:gd name="connsiteY32" fmla="*/ 19116 h 29483"/>
                      <a:gd name="connsiteX33" fmla="*/ 22445 w 25907"/>
                      <a:gd name="connsiteY33" fmla="*/ 14753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7" h="29483">
                        <a:moveTo>
                          <a:pt x="12954" y="29484"/>
                        </a:moveTo>
                        <a:cubicBezTo>
                          <a:pt x="11155" y="29439"/>
                          <a:pt x="9468" y="29124"/>
                          <a:pt x="7916" y="28517"/>
                        </a:cubicBezTo>
                        <a:cubicBezTo>
                          <a:pt x="6342" y="27910"/>
                          <a:pt x="4993" y="26987"/>
                          <a:pt x="3823" y="25773"/>
                        </a:cubicBezTo>
                        <a:cubicBezTo>
                          <a:pt x="2654" y="24559"/>
                          <a:pt x="1731" y="23029"/>
                          <a:pt x="1034" y="21185"/>
                        </a:cubicBezTo>
                        <a:cubicBezTo>
                          <a:pt x="360" y="19341"/>
                          <a:pt x="0" y="17205"/>
                          <a:pt x="0" y="14753"/>
                        </a:cubicBezTo>
                        <a:cubicBezTo>
                          <a:pt x="0" y="12707"/>
                          <a:pt x="270" y="10795"/>
                          <a:pt x="810" y="8996"/>
                        </a:cubicBezTo>
                        <a:cubicBezTo>
                          <a:pt x="1349" y="7219"/>
                          <a:pt x="2159" y="5667"/>
                          <a:pt x="3238" y="4318"/>
                        </a:cubicBezTo>
                        <a:cubicBezTo>
                          <a:pt x="4318" y="2991"/>
                          <a:pt x="5667" y="1934"/>
                          <a:pt x="7287" y="1169"/>
                        </a:cubicBezTo>
                        <a:cubicBezTo>
                          <a:pt x="8906" y="405"/>
                          <a:pt x="10795" y="0"/>
                          <a:pt x="12954" y="0"/>
                        </a:cubicBezTo>
                        <a:cubicBezTo>
                          <a:pt x="15113" y="0"/>
                          <a:pt x="17047" y="382"/>
                          <a:pt x="18666" y="1169"/>
                        </a:cubicBezTo>
                        <a:cubicBezTo>
                          <a:pt x="20285" y="1934"/>
                          <a:pt x="21635" y="2991"/>
                          <a:pt x="22714" y="4295"/>
                        </a:cubicBezTo>
                        <a:cubicBezTo>
                          <a:pt x="23794" y="5600"/>
                          <a:pt x="24603" y="7174"/>
                          <a:pt x="25121" y="8973"/>
                        </a:cubicBezTo>
                        <a:cubicBezTo>
                          <a:pt x="25638" y="10772"/>
                          <a:pt x="25908" y="12707"/>
                          <a:pt x="25908" y="14753"/>
                        </a:cubicBezTo>
                        <a:cubicBezTo>
                          <a:pt x="25908" y="16980"/>
                          <a:pt x="25593" y="19004"/>
                          <a:pt x="24986" y="20803"/>
                        </a:cubicBezTo>
                        <a:cubicBezTo>
                          <a:pt x="24379" y="22602"/>
                          <a:pt x="23502" y="24154"/>
                          <a:pt x="22377" y="25436"/>
                        </a:cubicBezTo>
                        <a:cubicBezTo>
                          <a:pt x="21253" y="26740"/>
                          <a:pt x="19881" y="27730"/>
                          <a:pt x="18284" y="28427"/>
                        </a:cubicBezTo>
                        <a:cubicBezTo>
                          <a:pt x="16687" y="29124"/>
                          <a:pt x="14911" y="29484"/>
                          <a:pt x="12976" y="29484"/>
                        </a:cubicBezTo>
                        <a:close/>
                        <a:moveTo>
                          <a:pt x="22445" y="14753"/>
                        </a:moveTo>
                        <a:cubicBezTo>
                          <a:pt x="22445" y="13089"/>
                          <a:pt x="22264" y="11560"/>
                          <a:pt x="21905" y="10120"/>
                        </a:cubicBezTo>
                        <a:cubicBezTo>
                          <a:pt x="21545" y="8681"/>
                          <a:pt x="20983" y="7422"/>
                          <a:pt x="20241" y="6365"/>
                        </a:cubicBezTo>
                        <a:cubicBezTo>
                          <a:pt x="19476" y="5308"/>
                          <a:pt x="18509" y="4475"/>
                          <a:pt x="17317" y="3846"/>
                        </a:cubicBezTo>
                        <a:cubicBezTo>
                          <a:pt x="16125" y="3238"/>
                          <a:pt x="14663" y="2924"/>
                          <a:pt x="12954" y="2924"/>
                        </a:cubicBezTo>
                        <a:cubicBezTo>
                          <a:pt x="11245" y="2924"/>
                          <a:pt x="9805" y="3261"/>
                          <a:pt x="8613" y="3913"/>
                        </a:cubicBezTo>
                        <a:cubicBezTo>
                          <a:pt x="7399" y="4588"/>
                          <a:pt x="6432" y="5465"/>
                          <a:pt x="5667" y="6567"/>
                        </a:cubicBezTo>
                        <a:cubicBezTo>
                          <a:pt x="4903" y="7669"/>
                          <a:pt x="4363" y="8928"/>
                          <a:pt x="4003" y="10345"/>
                        </a:cubicBezTo>
                        <a:cubicBezTo>
                          <a:pt x="3643" y="11762"/>
                          <a:pt x="3463" y="13224"/>
                          <a:pt x="3463" y="14753"/>
                        </a:cubicBezTo>
                        <a:cubicBezTo>
                          <a:pt x="3463" y="16485"/>
                          <a:pt x="3666" y="18082"/>
                          <a:pt x="4093" y="19521"/>
                        </a:cubicBezTo>
                        <a:cubicBezTo>
                          <a:pt x="4498" y="20983"/>
                          <a:pt x="5105" y="22220"/>
                          <a:pt x="5892" y="23277"/>
                        </a:cubicBezTo>
                        <a:cubicBezTo>
                          <a:pt x="6679" y="24334"/>
                          <a:pt x="7669" y="25121"/>
                          <a:pt x="8861" y="25706"/>
                        </a:cubicBezTo>
                        <a:cubicBezTo>
                          <a:pt x="10053" y="26290"/>
                          <a:pt x="11425" y="26560"/>
                          <a:pt x="12954" y="26560"/>
                        </a:cubicBezTo>
                        <a:cubicBezTo>
                          <a:pt x="14641" y="26560"/>
                          <a:pt x="16102" y="26223"/>
                          <a:pt x="17294" y="25571"/>
                        </a:cubicBezTo>
                        <a:cubicBezTo>
                          <a:pt x="18509" y="24896"/>
                          <a:pt x="19476" y="24019"/>
                          <a:pt x="20241" y="22894"/>
                        </a:cubicBezTo>
                        <a:cubicBezTo>
                          <a:pt x="21005" y="21770"/>
                          <a:pt x="21545" y="20510"/>
                          <a:pt x="21905" y="19116"/>
                        </a:cubicBezTo>
                        <a:cubicBezTo>
                          <a:pt x="22264" y="17722"/>
                          <a:pt x="22445" y="16260"/>
                          <a:pt x="22445" y="14753"/>
                        </a:cubicBezTo>
                        <a:close/>
                      </a:path>
                    </a:pathLst>
                  </a:custGeom>
                  <a:solidFill>
                    <a:srgbClr val="010101"/>
                  </a:solidFill>
                  <a:ln w="2249" cap="flat">
                    <a:noFill/>
                    <a:prstDash val="solid"/>
                    <a:miter/>
                  </a:ln>
                </p:spPr>
                <p:txBody>
                  <a:bodyPr rtlCol="0" anchor="ctr"/>
                  <a:lstStyle/>
                  <a:p>
                    <a:endParaRPr lang="en-US"/>
                  </a:p>
                </p:txBody>
              </p:sp>
              <p:sp>
                <p:nvSpPr>
                  <p:cNvPr id="3535" name="Freeform 3534">
                    <a:extLst>
                      <a:ext uri="{FF2B5EF4-FFF2-40B4-BE49-F238E27FC236}">
                        <a16:creationId xmlns:a16="http://schemas.microsoft.com/office/drawing/2014/main" id="{AE53B09C-62AD-B716-57E0-0935D8A1BD6B}"/>
                      </a:ext>
                    </a:extLst>
                  </p:cNvPr>
                  <p:cNvSpPr/>
                  <p:nvPr/>
                </p:nvSpPr>
                <p:spPr>
                  <a:xfrm>
                    <a:off x="3649674" y="3039705"/>
                    <a:ext cx="38007" cy="28764"/>
                  </a:xfrm>
                  <a:custGeom>
                    <a:avLst/>
                    <a:gdLst>
                      <a:gd name="connsiteX0" fmla="*/ 3238 w 38007"/>
                      <a:gd name="connsiteY0" fmla="*/ 28697 h 28764"/>
                      <a:gd name="connsiteX1" fmla="*/ 0 w 38007"/>
                      <a:gd name="connsiteY1" fmla="*/ 28697 h 28764"/>
                      <a:gd name="connsiteX2" fmla="*/ 0 w 38007"/>
                      <a:gd name="connsiteY2" fmla="*/ 742 h 28764"/>
                      <a:gd name="connsiteX3" fmla="*/ 3238 w 38007"/>
                      <a:gd name="connsiteY3" fmla="*/ 742 h 28764"/>
                      <a:gd name="connsiteX4" fmla="*/ 3238 w 38007"/>
                      <a:gd name="connsiteY4" fmla="*/ 4948 h 28764"/>
                      <a:gd name="connsiteX5" fmla="*/ 3351 w 38007"/>
                      <a:gd name="connsiteY5" fmla="*/ 4948 h 28764"/>
                      <a:gd name="connsiteX6" fmla="*/ 6904 w 38007"/>
                      <a:gd name="connsiteY6" fmla="*/ 1259 h 28764"/>
                      <a:gd name="connsiteX7" fmla="*/ 11987 w 38007"/>
                      <a:gd name="connsiteY7" fmla="*/ 0 h 28764"/>
                      <a:gd name="connsiteX8" fmla="*/ 15271 w 38007"/>
                      <a:gd name="connsiteY8" fmla="*/ 427 h 28764"/>
                      <a:gd name="connsiteX9" fmla="*/ 17564 w 38007"/>
                      <a:gd name="connsiteY9" fmla="*/ 1597 h 28764"/>
                      <a:gd name="connsiteX10" fmla="*/ 19139 w 38007"/>
                      <a:gd name="connsiteY10" fmla="*/ 3306 h 28764"/>
                      <a:gd name="connsiteX11" fmla="*/ 20196 w 38007"/>
                      <a:gd name="connsiteY11" fmla="*/ 5420 h 28764"/>
                      <a:gd name="connsiteX12" fmla="*/ 23951 w 38007"/>
                      <a:gd name="connsiteY12" fmla="*/ 1349 h 28764"/>
                      <a:gd name="connsiteX13" fmla="*/ 29327 w 38007"/>
                      <a:gd name="connsiteY13" fmla="*/ 23 h 28764"/>
                      <a:gd name="connsiteX14" fmla="*/ 33892 w 38007"/>
                      <a:gd name="connsiteY14" fmla="*/ 967 h 28764"/>
                      <a:gd name="connsiteX15" fmla="*/ 36501 w 38007"/>
                      <a:gd name="connsiteY15" fmla="*/ 3441 h 28764"/>
                      <a:gd name="connsiteX16" fmla="*/ 37715 w 38007"/>
                      <a:gd name="connsiteY16" fmla="*/ 6972 h 28764"/>
                      <a:gd name="connsiteX17" fmla="*/ 38007 w 38007"/>
                      <a:gd name="connsiteY17" fmla="*/ 11065 h 28764"/>
                      <a:gd name="connsiteX18" fmla="*/ 38007 w 38007"/>
                      <a:gd name="connsiteY18" fmla="*/ 28719 h 28764"/>
                      <a:gd name="connsiteX19" fmla="*/ 34769 w 38007"/>
                      <a:gd name="connsiteY19" fmla="*/ 28719 h 28764"/>
                      <a:gd name="connsiteX20" fmla="*/ 34769 w 38007"/>
                      <a:gd name="connsiteY20" fmla="*/ 9401 h 28764"/>
                      <a:gd name="connsiteX21" fmla="*/ 33510 w 38007"/>
                      <a:gd name="connsiteY21" fmla="*/ 4655 h 28764"/>
                      <a:gd name="connsiteX22" fmla="*/ 28787 w 38007"/>
                      <a:gd name="connsiteY22" fmla="*/ 2924 h 28764"/>
                      <a:gd name="connsiteX23" fmla="*/ 25368 w 38007"/>
                      <a:gd name="connsiteY23" fmla="*/ 3711 h 28764"/>
                      <a:gd name="connsiteX24" fmla="*/ 22490 w 38007"/>
                      <a:gd name="connsiteY24" fmla="*/ 6117 h 28764"/>
                      <a:gd name="connsiteX25" fmla="*/ 21590 w 38007"/>
                      <a:gd name="connsiteY25" fmla="*/ 7759 h 28764"/>
                      <a:gd name="connsiteX26" fmla="*/ 21028 w 38007"/>
                      <a:gd name="connsiteY26" fmla="*/ 9738 h 28764"/>
                      <a:gd name="connsiteX27" fmla="*/ 20735 w 38007"/>
                      <a:gd name="connsiteY27" fmla="*/ 11785 h 28764"/>
                      <a:gd name="connsiteX28" fmla="*/ 20645 w 38007"/>
                      <a:gd name="connsiteY28" fmla="*/ 13674 h 28764"/>
                      <a:gd name="connsiteX29" fmla="*/ 20645 w 38007"/>
                      <a:gd name="connsiteY29" fmla="*/ 28742 h 28764"/>
                      <a:gd name="connsiteX30" fmla="*/ 17407 w 38007"/>
                      <a:gd name="connsiteY30" fmla="*/ 28742 h 28764"/>
                      <a:gd name="connsiteX31" fmla="*/ 17407 w 38007"/>
                      <a:gd name="connsiteY31" fmla="*/ 9423 h 28764"/>
                      <a:gd name="connsiteX32" fmla="*/ 16147 w 38007"/>
                      <a:gd name="connsiteY32" fmla="*/ 4678 h 28764"/>
                      <a:gd name="connsiteX33" fmla="*/ 11425 w 38007"/>
                      <a:gd name="connsiteY33" fmla="*/ 2946 h 28764"/>
                      <a:gd name="connsiteX34" fmla="*/ 8006 w 38007"/>
                      <a:gd name="connsiteY34" fmla="*/ 3733 h 28764"/>
                      <a:gd name="connsiteX35" fmla="*/ 5128 w 38007"/>
                      <a:gd name="connsiteY35" fmla="*/ 6140 h 28764"/>
                      <a:gd name="connsiteX36" fmla="*/ 4228 w 38007"/>
                      <a:gd name="connsiteY36" fmla="*/ 7781 h 28764"/>
                      <a:gd name="connsiteX37" fmla="*/ 3666 w 38007"/>
                      <a:gd name="connsiteY37" fmla="*/ 9760 h 28764"/>
                      <a:gd name="connsiteX38" fmla="*/ 3373 w 38007"/>
                      <a:gd name="connsiteY38" fmla="*/ 11807 h 28764"/>
                      <a:gd name="connsiteX39" fmla="*/ 3283 w 38007"/>
                      <a:gd name="connsiteY39" fmla="*/ 13696 h 28764"/>
                      <a:gd name="connsiteX40" fmla="*/ 3283 w 38007"/>
                      <a:gd name="connsiteY40" fmla="*/ 28764 h 2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007" h="28764">
                        <a:moveTo>
                          <a:pt x="3238" y="28697"/>
                        </a:moveTo>
                        <a:lnTo>
                          <a:pt x="0" y="28697"/>
                        </a:lnTo>
                        <a:lnTo>
                          <a:pt x="0" y="742"/>
                        </a:lnTo>
                        <a:lnTo>
                          <a:pt x="3238" y="742"/>
                        </a:lnTo>
                        <a:lnTo>
                          <a:pt x="3238" y="4948"/>
                        </a:lnTo>
                        <a:lnTo>
                          <a:pt x="3351" y="4948"/>
                        </a:lnTo>
                        <a:cubicBezTo>
                          <a:pt x="4183" y="3328"/>
                          <a:pt x="5375" y="2092"/>
                          <a:pt x="6904" y="1259"/>
                        </a:cubicBezTo>
                        <a:cubicBezTo>
                          <a:pt x="8456" y="405"/>
                          <a:pt x="10143" y="0"/>
                          <a:pt x="11987" y="0"/>
                        </a:cubicBezTo>
                        <a:cubicBezTo>
                          <a:pt x="13291" y="0"/>
                          <a:pt x="14371" y="135"/>
                          <a:pt x="15271" y="427"/>
                        </a:cubicBezTo>
                        <a:cubicBezTo>
                          <a:pt x="16170" y="720"/>
                          <a:pt x="16935" y="1102"/>
                          <a:pt x="17564" y="1597"/>
                        </a:cubicBezTo>
                        <a:cubicBezTo>
                          <a:pt x="18194" y="2092"/>
                          <a:pt x="18711" y="2654"/>
                          <a:pt x="19139" y="3306"/>
                        </a:cubicBezTo>
                        <a:cubicBezTo>
                          <a:pt x="19543" y="3958"/>
                          <a:pt x="19903" y="4655"/>
                          <a:pt x="20196" y="5420"/>
                        </a:cubicBezTo>
                        <a:cubicBezTo>
                          <a:pt x="21140" y="3576"/>
                          <a:pt x="22377" y="2226"/>
                          <a:pt x="23951" y="1349"/>
                        </a:cubicBezTo>
                        <a:cubicBezTo>
                          <a:pt x="25526" y="472"/>
                          <a:pt x="27302" y="23"/>
                          <a:pt x="29327" y="23"/>
                        </a:cubicBezTo>
                        <a:cubicBezTo>
                          <a:pt x="31238" y="23"/>
                          <a:pt x="32745" y="337"/>
                          <a:pt x="33892" y="967"/>
                        </a:cubicBezTo>
                        <a:cubicBezTo>
                          <a:pt x="35016" y="1597"/>
                          <a:pt x="35893" y="2429"/>
                          <a:pt x="36501" y="3441"/>
                        </a:cubicBezTo>
                        <a:cubicBezTo>
                          <a:pt x="37108" y="4453"/>
                          <a:pt x="37512" y="5645"/>
                          <a:pt x="37715" y="6972"/>
                        </a:cubicBezTo>
                        <a:cubicBezTo>
                          <a:pt x="37917" y="8299"/>
                          <a:pt x="38007" y="9670"/>
                          <a:pt x="38007" y="11065"/>
                        </a:cubicBezTo>
                        <a:lnTo>
                          <a:pt x="38007" y="28719"/>
                        </a:lnTo>
                        <a:lnTo>
                          <a:pt x="34769" y="28719"/>
                        </a:lnTo>
                        <a:lnTo>
                          <a:pt x="34769" y="9401"/>
                        </a:lnTo>
                        <a:cubicBezTo>
                          <a:pt x="34769" y="7377"/>
                          <a:pt x="34342" y="5802"/>
                          <a:pt x="33510" y="4655"/>
                        </a:cubicBezTo>
                        <a:cubicBezTo>
                          <a:pt x="32655" y="3508"/>
                          <a:pt x="31080" y="2924"/>
                          <a:pt x="28787" y="2924"/>
                        </a:cubicBezTo>
                        <a:cubicBezTo>
                          <a:pt x="27595" y="2924"/>
                          <a:pt x="26448" y="3193"/>
                          <a:pt x="25368" y="3711"/>
                        </a:cubicBezTo>
                        <a:cubicBezTo>
                          <a:pt x="24266" y="4228"/>
                          <a:pt x="23299" y="5038"/>
                          <a:pt x="22490" y="6117"/>
                        </a:cubicBezTo>
                        <a:cubicBezTo>
                          <a:pt x="22130" y="6589"/>
                          <a:pt x="21837" y="7129"/>
                          <a:pt x="21590" y="7759"/>
                        </a:cubicBezTo>
                        <a:cubicBezTo>
                          <a:pt x="21365" y="8389"/>
                          <a:pt x="21163" y="9041"/>
                          <a:pt x="21028" y="9738"/>
                        </a:cubicBezTo>
                        <a:cubicBezTo>
                          <a:pt x="20893" y="10413"/>
                          <a:pt x="20780" y="11110"/>
                          <a:pt x="20735" y="11785"/>
                        </a:cubicBezTo>
                        <a:cubicBezTo>
                          <a:pt x="20690" y="12459"/>
                          <a:pt x="20645" y="13089"/>
                          <a:pt x="20645" y="13674"/>
                        </a:cubicBezTo>
                        <a:lnTo>
                          <a:pt x="20645" y="28742"/>
                        </a:lnTo>
                        <a:lnTo>
                          <a:pt x="17407" y="28742"/>
                        </a:lnTo>
                        <a:lnTo>
                          <a:pt x="17407" y="9423"/>
                        </a:lnTo>
                        <a:cubicBezTo>
                          <a:pt x="17407" y="7399"/>
                          <a:pt x="16979" y="5825"/>
                          <a:pt x="16147" y="4678"/>
                        </a:cubicBezTo>
                        <a:cubicBezTo>
                          <a:pt x="15293" y="3531"/>
                          <a:pt x="13719" y="2946"/>
                          <a:pt x="11425" y="2946"/>
                        </a:cubicBezTo>
                        <a:cubicBezTo>
                          <a:pt x="10233" y="2946"/>
                          <a:pt x="9086" y="3216"/>
                          <a:pt x="8006" y="3733"/>
                        </a:cubicBezTo>
                        <a:cubicBezTo>
                          <a:pt x="6904" y="4250"/>
                          <a:pt x="5937" y="5060"/>
                          <a:pt x="5128" y="6140"/>
                        </a:cubicBezTo>
                        <a:cubicBezTo>
                          <a:pt x="4768" y="6612"/>
                          <a:pt x="4475" y="7152"/>
                          <a:pt x="4228" y="7781"/>
                        </a:cubicBezTo>
                        <a:cubicBezTo>
                          <a:pt x="4003" y="8411"/>
                          <a:pt x="3801" y="9063"/>
                          <a:pt x="3666" y="9760"/>
                        </a:cubicBezTo>
                        <a:cubicBezTo>
                          <a:pt x="3531" y="10435"/>
                          <a:pt x="3418" y="11132"/>
                          <a:pt x="3373" y="11807"/>
                        </a:cubicBezTo>
                        <a:cubicBezTo>
                          <a:pt x="3328" y="12482"/>
                          <a:pt x="3283" y="13111"/>
                          <a:pt x="3283" y="13696"/>
                        </a:cubicBezTo>
                        <a:lnTo>
                          <a:pt x="3283" y="28764"/>
                        </a:lnTo>
                        <a:close/>
                      </a:path>
                    </a:pathLst>
                  </a:custGeom>
                  <a:solidFill>
                    <a:srgbClr val="010101"/>
                  </a:solidFill>
                  <a:ln w="2249" cap="flat">
                    <a:noFill/>
                    <a:prstDash val="solid"/>
                    <a:miter/>
                  </a:ln>
                </p:spPr>
                <p:txBody>
                  <a:bodyPr rtlCol="0" anchor="ctr"/>
                  <a:lstStyle/>
                  <a:p>
                    <a:endParaRPr lang="en-US"/>
                  </a:p>
                </p:txBody>
              </p:sp>
              <p:sp>
                <p:nvSpPr>
                  <p:cNvPr id="3536" name="Freeform 3535">
                    <a:extLst>
                      <a:ext uri="{FF2B5EF4-FFF2-40B4-BE49-F238E27FC236}">
                        <a16:creationId xmlns:a16="http://schemas.microsoft.com/office/drawing/2014/main" id="{C6D3F7AB-306D-8657-9A23-E9366B7DF823}"/>
                      </a:ext>
                    </a:extLst>
                  </p:cNvPr>
                  <p:cNvSpPr/>
                  <p:nvPr/>
                </p:nvSpPr>
                <p:spPr>
                  <a:xfrm>
                    <a:off x="3695440" y="3039660"/>
                    <a:ext cx="25683" cy="39739"/>
                  </a:xfrm>
                  <a:custGeom>
                    <a:avLst/>
                    <a:gdLst>
                      <a:gd name="connsiteX0" fmla="*/ 3239 w 25683"/>
                      <a:gd name="connsiteY0" fmla="*/ 39739 h 39739"/>
                      <a:gd name="connsiteX1" fmla="*/ 0 w 25683"/>
                      <a:gd name="connsiteY1" fmla="*/ 39739 h 39739"/>
                      <a:gd name="connsiteX2" fmla="*/ 0 w 25683"/>
                      <a:gd name="connsiteY2" fmla="*/ 765 h 39739"/>
                      <a:gd name="connsiteX3" fmla="*/ 3239 w 25683"/>
                      <a:gd name="connsiteY3" fmla="*/ 765 h 39739"/>
                      <a:gd name="connsiteX4" fmla="*/ 3239 w 25683"/>
                      <a:gd name="connsiteY4" fmla="*/ 5667 h 39739"/>
                      <a:gd name="connsiteX5" fmla="*/ 3351 w 25683"/>
                      <a:gd name="connsiteY5" fmla="*/ 5667 h 39739"/>
                      <a:gd name="connsiteX6" fmla="*/ 5150 w 25683"/>
                      <a:gd name="connsiteY6" fmla="*/ 3238 h 39739"/>
                      <a:gd name="connsiteX7" fmla="*/ 7579 w 25683"/>
                      <a:gd name="connsiteY7" fmla="*/ 1462 h 39739"/>
                      <a:gd name="connsiteX8" fmla="*/ 10300 w 25683"/>
                      <a:gd name="connsiteY8" fmla="*/ 382 h 39739"/>
                      <a:gd name="connsiteX9" fmla="*/ 13044 w 25683"/>
                      <a:gd name="connsiteY9" fmla="*/ 0 h 39739"/>
                      <a:gd name="connsiteX10" fmla="*/ 18824 w 25683"/>
                      <a:gd name="connsiteY10" fmla="*/ 1124 h 39739"/>
                      <a:gd name="connsiteX11" fmla="*/ 22737 w 25683"/>
                      <a:gd name="connsiteY11" fmla="*/ 4228 h 39739"/>
                      <a:gd name="connsiteX12" fmla="*/ 24986 w 25683"/>
                      <a:gd name="connsiteY12" fmla="*/ 8906 h 39739"/>
                      <a:gd name="connsiteX13" fmla="*/ 25683 w 25683"/>
                      <a:gd name="connsiteY13" fmla="*/ 14686 h 39739"/>
                      <a:gd name="connsiteX14" fmla="*/ 24918 w 25683"/>
                      <a:gd name="connsiteY14" fmla="*/ 20308 h 39739"/>
                      <a:gd name="connsiteX15" fmla="*/ 22625 w 25683"/>
                      <a:gd name="connsiteY15" fmla="*/ 25031 h 39739"/>
                      <a:gd name="connsiteX16" fmla="*/ 18734 w 25683"/>
                      <a:gd name="connsiteY16" fmla="*/ 28269 h 39739"/>
                      <a:gd name="connsiteX17" fmla="*/ 13201 w 25683"/>
                      <a:gd name="connsiteY17" fmla="*/ 29484 h 39739"/>
                      <a:gd name="connsiteX18" fmla="*/ 7511 w 25683"/>
                      <a:gd name="connsiteY18" fmla="*/ 28157 h 39739"/>
                      <a:gd name="connsiteX19" fmla="*/ 3216 w 25683"/>
                      <a:gd name="connsiteY19" fmla="*/ 24244 h 39739"/>
                      <a:gd name="connsiteX20" fmla="*/ 3216 w 25683"/>
                      <a:gd name="connsiteY20" fmla="*/ 39739 h 39739"/>
                      <a:gd name="connsiteX21" fmla="*/ 3239 w 25683"/>
                      <a:gd name="connsiteY21" fmla="*/ 14866 h 39739"/>
                      <a:gd name="connsiteX22" fmla="*/ 3891 w 25683"/>
                      <a:gd name="connsiteY22" fmla="*/ 19363 h 39739"/>
                      <a:gd name="connsiteX23" fmla="*/ 5757 w 25683"/>
                      <a:gd name="connsiteY23" fmla="*/ 23097 h 39739"/>
                      <a:gd name="connsiteX24" fmla="*/ 8726 w 25683"/>
                      <a:gd name="connsiteY24" fmla="*/ 25638 h 39739"/>
                      <a:gd name="connsiteX25" fmla="*/ 12684 w 25683"/>
                      <a:gd name="connsiteY25" fmla="*/ 26583 h 39739"/>
                      <a:gd name="connsiteX26" fmla="*/ 17024 w 25683"/>
                      <a:gd name="connsiteY26" fmla="*/ 25593 h 39739"/>
                      <a:gd name="connsiteX27" fmla="*/ 20083 w 25683"/>
                      <a:gd name="connsiteY27" fmla="*/ 22872 h 39739"/>
                      <a:gd name="connsiteX28" fmla="*/ 21815 w 25683"/>
                      <a:gd name="connsiteY28" fmla="*/ 18846 h 39739"/>
                      <a:gd name="connsiteX29" fmla="*/ 22242 w 25683"/>
                      <a:gd name="connsiteY29" fmla="*/ 13899 h 39739"/>
                      <a:gd name="connsiteX30" fmla="*/ 21522 w 25683"/>
                      <a:gd name="connsiteY30" fmla="*/ 9221 h 39739"/>
                      <a:gd name="connsiteX31" fmla="*/ 19499 w 25683"/>
                      <a:gd name="connsiteY31" fmla="*/ 5802 h 39739"/>
                      <a:gd name="connsiteX32" fmla="*/ 16485 w 25683"/>
                      <a:gd name="connsiteY32" fmla="*/ 3666 h 39739"/>
                      <a:gd name="connsiteX33" fmla="*/ 12707 w 25683"/>
                      <a:gd name="connsiteY33" fmla="*/ 2946 h 39739"/>
                      <a:gd name="connsiteX34" fmla="*/ 8658 w 25683"/>
                      <a:gd name="connsiteY34" fmla="*/ 3868 h 39739"/>
                      <a:gd name="connsiteX35" fmla="*/ 5690 w 25683"/>
                      <a:gd name="connsiteY35" fmla="*/ 6387 h 39739"/>
                      <a:gd name="connsiteX36" fmla="*/ 3891 w 25683"/>
                      <a:gd name="connsiteY36" fmla="*/ 10165 h 39739"/>
                      <a:gd name="connsiteX37" fmla="*/ 3261 w 25683"/>
                      <a:gd name="connsiteY37" fmla="*/ 14888 h 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683" h="39739">
                        <a:moveTo>
                          <a:pt x="3239" y="39739"/>
                        </a:moveTo>
                        <a:lnTo>
                          <a:pt x="0" y="39739"/>
                        </a:lnTo>
                        <a:lnTo>
                          <a:pt x="0" y="765"/>
                        </a:lnTo>
                        <a:lnTo>
                          <a:pt x="3239" y="765"/>
                        </a:lnTo>
                        <a:lnTo>
                          <a:pt x="3239" y="5667"/>
                        </a:lnTo>
                        <a:lnTo>
                          <a:pt x="3351" y="5667"/>
                        </a:lnTo>
                        <a:cubicBezTo>
                          <a:pt x="3823" y="4768"/>
                          <a:pt x="4430" y="3958"/>
                          <a:pt x="5150" y="3238"/>
                        </a:cubicBezTo>
                        <a:cubicBezTo>
                          <a:pt x="5892" y="2519"/>
                          <a:pt x="6702" y="1934"/>
                          <a:pt x="7579" y="1462"/>
                        </a:cubicBezTo>
                        <a:cubicBezTo>
                          <a:pt x="8456" y="989"/>
                          <a:pt x="9378" y="630"/>
                          <a:pt x="10300" y="382"/>
                        </a:cubicBezTo>
                        <a:cubicBezTo>
                          <a:pt x="11245" y="135"/>
                          <a:pt x="12144" y="0"/>
                          <a:pt x="13044" y="0"/>
                        </a:cubicBezTo>
                        <a:cubicBezTo>
                          <a:pt x="15316" y="0"/>
                          <a:pt x="17227" y="382"/>
                          <a:pt x="18824" y="1124"/>
                        </a:cubicBezTo>
                        <a:cubicBezTo>
                          <a:pt x="20420" y="1867"/>
                          <a:pt x="21703" y="2924"/>
                          <a:pt x="22737" y="4228"/>
                        </a:cubicBezTo>
                        <a:cubicBezTo>
                          <a:pt x="23771" y="5532"/>
                          <a:pt x="24514" y="7107"/>
                          <a:pt x="24986" y="8906"/>
                        </a:cubicBezTo>
                        <a:cubicBezTo>
                          <a:pt x="25458" y="10705"/>
                          <a:pt x="25683" y="12639"/>
                          <a:pt x="25683" y="14686"/>
                        </a:cubicBezTo>
                        <a:cubicBezTo>
                          <a:pt x="25683" y="16620"/>
                          <a:pt x="25436" y="18509"/>
                          <a:pt x="24918" y="20308"/>
                        </a:cubicBezTo>
                        <a:cubicBezTo>
                          <a:pt x="24424" y="22107"/>
                          <a:pt x="23659" y="23682"/>
                          <a:pt x="22625" y="25031"/>
                        </a:cubicBezTo>
                        <a:cubicBezTo>
                          <a:pt x="21590" y="26380"/>
                          <a:pt x="20308" y="27460"/>
                          <a:pt x="18734" y="28269"/>
                        </a:cubicBezTo>
                        <a:cubicBezTo>
                          <a:pt x="17160" y="29079"/>
                          <a:pt x="15316" y="29484"/>
                          <a:pt x="13201" y="29484"/>
                        </a:cubicBezTo>
                        <a:cubicBezTo>
                          <a:pt x="11222" y="29484"/>
                          <a:pt x="9333" y="29034"/>
                          <a:pt x="7511" y="28157"/>
                        </a:cubicBezTo>
                        <a:cubicBezTo>
                          <a:pt x="5690" y="27280"/>
                          <a:pt x="4273" y="25975"/>
                          <a:pt x="3216" y="24244"/>
                        </a:cubicBezTo>
                        <a:lnTo>
                          <a:pt x="3216" y="39739"/>
                        </a:lnTo>
                        <a:close/>
                        <a:moveTo>
                          <a:pt x="3239" y="14866"/>
                        </a:moveTo>
                        <a:cubicBezTo>
                          <a:pt x="3239" y="16440"/>
                          <a:pt x="3463" y="17947"/>
                          <a:pt x="3891" y="19363"/>
                        </a:cubicBezTo>
                        <a:cubicBezTo>
                          <a:pt x="4318" y="20780"/>
                          <a:pt x="4948" y="22017"/>
                          <a:pt x="5757" y="23097"/>
                        </a:cubicBezTo>
                        <a:cubicBezTo>
                          <a:pt x="6567" y="24154"/>
                          <a:pt x="7556" y="25008"/>
                          <a:pt x="8726" y="25638"/>
                        </a:cubicBezTo>
                        <a:cubicBezTo>
                          <a:pt x="9895" y="26268"/>
                          <a:pt x="11222" y="26583"/>
                          <a:pt x="12684" y="26583"/>
                        </a:cubicBezTo>
                        <a:cubicBezTo>
                          <a:pt x="14348" y="26583"/>
                          <a:pt x="15788" y="26245"/>
                          <a:pt x="17024" y="25593"/>
                        </a:cubicBezTo>
                        <a:cubicBezTo>
                          <a:pt x="18262" y="24918"/>
                          <a:pt x="19273" y="24019"/>
                          <a:pt x="20083" y="22872"/>
                        </a:cubicBezTo>
                        <a:cubicBezTo>
                          <a:pt x="20870" y="21725"/>
                          <a:pt x="21455" y="20376"/>
                          <a:pt x="21815" y="18846"/>
                        </a:cubicBezTo>
                        <a:cubicBezTo>
                          <a:pt x="22175" y="17317"/>
                          <a:pt x="22310" y="15675"/>
                          <a:pt x="22242" y="13899"/>
                        </a:cubicBezTo>
                        <a:cubicBezTo>
                          <a:pt x="22242" y="12144"/>
                          <a:pt x="21995" y="10570"/>
                          <a:pt x="21522" y="9221"/>
                        </a:cubicBezTo>
                        <a:cubicBezTo>
                          <a:pt x="21028" y="7871"/>
                          <a:pt x="20353" y="6724"/>
                          <a:pt x="19499" y="5802"/>
                        </a:cubicBezTo>
                        <a:cubicBezTo>
                          <a:pt x="18644" y="4858"/>
                          <a:pt x="17632" y="4161"/>
                          <a:pt x="16485" y="3666"/>
                        </a:cubicBezTo>
                        <a:cubicBezTo>
                          <a:pt x="15338" y="3171"/>
                          <a:pt x="14079" y="2946"/>
                          <a:pt x="12707" y="2946"/>
                        </a:cubicBezTo>
                        <a:cubicBezTo>
                          <a:pt x="11200" y="2946"/>
                          <a:pt x="9850" y="3261"/>
                          <a:pt x="8658" y="3868"/>
                        </a:cubicBezTo>
                        <a:cubicBezTo>
                          <a:pt x="7466" y="4475"/>
                          <a:pt x="6477" y="5308"/>
                          <a:pt x="5690" y="6387"/>
                        </a:cubicBezTo>
                        <a:cubicBezTo>
                          <a:pt x="4903" y="7444"/>
                          <a:pt x="4296" y="8703"/>
                          <a:pt x="3891" y="10165"/>
                        </a:cubicBezTo>
                        <a:cubicBezTo>
                          <a:pt x="3486" y="11627"/>
                          <a:pt x="3261" y="13201"/>
                          <a:pt x="3261" y="14888"/>
                        </a:cubicBezTo>
                        <a:close/>
                      </a:path>
                    </a:pathLst>
                  </a:custGeom>
                  <a:solidFill>
                    <a:srgbClr val="010101"/>
                  </a:solidFill>
                  <a:ln w="2249" cap="flat">
                    <a:noFill/>
                    <a:prstDash val="solid"/>
                    <a:miter/>
                  </a:ln>
                </p:spPr>
                <p:txBody>
                  <a:bodyPr rtlCol="0" anchor="ctr"/>
                  <a:lstStyle/>
                  <a:p>
                    <a:endParaRPr lang="en-US"/>
                  </a:p>
                </p:txBody>
              </p:sp>
              <p:sp>
                <p:nvSpPr>
                  <p:cNvPr id="3537" name="Freeform 3536">
                    <a:extLst>
                      <a:ext uri="{FF2B5EF4-FFF2-40B4-BE49-F238E27FC236}">
                        <a16:creationId xmlns:a16="http://schemas.microsoft.com/office/drawing/2014/main" id="{1C5F76FF-49F3-B1EA-8486-806BDA0514FD}"/>
                      </a:ext>
                    </a:extLst>
                  </p:cNvPr>
                  <p:cNvSpPr/>
                  <p:nvPr/>
                </p:nvSpPr>
                <p:spPr>
                  <a:xfrm>
                    <a:off x="3726543" y="3039728"/>
                    <a:ext cx="26358" cy="29483"/>
                  </a:xfrm>
                  <a:custGeom>
                    <a:avLst/>
                    <a:gdLst>
                      <a:gd name="connsiteX0" fmla="*/ 14326 w 26358"/>
                      <a:gd name="connsiteY0" fmla="*/ 12369 h 29483"/>
                      <a:gd name="connsiteX1" fmla="*/ 16508 w 26358"/>
                      <a:gd name="connsiteY1" fmla="*/ 12054 h 29483"/>
                      <a:gd name="connsiteX2" fmla="*/ 18576 w 26358"/>
                      <a:gd name="connsiteY2" fmla="*/ 11470 h 29483"/>
                      <a:gd name="connsiteX3" fmla="*/ 19566 w 26358"/>
                      <a:gd name="connsiteY3" fmla="*/ 10210 h 29483"/>
                      <a:gd name="connsiteX4" fmla="*/ 19746 w 26358"/>
                      <a:gd name="connsiteY4" fmla="*/ 8569 h 29483"/>
                      <a:gd name="connsiteX5" fmla="*/ 18149 w 26358"/>
                      <a:gd name="connsiteY5" fmla="*/ 4498 h 29483"/>
                      <a:gd name="connsiteX6" fmla="*/ 12774 w 26358"/>
                      <a:gd name="connsiteY6" fmla="*/ 2901 h 29483"/>
                      <a:gd name="connsiteX7" fmla="*/ 9693 w 26358"/>
                      <a:gd name="connsiteY7" fmla="*/ 3193 h 29483"/>
                      <a:gd name="connsiteX8" fmla="*/ 7242 w 26358"/>
                      <a:gd name="connsiteY8" fmla="*/ 4228 h 29483"/>
                      <a:gd name="connsiteX9" fmla="*/ 5510 w 26358"/>
                      <a:gd name="connsiteY9" fmla="*/ 6162 h 29483"/>
                      <a:gd name="connsiteX10" fmla="*/ 4610 w 26358"/>
                      <a:gd name="connsiteY10" fmla="*/ 9221 h 29483"/>
                      <a:gd name="connsiteX11" fmla="*/ 1327 w 26358"/>
                      <a:gd name="connsiteY11" fmla="*/ 9221 h 29483"/>
                      <a:gd name="connsiteX12" fmla="*/ 2452 w 26358"/>
                      <a:gd name="connsiteY12" fmla="*/ 4993 h 29483"/>
                      <a:gd name="connsiteX13" fmla="*/ 4970 w 26358"/>
                      <a:gd name="connsiteY13" fmla="*/ 2136 h 29483"/>
                      <a:gd name="connsiteX14" fmla="*/ 8524 w 26358"/>
                      <a:gd name="connsiteY14" fmla="*/ 517 h 29483"/>
                      <a:gd name="connsiteX15" fmla="*/ 12819 w 26358"/>
                      <a:gd name="connsiteY15" fmla="*/ 0 h 29483"/>
                      <a:gd name="connsiteX16" fmla="*/ 16777 w 26358"/>
                      <a:gd name="connsiteY16" fmla="*/ 450 h 29483"/>
                      <a:gd name="connsiteX17" fmla="*/ 20016 w 26358"/>
                      <a:gd name="connsiteY17" fmla="*/ 1912 h 29483"/>
                      <a:gd name="connsiteX18" fmla="*/ 22175 w 26358"/>
                      <a:gd name="connsiteY18" fmla="*/ 4588 h 29483"/>
                      <a:gd name="connsiteX19" fmla="*/ 22962 w 26358"/>
                      <a:gd name="connsiteY19" fmla="*/ 8681 h 29483"/>
                      <a:gd name="connsiteX20" fmla="*/ 22962 w 26358"/>
                      <a:gd name="connsiteY20" fmla="*/ 23906 h 29483"/>
                      <a:gd name="connsiteX21" fmla="*/ 23637 w 26358"/>
                      <a:gd name="connsiteY21" fmla="*/ 26313 h 29483"/>
                      <a:gd name="connsiteX22" fmla="*/ 26358 w 26358"/>
                      <a:gd name="connsiteY22" fmla="*/ 26065 h 29483"/>
                      <a:gd name="connsiteX23" fmla="*/ 26358 w 26358"/>
                      <a:gd name="connsiteY23" fmla="*/ 28607 h 29483"/>
                      <a:gd name="connsiteX24" fmla="*/ 25256 w 26358"/>
                      <a:gd name="connsiteY24" fmla="*/ 28922 h 29483"/>
                      <a:gd name="connsiteX25" fmla="*/ 23817 w 26358"/>
                      <a:gd name="connsiteY25" fmla="*/ 29146 h 29483"/>
                      <a:gd name="connsiteX26" fmla="*/ 22355 w 26358"/>
                      <a:gd name="connsiteY26" fmla="*/ 28989 h 29483"/>
                      <a:gd name="connsiteX27" fmla="*/ 21050 w 26358"/>
                      <a:gd name="connsiteY27" fmla="*/ 28472 h 29483"/>
                      <a:gd name="connsiteX28" fmla="*/ 20263 w 26358"/>
                      <a:gd name="connsiteY28" fmla="*/ 27505 h 29483"/>
                      <a:gd name="connsiteX29" fmla="*/ 19858 w 26358"/>
                      <a:gd name="connsiteY29" fmla="*/ 26268 h 29483"/>
                      <a:gd name="connsiteX30" fmla="*/ 19746 w 26358"/>
                      <a:gd name="connsiteY30" fmla="*/ 24828 h 29483"/>
                      <a:gd name="connsiteX31" fmla="*/ 15046 w 26358"/>
                      <a:gd name="connsiteY31" fmla="*/ 28292 h 29483"/>
                      <a:gd name="connsiteX32" fmla="*/ 9333 w 26358"/>
                      <a:gd name="connsiteY32" fmla="*/ 29484 h 29483"/>
                      <a:gd name="connsiteX33" fmla="*/ 5802 w 26358"/>
                      <a:gd name="connsiteY33" fmla="*/ 28989 h 29483"/>
                      <a:gd name="connsiteX34" fmla="*/ 2811 w 26358"/>
                      <a:gd name="connsiteY34" fmla="*/ 27482 h 29483"/>
                      <a:gd name="connsiteX35" fmla="*/ 765 w 26358"/>
                      <a:gd name="connsiteY35" fmla="*/ 24963 h 29483"/>
                      <a:gd name="connsiteX36" fmla="*/ 0 w 26358"/>
                      <a:gd name="connsiteY36" fmla="*/ 21433 h 29483"/>
                      <a:gd name="connsiteX37" fmla="*/ 9761 w 26358"/>
                      <a:gd name="connsiteY37" fmla="*/ 13021 h 29483"/>
                      <a:gd name="connsiteX38" fmla="*/ 14236 w 26358"/>
                      <a:gd name="connsiteY38" fmla="*/ 12437 h 29483"/>
                      <a:gd name="connsiteX39" fmla="*/ 19791 w 26358"/>
                      <a:gd name="connsiteY39" fmla="*/ 13989 h 29483"/>
                      <a:gd name="connsiteX40" fmla="*/ 15630 w 26358"/>
                      <a:gd name="connsiteY40" fmla="*/ 15113 h 29483"/>
                      <a:gd name="connsiteX41" fmla="*/ 11425 w 26358"/>
                      <a:gd name="connsiteY41" fmla="*/ 15540 h 29483"/>
                      <a:gd name="connsiteX42" fmla="*/ 5622 w 26358"/>
                      <a:gd name="connsiteY42" fmla="*/ 17205 h 29483"/>
                      <a:gd name="connsiteX43" fmla="*/ 3554 w 26358"/>
                      <a:gd name="connsiteY43" fmla="*/ 21478 h 29483"/>
                      <a:gd name="connsiteX44" fmla="*/ 4071 w 26358"/>
                      <a:gd name="connsiteY44" fmla="*/ 23726 h 29483"/>
                      <a:gd name="connsiteX45" fmla="*/ 5420 w 26358"/>
                      <a:gd name="connsiteY45" fmla="*/ 25301 h 29483"/>
                      <a:gd name="connsiteX46" fmla="*/ 7354 w 26358"/>
                      <a:gd name="connsiteY46" fmla="*/ 26223 h 29483"/>
                      <a:gd name="connsiteX47" fmla="*/ 9603 w 26358"/>
                      <a:gd name="connsiteY47" fmla="*/ 26515 h 29483"/>
                      <a:gd name="connsiteX48" fmla="*/ 13381 w 26358"/>
                      <a:gd name="connsiteY48" fmla="*/ 26020 h 29483"/>
                      <a:gd name="connsiteX49" fmla="*/ 16642 w 26358"/>
                      <a:gd name="connsiteY49" fmla="*/ 24536 h 29483"/>
                      <a:gd name="connsiteX50" fmla="*/ 18936 w 26358"/>
                      <a:gd name="connsiteY50" fmla="*/ 21995 h 29483"/>
                      <a:gd name="connsiteX51" fmla="*/ 19791 w 26358"/>
                      <a:gd name="connsiteY51" fmla="*/ 18351 h 29483"/>
                      <a:gd name="connsiteX52" fmla="*/ 19791 w 26358"/>
                      <a:gd name="connsiteY52" fmla="*/ 13989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358" h="29483">
                        <a:moveTo>
                          <a:pt x="14326" y="12369"/>
                        </a:moveTo>
                        <a:cubicBezTo>
                          <a:pt x="14933" y="12302"/>
                          <a:pt x="15675" y="12189"/>
                          <a:pt x="16508" y="12054"/>
                        </a:cubicBezTo>
                        <a:cubicBezTo>
                          <a:pt x="17362" y="11919"/>
                          <a:pt x="18037" y="11717"/>
                          <a:pt x="18576" y="11470"/>
                        </a:cubicBezTo>
                        <a:cubicBezTo>
                          <a:pt x="19116" y="11222"/>
                          <a:pt x="19454" y="10795"/>
                          <a:pt x="19566" y="10210"/>
                        </a:cubicBezTo>
                        <a:cubicBezTo>
                          <a:pt x="19701" y="9626"/>
                          <a:pt x="19746" y="9063"/>
                          <a:pt x="19746" y="8569"/>
                        </a:cubicBezTo>
                        <a:cubicBezTo>
                          <a:pt x="19746" y="6904"/>
                          <a:pt x="19206" y="5555"/>
                          <a:pt x="18149" y="4498"/>
                        </a:cubicBezTo>
                        <a:cubicBezTo>
                          <a:pt x="17092" y="3441"/>
                          <a:pt x="15293" y="2901"/>
                          <a:pt x="12774" y="2901"/>
                        </a:cubicBezTo>
                        <a:cubicBezTo>
                          <a:pt x="11650" y="2901"/>
                          <a:pt x="10638" y="2991"/>
                          <a:pt x="9693" y="3193"/>
                        </a:cubicBezTo>
                        <a:cubicBezTo>
                          <a:pt x="8748" y="3396"/>
                          <a:pt x="7939" y="3733"/>
                          <a:pt x="7242" y="4228"/>
                        </a:cubicBezTo>
                        <a:cubicBezTo>
                          <a:pt x="6545" y="4723"/>
                          <a:pt x="5960" y="5352"/>
                          <a:pt x="5510" y="6162"/>
                        </a:cubicBezTo>
                        <a:cubicBezTo>
                          <a:pt x="5060" y="6972"/>
                          <a:pt x="4768" y="7984"/>
                          <a:pt x="4610" y="9221"/>
                        </a:cubicBezTo>
                        <a:lnTo>
                          <a:pt x="1327" y="9221"/>
                        </a:lnTo>
                        <a:cubicBezTo>
                          <a:pt x="1439" y="7556"/>
                          <a:pt x="1822" y="6162"/>
                          <a:pt x="2452" y="4993"/>
                        </a:cubicBezTo>
                        <a:cubicBezTo>
                          <a:pt x="3081" y="3823"/>
                          <a:pt x="3936" y="2879"/>
                          <a:pt x="4970" y="2136"/>
                        </a:cubicBezTo>
                        <a:cubicBezTo>
                          <a:pt x="6005" y="1394"/>
                          <a:pt x="7174" y="855"/>
                          <a:pt x="8524" y="517"/>
                        </a:cubicBezTo>
                        <a:cubicBezTo>
                          <a:pt x="9873" y="180"/>
                          <a:pt x="11312" y="0"/>
                          <a:pt x="12819" y="0"/>
                        </a:cubicBezTo>
                        <a:cubicBezTo>
                          <a:pt x="14214" y="0"/>
                          <a:pt x="15540" y="157"/>
                          <a:pt x="16777" y="450"/>
                        </a:cubicBezTo>
                        <a:cubicBezTo>
                          <a:pt x="18014" y="765"/>
                          <a:pt x="19094" y="1237"/>
                          <a:pt x="20016" y="1912"/>
                        </a:cubicBezTo>
                        <a:cubicBezTo>
                          <a:pt x="20938" y="2586"/>
                          <a:pt x="21657" y="3463"/>
                          <a:pt x="22175" y="4588"/>
                        </a:cubicBezTo>
                        <a:cubicBezTo>
                          <a:pt x="22692" y="5712"/>
                          <a:pt x="22962" y="7062"/>
                          <a:pt x="22962" y="8681"/>
                        </a:cubicBezTo>
                        <a:lnTo>
                          <a:pt x="22962" y="23906"/>
                        </a:lnTo>
                        <a:cubicBezTo>
                          <a:pt x="22962" y="25166"/>
                          <a:pt x="23187" y="25975"/>
                          <a:pt x="23637" y="26313"/>
                        </a:cubicBezTo>
                        <a:cubicBezTo>
                          <a:pt x="24087" y="26650"/>
                          <a:pt x="24986" y="26583"/>
                          <a:pt x="26358" y="26065"/>
                        </a:cubicBezTo>
                        <a:lnTo>
                          <a:pt x="26358" y="28607"/>
                        </a:lnTo>
                        <a:cubicBezTo>
                          <a:pt x="26111" y="28674"/>
                          <a:pt x="25728" y="28787"/>
                          <a:pt x="25256" y="28922"/>
                        </a:cubicBezTo>
                        <a:cubicBezTo>
                          <a:pt x="24761" y="29056"/>
                          <a:pt x="24289" y="29146"/>
                          <a:pt x="23817" y="29146"/>
                        </a:cubicBezTo>
                        <a:cubicBezTo>
                          <a:pt x="23322" y="29146"/>
                          <a:pt x="22827" y="29101"/>
                          <a:pt x="22355" y="28989"/>
                        </a:cubicBezTo>
                        <a:cubicBezTo>
                          <a:pt x="21815" y="28922"/>
                          <a:pt x="21388" y="28742"/>
                          <a:pt x="21050" y="28472"/>
                        </a:cubicBezTo>
                        <a:cubicBezTo>
                          <a:pt x="20713" y="28202"/>
                          <a:pt x="20466" y="27887"/>
                          <a:pt x="20263" y="27505"/>
                        </a:cubicBezTo>
                        <a:cubicBezTo>
                          <a:pt x="20061" y="27122"/>
                          <a:pt x="19926" y="26718"/>
                          <a:pt x="19858" y="26268"/>
                        </a:cubicBezTo>
                        <a:cubicBezTo>
                          <a:pt x="19791" y="25818"/>
                          <a:pt x="19746" y="25346"/>
                          <a:pt x="19746" y="24828"/>
                        </a:cubicBezTo>
                        <a:cubicBezTo>
                          <a:pt x="18374" y="26335"/>
                          <a:pt x="16822" y="27482"/>
                          <a:pt x="15046" y="28292"/>
                        </a:cubicBezTo>
                        <a:cubicBezTo>
                          <a:pt x="13291" y="29079"/>
                          <a:pt x="11380" y="29484"/>
                          <a:pt x="9333" y="29484"/>
                        </a:cubicBezTo>
                        <a:cubicBezTo>
                          <a:pt x="8119" y="29484"/>
                          <a:pt x="6927" y="29326"/>
                          <a:pt x="5802" y="28989"/>
                        </a:cubicBezTo>
                        <a:cubicBezTo>
                          <a:pt x="4678" y="28652"/>
                          <a:pt x="3666" y="28157"/>
                          <a:pt x="2811" y="27482"/>
                        </a:cubicBezTo>
                        <a:cubicBezTo>
                          <a:pt x="1957" y="26808"/>
                          <a:pt x="1260" y="25953"/>
                          <a:pt x="765" y="24963"/>
                        </a:cubicBezTo>
                        <a:cubicBezTo>
                          <a:pt x="270" y="23974"/>
                          <a:pt x="0" y="22804"/>
                          <a:pt x="0" y="21433"/>
                        </a:cubicBezTo>
                        <a:cubicBezTo>
                          <a:pt x="0" y="16687"/>
                          <a:pt x="3261" y="13876"/>
                          <a:pt x="9761" y="13021"/>
                        </a:cubicBezTo>
                        <a:lnTo>
                          <a:pt x="14236" y="12437"/>
                        </a:lnTo>
                        <a:close/>
                        <a:moveTo>
                          <a:pt x="19791" y="13989"/>
                        </a:moveTo>
                        <a:cubicBezTo>
                          <a:pt x="18419" y="14573"/>
                          <a:pt x="17047" y="14933"/>
                          <a:pt x="15630" y="15113"/>
                        </a:cubicBezTo>
                        <a:cubicBezTo>
                          <a:pt x="14214" y="15293"/>
                          <a:pt x="12819" y="15428"/>
                          <a:pt x="11425" y="15540"/>
                        </a:cubicBezTo>
                        <a:cubicBezTo>
                          <a:pt x="8951" y="15720"/>
                          <a:pt x="7017" y="16282"/>
                          <a:pt x="5622" y="17205"/>
                        </a:cubicBezTo>
                        <a:cubicBezTo>
                          <a:pt x="4228" y="18149"/>
                          <a:pt x="3554" y="19566"/>
                          <a:pt x="3554" y="21478"/>
                        </a:cubicBezTo>
                        <a:cubicBezTo>
                          <a:pt x="3554" y="22332"/>
                          <a:pt x="3733" y="23097"/>
                          <a:pt x="4071" y="23726"/>
                        </a:cubicBezTo>
                        <a:cubicBezTo>
                          <a:pt x="4408" y="24356"/>
                          <a:pt x="4858" y="24873"/>
                          <a:pt x="5420" y="25301"/>
                        </a:cubicBezTo>
                        <a:cubicBezTo>
                          <a:pt x="5982" y="25706"/>
                          <a:pt x="6635" y="26020"/>
                          <a:pt x="7354" y="26223"/>
                        </a:cubicBezTo>
                        <a:cubicBezTo>
                          <a:pt x="8096" y="26425"/>
                          <a:pt x="8839" y="26515"/>
                          <a:pt x="9603" y="26515"/>
                        </a:cubicBezTo>
                        <a:cubicBezTo>
                          <a:pt x="10908" y="26515"/>
                          <a:pt x="12167" y="26358"/>
                          <a:pt x="13381" y="26020"/>
                        </a:cubicBezTo>
                        <a:cubicBezTo>
                          <a:pt x="14596" y="25706"/>
                          <a:pt x="15698" y="25211"/>
                          <a:pt x="16642" y="24536"/>
                        </a:cubicBezTo>
                        <a:cubicBezTo>
                          <a:pt x="17587" y="23861"/>
                          <a:pt x="18352" y="23029"/>
                          <a:pt x="18936" y="21995"/>
                        </a:cubicBezTo>
                        <a:cubicBezTo>
                          <a:pt x="19521" y="20960"/>
                          <a:pt x="19791" y="19746"/>
                          <a:pt x="19791" y="18351"/>
                        </a:cubicBezTo>
                        <a:lnTo>
                          <a:pt x="19791" y="13989"/>
                        </a:lnTo>
                        <a:close/>
                      </a:path>
                    </a:pathLst>
                  </a:custGeom>
                  <a:solidFill>
                    <a:srgbClr val="010101"/>
                  </a:solidFill>
                  <a:ln w="2249" cap="flat">
                    <a:noFill/>
                    <a:prstDash val="solid"/>
                    <a:miter/>
                  </a:ln>
                </p:spPr>
                <p:txBody>
                  <a:bodyPr rtlCol="0" anchor="ctr"/>
                  <a:lstStyle/>
                  <a:p>
                    <a:endParaRPr lang="en-US"/>
                  </a:p>
                </p:txBody>
              </p:sp>
              <p:sp>
                <p:nvSpPr>
                  <p:cNvPr id="3538" name="Freeform 3537">
                    <a:extLst>
                      <a:ext uri="{FF2B5EF4-FFF2-40B4-BE49-F238E27FC236}">
                        <a16:creationId xmlns:a16="http://schemas.microsoft.com/office/drawing/2014/main" id="{5A0611E6-4087-7FDD-C0A1-C9BF2AD20F5C}"/>
                      </a:ext>
                    </a:extLst>
                  </p:cNvPr>
                  <p:cNvSpPr/>
                  <p:nvPr/>
                </p:nvSpPr>
                <p:spPr>
                  <a:xfrm>
                    <a:off x="3758209" y="3039683"/>
                    <a:ext cx="12481" cy="28719"/>
                  </a:xfrm>
                  <a:custGeom>
                    <a:avLst/>
                    <a:gdLst>
                      <a:gd name="connsiteX0" fmla="*/ 3238 w 12481"/>
                      <a:gd name="connsiteY0" fmla="*/ 28719 h 28719"/>
                      <a:gd name="connsiteX1" fmla="*/ 0 w 12481"/>
                      <a:gd name="connsiteY1" fmla="*/ 28719 h 28719"/>
                      <a:gd name="connsiteX2" fmla="*/ 0 w 12481"/>
                      <a:gd name="connsiteY2" fmla="*/ 765 h 28719"/>
                      <a:gd name="connsiteX3" fmla="*/ 3238 w 12481"/>
                      <a:gd name="connsiteY3" fmla="*/ 765 h 28719"/>
                      <a:gd name="connsiteX4" fmla="*/ 3238 w 12481"/>
                      <a:gd name="connsiteY4" fmla="*/ 6005 h 28719"/>
                      <a:gd name="connsiteX5" fmla="*/ 3351 w 12481"/>
                      <a:gd name="connsiteY5" fmla="*/ 6005 h 28719"/>
                      <a:gd name="connsiteX6" fmla="*/ 6837 w 12481"/>
                      <a:gd name="connsiteY6" fmla="*/ 1327 h 28719"/>
                      <a:gd name="connsiteX7" fmla="*/ 12482 w 12481"/>
                      <a:gd name="connsiteY7" fmla="*/ 0 h 28719"/>
                      <a:gd name="connsiteX8" fmla="*/ 12482 w 12481"/>
                      <a:gd name="connsiteY8" fmla="*/ 3508 h 28719"/>
                      <a:gd name="connsiteX9" fmla="*/ 7939 w 12481"/>
                      <a:gd name="connsiteY9" fmla="*/ 4363 h 28719"/>
                      <a:gd name="connsiteX10" fmla="*/ 5105 w 12481"/>
                      <a:gd name="connsiteY10" fmla="*/ 6837 h 28719"/>
                      <a:gd name="connsiteX11" fmla="*/ 3643 w 12481"/>
                      <a:gd name="connsiteY11" fmla="*/ 10525 h 28719"/>
                      <a:gd name="connsiteX12" fmla="*/ 3238 w 12481"/>
                      <a:gd name="connsiteY12" fmla="*/ 14978 h 28719"/>
                      <a:gd name="connsiteX13" fmla="*/ 3238 w 12481"/>
                      <a:gd name="connsiteY13" fmla="*/ 28697 h 28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481" h="28719">
                        <a:moveTo>
                          <a:pt x="3238" y="28719"/>
                        </a:moveTo>
                        <a:lnTo>
                          <a:pt x="0" y="28719"/>
                        </a:lnTo>
                        <a:lnTo>
                          <a:pt x="0" y="765"/>
                        </a:lnTo>
                        <a:lnTo>
                          <a:pt x="3238" y="765"/>
                        </a:lnTo>
                        <a:lnTo>
                          <a:pt x="3238" y="6005"/>
                        </a:lnTo>
                        <a:lnTo>
                          <a:pt x="3351" y="6005"/>
                        </a:lnTo>
                        <a:cubicBezTo>
                          <a:pt x="4251" y="3778"/>
                          <a:pt x="5420" y="2227"/>
                          <a:pt x="6837" y="1327"/>
                        </a:cubicBezTo>
                        <a:cubicBezTo>
                          <a:pt x="8254" y="450"/>
                          <a:pt x="10143" y="0"/>
                          <a:pt x="12482" y="0"/>
                        </a:cubicBezTo>
                        <a:lnTo>
                          <a:pt x="12482" y="3508"/>
                        </a:lnTo>
                        <a:cubicBezTo>
                          <a:pt x="10638" y="3463"/>
                          <a:pt x="9131" y="3756"/>
                          <a:pt x="7939" y="4363"/>
                        </a:cubicBezTo>
                        <a:cubicBezTo>
                          <a:pt x="6747" y="4970"/>
                          <a:pt x="5802" y="5802"/>
                          <a:pt x="5105" y="6837"/>
                        </a:cubicBezTo>
                        <a:cubicBezTo>
                          <a:pt x="4408" y="7871"/>
                          <a:pt x="3913" y="9108"/>
                          <a:pt x="3643" y="10525"/>
                        </a:cubicBezTo>
                        <a:cubicBezTo>
                          <a:pt x="3373" y="11942"/>
                          <a:pt x="3238" y="13426"/>
                          <a:pt x="3238" y="14978"/>
                        </a:cubicBezTo>
                        <a:lnTo>
                          <a:pt x="3238" y="28697"/>
                        </a:lnTo>
                        <a:close/>
                      </a:path>
                    </a:pathLst>
                  </a:custGeom>
                  <a:solidFill>
                    <a:srgbClr val="010101"/>
                  </a:solidFill>
                  <a:ln w="2249" cap="flat">
                    <a:noFill/>
                    <a:prstDash val="solid"/>
                    <a:miter/>
                  </a:ln>
                </p:spPr>
                <p:txBody>
                  <a:bodyPr rtlCol="0" anchor="ctr"/>
                  <a:lstStyle/>
                  <a:p>
                    <a:endParaRPr lang="en-US"/>
                  </a:p>
                </p:txBody>
              </p:sp>
              <p:sp>
                <p:nvSpPr>
                  <p:cNvPr id="3539" name="Freeform 3538">
                    <a:extLst>
                      <a:ext uri="{FF2B5EF4-FFF2-40B4-BE49-F238E27FC236}">
                        <a16:creationId xmlns:a16="http://schemas.microsoft.com/office/drawing/2014/main" id="{ADEACAAC-7B38-3DBD-2478-31A083F4E6B0}"/>
                      </a:ext>
                    </a:extLst>
                  </p:cNvPr>
                  <p:cNvSpPr/>
                  <p:nvPr/>
                </p:nvSpPr>
                <p:spPr>
                  <a:xfrm>
                    <a:off x="3774514" y="3039705"/>
                    <a:ext cx="25167" cy="29483"/>
                  </a:xfrm>
                  <a:custGeom>
                    <a:avLst/>
                    <a:gdLst>
                      <a:gd name="connsiteX0" fmla="*/ 3508 w 25167"/>
                      <a:gd name="connsiteY0" fmla="*/ 15473 h 29483"/>
                      <a:gd name="connsiteX1" fmla="*/ 4093 w 25167"/>
                      <a:gd name="connsiteY1" fmla="*/ 19768 h 29483"/>
                      <a:gd name="connsiteX2" fmla="*/ 5847 w 25167"/>
                      <a:gd name="connsiteY2" fmla="*/ 23277 h 29483"/>
                      <a:gd name="connsiteX3" fmla="*/ 8793 w 25167"/>
                      <a:gd name="connsiteY3" fmla="*/ 25661 h 29483"/>
                      <a:gd name="connsiteX4" fmla="*/ 12886 w 25167"/>
                      <a:gd name="connsiteY4" fmla="*/ 26560 h 29483"/>
                      <a:gd name="connsiteX5" fmla="*/ 18329 w 25167"/>
                      <a:gd name="connsiteY5" fmla="*/ 24896 h 29483"/>
                      <a:gd name="connsiteX6" fmla="*/ 21343 w 25167"/>
                      <a:gd name="connsiteY6" fmla="*/ 20151 h 29483"/>
                      <a:gd name="connsiteX7" fmla="*/ 24963 w 25167"/>
                      <a:gd name="connsiteY7" fmla="*/ 20151 h 29483"/>
                      <a:gd name="connsiteX8" fmla="*/ 23389 w 25167"/>
                      <a:gd name="connsiteY8" fmla="*/ 23839 h 29483"/>
                      <a:gd name="connsiteX9" fmla="*/ 20960 w 25167"/>
                      <a:gd name="connsiteY9" fmla="*/ 26808 h 29483"/>
                      <a:gd name="connsiteX10" fmla="*/ 17497 w 25167"/>
                      <a:gd name="connsiteY10" fmla="*/ 28787 h 29483"/>
                      <a:gd name="connsiteX11" fmla="*/ 12864 w 25167"/>
                      <a:gd name="connsiteY11" fmla="*/ 29484 h 29483"/>
                      <a:gd name="connsiteX12" fmla="*/ 7084 w 25167"/>
                      <a:gd name="connsiteY12" fmla="*/ 28359 h 29483"/>
                      <a:gd name="connsiteX13" fmla="*/ 3081 w 25167"/>
                      <a:gd name="connsiteY13" fmla="*/ 25256 h 29483"/>
                      <a:gd name="connsiteX14" fmla="*/ 765 w 25167"/>
                      <a:gd name="connsiteY14" fmla="*/ 20623 h 29483"/>
                      <a:gd name="connsiteX15" fmla="*/ 0 w 25167"/>
                      <a:gd name="connsiteY15" fmla="*/ 14866 h 29483"/>
                      <a:gd name="connsiteX16" fmla="*/ 900 w 25167"/>
                      <a:gd name="connsiteY16" fmla="*/ 9086 h 29483"/>
                      <a:gd name="connsiteX17" fmla="*/ 3441 w 25167"/>
                      <a:gd name="connsiteY17" fmla="*/ 4363 h 29483"/>
                      <a:gd name="connsiteX18" fmla="*/ 7466 w 25167"/>
                      <a:gd name="connsiteY18" fmla="*/ 1169 h 29483"/>
                      <a:gd name="connsiteX19" fmla="*/ 12864 w 25167"/>
                      <a:gd name="connsiteY19" fmla="*/ 0 h 29483"/>
                      <a:gd name="connsiteX20" fmla="*/ 21927 w 25167"/>
                      <a:gd name="connsiteY20" fmla="*/ 3958 h 29483"/>
                      <a:gd name="connsiteX21" fmla="*/ 25166 w 25167"/>
                      <a:gd name="connsiteY21" fmla="*/ 15473 h 29483"/>
                      <a:gd name="connsiteX22" fmla="*/ 3463 w 25167"/>
                      <a:gd name="connsiteY22" fmla="*/ 15473 h 29483"/>
                      <a:gd name="connsiteX23" fmla="*/ 21747 w 25167"/>
                      <a:gd name="connsiteY23" fmla="*/ 12774 h 29483"/>
                      <a:gd name="connsiteX24" fmla="*/ 21185 w 25167"/>
                      <a:gd name="connsiteY24" fmla="*/ 8906 h 29483"/>
                      <a:gd name="connsiteX25" fmla="*/ 19521 w 25167"/>
                      <a:gd name="connsiteY25" fmla="*/ 5780 h 29483"/>
                      <a:gd name="connsiteX26" fmla="*/ 16732 w 25167"/>
                      <a:gd name="connsiteY26" fmla="*/ 3666 h 29483"/>
                      <a:gd name="connsiteX27" fmla="*/ 12909 w 25167"/>
                      <a:gd name="connsiteY27" fmla="*/ 2879 h 29483"/>
                      <a:gd name="connsiteX28" fmla="*/ 9108 w 25167"/>
                      <a:gd name="connsiteY28" fmla="*/ 3688 h 29483"/>
                      <a:gd name="connsiteX29" fmla="*/ 6297 w 25167"/>
                      <a:gd name="connsiteY29" fmla="*/ 5847 h 29483"/>
                      <a:gd name="connsiteX30" fmla="*/ 4430 w 25167"/>
                      <a:gd name="connsiteY30" fmla="*/ 8973 h 29483"/>
                      <a:gd name="connsiteX31" fmla="*/ 3508 w 25167"/>
                      <a:gd name="connsiteY31" fmla="*/ 12752 h 29483"/>
                      <a:gd name="connsiteX32" fmla="*/ 21747 w 25167"/>
                      <a:gd name="connsiteY32" fmla="*/ 12752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167" h="29483">
                        <a:moveTo>
                          <a:pt x="3508" y="15473"/>
                        </a:moveTo>
                        <a:cubicBezTo>
                          <a:pt x="3508" y="16980"/>
                          <a:pt x="3711" y="18419"/>
                          <a:pt x="4093" y="19768"/>
                        </a:cubicBezTo>
                        <a:cubicBezTo>
                          <a:pt x="4498" y="21118"/>
                          <a:pt x="5083" y="22287"/>
                          <a:pt x="5847" y="23277"/>
                        </a:cubicBezTo>
                        <a:cubicBezTo>
                          <a:pt x="6612" y="24266"/>
                          <a:pt x="7601" y="25053"/>
                          <a:pt x="8793" y="25661"/>
                        </a:cubicBezTo>
                        <a:cubicBezTo>
                          <a:pt x="9985" y="26245"/>
                          <a:pt x="11357" y="26560"/>
                          <a:pt x="12886" y="26560"/>
                        </a:cubicBezTo>
                        <a:cubicBezTo>
                          <a:pt x="15000" y="26560"/>
                          <a:pt x="16822" y="25998"/>
                          <a:pt x="18329" y="24896"/>
                        </a:cubicBezTo>
                        <a:cubicBezTo>
                          <a:pt x="19836" y="23772"/>
                          <a:pt x="20848" y="22197"/>
                          <a:pt x="21343" y="20151"/>
                        </a:cubicBezTo>
                        <a:lnTo>
                          <a:pt x="24963" y="20151"/>
                        </a:lnTo>
                        <a:cubicBezTo>
                          <a:pt x="24558" y="21478"/>
                          <a:pt x="24041" y="22714"/>
                          <a:pt x="23389" y="23839"/>
                        </a:cubicBezTo>
                        <a:cubicBezTo>
                          <a:pt x="22737" y="24963"/>
                          <a:pt x="21927" y="25953"/>
                          <a:pt x="20960" y="26808"/>
                        </a:cubicBezTo>
                        <a:cubicBezTo>
                          <a:pt x="19993" y="27662"/>
                          <a:pt x="18846" y="28314"/>
                          <a:pt x="17497" y="28787"/>
                        </a:cubicBezTo>
                        <a:cubicBezTo>
                          <a:pt x="16170" y="29259"/>
                          <a:pt x="14618" y="29484"/>
                          <a:pt x="12864" y="29484"/>
                        </a:cubicBezTo>
                        <a:cubicBezTo>
                          <a:pt x="10638" y="29484"/>
                          <a:pt x="8703" y="29102"/>
                          <a:pt x="7084" y="28359"/>
                        </a:cubicBezTo>
                        <a:cubicBezTo>
                          <a:pt x="5465" y="27595"/>
                          <a:pt x="4138" y="26560"/>
                          <a:pt x="3081" y="25256"/>
                        </a:cubicBezTo>
                        <a:cubicBezTo>
                          <a:pt x="2046" y="23951"/>
                          <a:pt x="1259" y="22400"/>
                          <a:pt x="765" y="20623"/>
                        </a:cubicBezTo>
                        <a:cubicBezTo>
                          <a:pt x="270" y="18846"/>
                          <a:pt x="0" y="16935"/>
                          <a:pt x="0" y="14866"/>
                        </a:cubicBezTo>
                        <a:cubicBezTo>
                          <a:pt x="0" y="12797"/>
                          <a:pt x="292" y="10885"/>
                          <a:pt x="900" y="9086"/>
                        </a:cubicBezTo>
                        <a:cubicBezTo>
                          <a:pt x="1484" y="7287"/>
                          <a:pt x="2339" y="5712"/>
                          <a:pt x="3441" y="4363"/>
                        </a:cubicBezTo>
                        <a:cubicBezTo>
                          <a:pt x="4543" y="3014"/>
                          <a:pt x="5870" y="1957"/>
                          <a:pt x="7466" y="1169"/>
                        </a:cubicBezTo>
                        <a:cubicBezTo>
                          <a:pt x="9041" y="405"/>
                          <a:pt x="10840" y="0"/>
                          <a:pt x="12864" y="0"/>
                        </a:cubicBezTo>
                        <a:cubicBezTo>
                          <a:pt x="16710" y="0"/>
                          <a:pt x="19746" y="1327"/>
                          <a:pt x="21927" y="3958"/>
                        </a:cubicBezTo>
                        <a:cubicBezTo>
                          <a:pt x="24131" y="6612"/>
                          <a:pt x="25211" y="10435"/>
                          <a:pt x="25166" y="15473"/>
                        </a:cubicBezTo>
                        <a:lnTo>
                          <a:pt x="3463" y="15473"/>
                        </a:lnTo>
                        <a:close/>
                        <a:moveTo>
                          <a:pt x="21747" y="12774"/>
                        </a:moveTo>
                        <a:cubicBezTo>
                          <a:pt x="21747" y="11402"/>
                          <a:pt x="21567" y="10120"/>
                          <a:pt x="21185" y="8906"/>
                        </a:cubicBezTo>
                        <a:cubicBezTo>
                          <a:pt x="20803" y="7691"/>
                          <a:pt x="20241" y="6657"/>
                          <a:pt x="19521" y="5780"/>
                        </a:cubicBezTo>
                        <a:cubicBezTo>
                          <a:pt x="18779" y="4903"/>
                          <a:pt x="17857" y="4206"/>
                          <a:pt x="16732" y="3666"/>
                        </a:cubicBezTo>
                        <a:cubicBezTo>
                          <a:pt x="15608" y="3149"/>
                          <a:pt x="14348" y="2879"/>
                          <a:pt x="12909" y="2879"/>
                        </a:cubicBezTo>
                        <a:cubicBezTo>
                          <a:pt x="11470" y="2879"/>
                          <a:pt x="10210" y="3149"/>
                          <a:pt x="9108" y="3688"/>
                        </a:cubicBezTo>
                        <a:cubicBezTo>
                          <a:pt x="8006" y="4228"/>
                          <a:pt x="7084" y="4948"/>
                          <a:pt x="6297" y="5847"/>
                        </a:cubicBezTo>
                        <a:cubicBezTo>
                          <a:pt x="5532" y="6747"/>
                          <a:pt x="4903" y="7781"/>
                          <a:pt x="4430" y="8973"/>
                        </a:cubicBezTo>
                        <a:cubicBezTo>
                          <a:pt x="3958" y="10165"/>
                          <a:pt x="3666" y="11425"/>
                          <a:pt x="3508" y="12752"/>
                        </a:cubicBezTo>
                        <a:lnTo>
                          <a:pt x="21747" y="12752"/>
                        </a:lnTo>
                        <a:close/>
                      </a:path>
                    </a:pathLst>
                  </a:custGeom>
                  <a:solidFill>
                    <a:srgbClr val="010101"/>
                  </a:solidFill>
                  <a:ln w="2249" cap="flat">
                    <a:noFill/>
                    <a:prstDash val="solid"/>
                    <a:miter/>
                  </a:ln>
                </p:spPr>
                <p:txBody>
                  <a:bodyPr rtlCol="0" anchor="ctr"/>
                  <a:lstStyle/>
                  <a:p>
                    <a:endParaRPr lang="en-US"/>
                  </a:p>
                </p:txBody>
              </p:sp>
              <p:sp>
                <p:nvSpPr>
                  <p:cNvPr id="3540" name="Freeform 3539">
                    <a:extLst>
                      <a:ext uri="{FF2B5EF4-FFF2-40B4-BE49-F238E27FC236}">
                        <a16:creationId xmlns:a16="http://schemas.microsoft.com/office/drawing/2014/main" id="{E457AC59-511F-0E9E-2720-CFA61AF62605}"/>
                      </a:ext>
                    </a:extLst>
                  </p:cNvPr>
                  <p:cNvSpPr/>
                  <p:nvPr/>
                </p:nvSpPr>
                <p:spPr>
                  <a:xfrm>
                    <a:off x="3805167" y="3029540"/>
                    <a:ext cx="25682" cy="39626"/>
                  </a:xfrm>
                  <a:custGeom>
                    <a:avLst/>
                    <a:gdLst>
                      <a:gd name="connsiteX0" fmla="*/ 22445 w 25682"/>
                      <a:gd name="connsiteY0" fmla="*/ 0 h 39626"/>
                      <a:gd name="connsiteX1" fmla="*/ 25683 w 25682"/>
                      <a:gd name="connsiteY1" fmla="*/ 0 h 39626"/>
                      <a:gd name="connsiteX2" fmla="*/ 25683 w 25682"/>
                      <a:gd name="connsiteY2" fmla="*/ 38862 h 39626"/>
                      <a:gd name="connsiteX3" fmla="*/ 22445 w 25682"/>
                      <a:gd name="connsiteY3" fmla="*/ 38862 h 39626"/>
                      <a:gd name="connsiteX4" fmla="*/ 22445 w 25682"/>
                      <a:gd name="connsiteY4" fmla="*/ 33959 h 39626"/>
                      <a:gd name="connsiteX5" fmla="*/ 22332 w 25682"/>
                      <a:gd name="connsiteY5" fmla="*/ 33959 h 39626"/>
                      <a:gd name="connsiteX6" fmla="*/ 20533 w 25682"/>
                      <a:gd name="connsiteY6" fmla="*/ 36411 h 39626"/>
                      <a:gd name="connsiteX7" fmla="*/ 18104 w 25682"/>
                      <a:gd name="connsiteY7" fmla="*/ 38165 h 39626"/>
                      <a:gd name="connsiteX8" fmla="*/ 15383 w 25682"/>
                      <a:gd name="connsiteY8" fmla="*/ 39244 h 39626"/>
                      <a:gd name="connsiteX9" fmla="*/ 12639 w 25682"/>
                      <a:gd name="connsiteY9" fmla="*/ 39627 h 39626"/>
                      <a:gd name="connsiteX10" fmla="*/ 6859 w 25682"/>
                      <a:gd name="connsiteY10" fmla="*/ 38502 h 39626"/>
                      <a:gd name="connsiteX11" fmla="*/ 2946 w 25682"/>
                      <a:gd name="connsiteY11" fmla="*/ 35399 h 39626"/>
                      <a:gd name="connsiteX12" fmla="*/ 697 w 25682"/>
                      <a:gd name="connsiteY12" fmla="*/ 30721 h 39626"/>
                      <a:gd name="connsiteX13" fmla="*/ 0 w 25682"/>
                      <a:gd name="connsiteY13" fmla="*/ 24941 h 39626"/>
                      <a:gd name="connsiteX14" fmla="*/ 765 w 25682"/>
                      <a:gd name="connsiteY14" fmla="*/ 19319 h 39626"/>
                      <a:gd name="connsiteX15" fmla="*/ 3059 w 25682"/>
                      <a:gd name="connsiteY15" fmla="*/ 14596 h 39626"/>
                      <a:gd name="connsiteX16" fmla="*/ 6949 w 25682"/>
                      <a:gd name="connsiteY16" fmla="*/ 11357 h 39626"/>
                      <a:gd name="connsiteX17" fmla="*/ 12482 w 25682"/>
                      <a:gd name="connsiteY17" fmla="*/ 10143 h 39626"/>
                      <a:gd name="connsiteX18" fmla="*/ 18171 w 25682"/>
                      <a:gd name="connsiteY18" fmla="*/ 11470 h 39626"/>
                      <a:gd name="connsiteX19" fmla="*/ 22467 w 25682"/>
                      <a:gd name="connsiteY19" fmla="*/ 15383 h 39626"/>
                      <a:gd name="connsiteX20" fmla="*/ 22467 w 25682"/>
                      <a:gd name="connsiteY20" fmla="*/ 0 h 39626"/>
                      <a:gd name="connsiteX21" fmla="*/ 22445 w 25682"/>
                      <a:gd name="connsiteY21" fmla="*/ 24761 h 39626"/>
                      <a:gd name="connsiteX22" fmla="*/ 21792 w 25682"/>
                      <a:gd name="connsiteY22" fmla="*/ 20263 h 39626"/>
                      <a:gd name="connsiteX23" fmla="*/ 19926 w 25682"/>
                      <a:gd name="connsiteY23" fmla="*/ 16530 h 39626"/>
                      <a:gd name="connsiteX24" fmla="*/ 16957 w 25682"/>
                      <a:gd name="connsiteY24" fmla="*/ 13988 h 39626"/>
                      <a:gd name="connsiteX25" fmla="*/ 12999 w 25682"/>
                      <a:gd name="connsiteY25" fmla="*/ 13044 h 39626"/>
                      <a:gd name="connsiteX26" fmla="*/ 8636 w 25682"/>
                      <a:gd name="connsiteY26" fmla="*/ 14033 h 39626"/>
                      <a:gd name="connsiteX27" fmla="*/ 5622 w 25682"/>
                      <a:gd name="connsiteY27" fmla="*/ 16755 h 39626"/>
                      <a:gd name="connsiteX28" fmla="*/ 3891 w 25682"/>
                      <a:gd name="connsiteY28" fmla="*/ 20780 h 39626"/>
                      <a:gd name="connsiteX29" fmla="*/ 3463 w 25682"/>
                      <a:gd name="connsiteY29" fmla="*/ 25728 h 39626"/>
                      <a:gd name="connsiteX30" fmla="*/ 4183 w 25682"/>
                      <a:gd name="connsiteY30" fmla="*/ 30406 h 39626"/>
                      <a:gd name="connsiteX31" fmla="*/ 6207 w 25682"/>
                      <a:gd name="connsiteY31" fmla="*/ 33824 h 39626"/>
                      <a:gd name="connsiteX32" fmla="*/ 9221 w 25682"/>
                      <a:gd name="connsiteY32" fmla="*/ 35961 h 39626"/>
                      <a:gd name="connsiteX33" fmla="*/ 12999 w 25682"/>
                      <a:gd name="connsiteY33" fmla="*/ 36681 h 39626"/>
                      <a:gd name="connsiteX34" fmla="*/ 17047 w 25682"/>
                      <a:gd name="connsiteY34" fmla="*/ 35758 h 39626"/>
                      <a:gd name="connsiteX35" fmla="*/ 20016 w 25682"/>
                      <a:gd name="connsiteY35" fmla="*/ 33240 h 39626"/>
                      <a:gd name="connsiteX36" fmla="*/ 21815 w 25682"/>
                      <a:gd name="connsiteY36" fmla="*/ 29461 h 39626"/>
                      <a:gd name="connsiteX37" fmla="*/ 22445 w 25682"/>
                      <a:gd name="connsiteY37" fmla="*/ 24739 h 3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682" h="39626">
                        <a:moveTo>
                          <a:pt x="22445" y="0"/>
                        </a:moveTo>
                        <a:lnTo>
                          <a:pt x="25683" y="0"/>
                        </a:lnTo>
                        <a:lnTo>
                          <a:pt x="25683" y="38862"/>
                        </a:lnTo>
                        <a:lnTo>
                          <a:pt x="22445" y="38862"/>
                        </a:lnTo>
                        <a:lnTo>
                          <a:pt x="22445" y="33959"/>
                        </a:lnTo>
                        <a:lnTo>
                          <a:pt x="22332" y="33959"/>
                        </a:lnTo>
                        <a:cubicBezTo>
                          <a:pt x="21860" y="34904"/>
                          <a:pt x="21253" y="35713"/>
                          <a:pt x="20533" y="36411"/>
                        </a:cubicBezTo>
                        <a:cubicBezTo>
                          <a:pt x="19791" y="37108"/>
                          <a:pt x="18981" y="37692"/>
                          <a:pt x="18104" y="38165"/>
                        </a:cubicBezTo>
                        <a:cubicBezTo>
                          <a:pt x="17227" y="38637"/>
                          <a:pt x="16305" y="38997"/>
                          <a:pt x="15383" y="39244"/>
                        </a:cubicBezTo>
                        <a:cubicBezTo>
                          <a:pt x="14438" y="39492"/>
                          <a:pt x="13539" y="39627"/>
                          <a:pt x="12639" y="39627"/>
                        </a:cubicBezTo>
                        <a:cubicBezTo>
                          <a:pt x="10368" y="39627"/>
                          <a:pt x="8456" y="39244"/>
                          <a:pt x="6859" y="38502"/>
                        </a:cubicBezTo>
                        <a:cubicBezTo>
                          <a:pt x="5285" y="37738"/>
                          <a:pt x="3981" y="36703"/>
                          <a:pt x="2946" y="35399"/>
                        </a:cubicBezTo>
                        <a:cubicBezTo>
                          <a:pt x="1912" y="34094"/>
                          <a:pt x="1170" y="32520"/>
                          <a:pt x="697" y="30721"/>
                        </a:cubicBezTo>
                        <a:cubicBezTo>
                          <a:pt x="225" y="28922"/>
                          <a:pt x="0" y="26987"/>
                          <a:pt x="0" y="24941"/>
                        </a:cubicBezTo>
                        <a:cubicBezTo>
                          <a:pt x="0" y="23007"/>
                          <a:pt x="247" y="21118"/>
                          <a:pt x="765" y="19319"/>
                        </a:cubicBezTo>
                        <a:cubicBezTo>
                          <a:pt x="1259" y="17519"/>
                          <a:pt x="2024" y="15945"/>
                          <a:pt x="3059" y="14596"/>
                        </a:cubicBezTo>
                        <a:cubicBezTo>
                          <a:pt x="4093" y="13246"/>
                          <a:pt x="5375" y="12167"/>
                          <a:pt x="6949" y="11357"/>
                        </a:cubicBezTo>
                        <a:cubicBezTo>
                          <a:pt x="8523" y="10548"/>
                          <a:pt x="10368" y="10143"/>
                          <a:pt x="12482" y="10143"/>
                        </a:cubicBezTo>
                        <a:cubicBezTo>
                          <a:pt x="14461" y="10143"/>
                          <a:pt x="16350" y="10593"/>
                          <a:pt x="18171" y="11470"/>
                        </a:cubicBezTo>
                        <a:cubicBezTo>
                          <a:pt x="19993" y="12347"/>
                          <a:pt x="21410" y="13651"/>
                          <a:pt x="22467" y="15383"/>
                        </a:cubicBezTo>
                        <a:lnTo>
                          <a:pt x="22467" y="0"/>
                        </a:lnTo>
                        <a:close/>
                        <a:moveTo>
                          <a:pt x="22445" y="24761"/>
                        </a:moveTo>
                        <a:cubicBezTo>
                          <a:pt x="22445" y="23187"/>
                          <a:pt x="22220" y="21680"/>
                          <a:pt x="21792" y="20263"/>
                        </a:cubicBezTo>
                        <a:cubicBezTo>
                          <a:pt x="21365" y="18846"/>
                          <a:pt x="20735" y="17609"/>
                          <a:pt x="19926" y="16530"/>
                        </a:cubicBezTo>
                        <a:cubicBezTo>
                          <a:pt x="19116" y="15473"/>
                          <a:pt x="18126" y="14618"/>
                          <a:pt x="16957" y="13988"/>
                        </a:cubicBezTo>
                        <a:cubicBezTo>
                          <a:pt x="15788" y="13359"/>
                          <a:pt x="14461" y="13044"/>
                          <a:pt x="12999" y="13044"/>
                        </a:cubicBezTo>
                        <a:cubicBezTo>
                          <a:pt x="11312" y="13044"/>
                          <a:pt x="9850" y="13381"/>
                          <a:pt x="8636" y="14033"/>
                        </a:cubicBezTo>
                        <a:cubicBezTo>
                          <a:pt x="7421" y="14708"/>
                          <a:pt x="6409" y="15608"/>
                          <a:pt x="5622" y="16755"/>
                        </a:cubicBezTo>
                        <a:cubicBezTo>
                          <a:pt x="4835" y="17902"/>
                          <a:pt x="4251" y="19251"/>
                          <a:pt x="3891" y="20780"/>
                        </a:cubicBezTo>
                        <a:cubicBezTo>
                          <a:pt x="3531" y="22310"/>
                          <a:pt x="3396" y="23951"/>
                          <a:pt x="3463" y="25728"/>
                        </a:cubicBezTo>
                        <a:cubicBezTo>
                          <a:pt x="3463" y="27482"/>
                          <a:pt x="3711" y="29056"/>
                          <a:pt x="4183" y="30406"/>
                        </a:cubicBezTo>
                        <a:cubicBezTo>
                          <a:pt x="4678" y="31755"/>
                          <a:pt x="5353" y="32902"/>
                          <a:pt x="6207" y="33824"/>
                        </a:cubicBezTo>
                        <a:cubicBezTo>
                          <a:pt x="7062" y="34746"/>
                          <a:pt x="8074" y="35466"/>
                          <a:pt x="9221" y="35961"/>
                        </a:cubicBezTo>
                        <a:cubicBezTo>
                          <a:pt x="10368" y="36456"/>
                          <a:pt x="11627" y="36681"/>
                          <a:pt x="12999" y="36681"/>
                        </a:cubicBezTo>
                        <a:cubicBezTo>
                          <a:pt x="14506" y="36681"/>
                          <a:pt x="15855" y="36366"/>
                          <a:pt x="17047" y="35758"/>
                        </a:cubicBezTo>
                        <a:cubicBezTo>
                          <a:pt x="18239" y="35151"/>
                          <a:pt x="19228" y="34319"/>
                          <a:pt x="20016" y="33240"/>
                        </a:cubicBezTo>
                        <a:cubicBezTo>
                          <a:pt x="20803" y="32183"/>
                          <a:pt x="21410" y="30923"/>
                          <a:pt x="21815" y="29461"/>
                        </a:cubicBezTo>
                        <a:cubicBezTo>
                          <a:pt x="22220" y="27999"/>
                          <a:pt x="22445" y="26425"/>
                          <a:pt x="22445" y="24739"/>
                        </a:cubicBezTo>
                        <a:close/>
                      </a:path>
                    </a:pathLst>
                  </a:custGeom>
                  <a:solidFill>
                    <a:srgbClr val="010101"/>
                  </a:solidFill>
                  <a:ln w="2249" cap="flat">
                    <a:noFill/>
                    <a:prstDash val="solid"/>
                    <a:miter/>
                  </a:ln>
                </p:spPr>
                <p:txBody>
                  <a:bodyPr rtlCol="0" anchor="ctr"/>
                  <a:lstStyle/>
                  <a:p>
                    <a:endParaRPr lang="en-US"/>
                  </a:p>
                </p:txBody>
              </p:sp>
            </p:grpSp>
            <p:grpSp>
              <p:nvGrpSpPr>
                <p:cNvPr id="29" name="Graphic 4479">
                  <a:extLst>
                    <a:ext uri="{FF2B5EF4-FFF2-40B4-BE49-F238E27FC236}">
                      <a16:creationId xmlns:a16="http://schemas.microsoft.com/office/drawing/2014/main" id="{D996A39E-7275-C4AC-3E48-0152673D59FE}"/>
                    </a:ext>
                  </a:extLst>
                </p:cNvPr>
                <p:cNvGrpSpPr/>
                <p:nvPr/>
              </p:nvGrpSpPr>
              <p:grpSpPr>
                <a:xfrm>
                  <a:off x="3821887" y="6362284"/>
                  <a:ext cx="675662" cy="148604"/>
                  <a:chOff x="3970623" y="3029517"/>
                  <a:chExt cx="180478" cy="39694"/>
                </a:xfrm>
                <a:solidFill>
                  <a:srgbClr val="010101"/>
                </a:solidFill>
              </p:grpSpPr>
              <p:sp>
                <p:nvSpPr>
                  <p:cNvPr id="3525" name="Freeform 3524">
                    <a:extLst>
                      <a:ext uri="{FF2B5EF4-FFF2-40B4-BE49-F238E27FC236}">
                        <a16:creationId xmlns:a16="http://schemas.microsoft.com/office/drawing/2014/main" id="{EB7A6066-7B1B-DE81-94D2-8A2831A99E2B}"/>
                      </a:ext>
                    </a:extLst>
                  </p:cNvPr>
                  <p:cNvSpPr/>
                  <p:nvPr/>
                </p:nvSpPr>
                <p:spPr>
                  <a:xfrm>
                    <a:off x="3970623" y="3029517"/>
                    <a:ext cx="3553" cy="38884"/>
                  </a:xfrm>
                  <a:custGeom>
                    <a:avLst/>
                    <a:gdLst>
                      <a:gd name="connsiteX0" fmla="*/ 0 w 3553"/>
                      <a:gd name="connsiteY0" fmla="*/ 4813 h 38884"/>
                      <a:gd name="connsiteX1" fmla="*/ 0 w 3553"/>
                      <a:gd name="connsiteY1" fmla="*/ 0 h 38884"/>
                      <a:gd name="connsiteX2" fmla="*/ 3554 w 3553"/>
                      <a:gd name="connsiteY2" fmla="*/ 0 h 38884"/>
                      <a:gd name="connsiteX3" fmla="*/ 3554 w 3553"/>
                      <a:gd name="connsiteY3" fmla="*/ 4813 h 38884"/>
                      <a:gd name="connsiteX4" fmla="*/ 0 w 3553"/>
                      <a:gd name="connsiteY4" fmla="*/ 4813 h 38884"/>
                      <a:gd name="connsiteX5" fmla="*/ 158 w 3553"/>
                      <a:gd name="connsiteY5" fmla="*/ 38885 h 38884"/>
                      <a:gd name="connsiteX6" fmla="*/ 158 w 3553"/>
                      <a:gd name="connsiteY6" fmla="*/ 10930 h 38884"/>
                      <a:gd name="connsiteX7" fmla="*/ 3396 w 3553"/>
                      <a:gd name="connsiteY7" fmla="*/ 10930 h 38884"/>
                      <a:gd name="connsiteX8" fmla="*/ 3396 w 3553"/>
                      <a:gd name="connsiteY8" fmla="*/ 38885 h 38884"/>
                      <a:gd name="connsiteX9" fmla="*/ 158 w 3553"/>
                      <a:gd name="connsiteY9" fmla="*/ 38885 h 3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3" h="38884">
                        <a:moveTo>
                          <a:pt x="0" y="4813"/>
                        </a:moveTo>
                        <a:lnTo>
                          <a:pt x="0" y="0"/>
                        </a:lnTo>
                        <a:lnTo>
                          <a:pt x="3554" y="0"/>
                        </a:lnTo>
                        <a:lnTo>
                          <a:pt x="3554" y="4813"/>
                        </a:lnTo>
                        <a:lnTo>
                          <a:pt x="0" y="4813"/>
                        </a:lnTo>
                        <a:close/>
                        <a:moveTo>
                          <a:pt x="158" y="38885"/>
                        </a:moveTo>
                        <a:lnTo>
                          <a:pt x="158" y="10930"/>
                        </a:lnTo>
                        <a:lnTo>
                          <a:pt x="3396" y="10930"/>
                        </a:lnTo>
                        <a:lnTo>
                          <a:pt x="3396" y="38885"/>
                        </a:lnTo>
                        <a:lnTo>
                          <a:pt x="158" y="38885"/>
                        </a:lnTo>
                        <a:close/>
                      </a:path>
                    </a:pathLst>
                  </a:custGeom>
                  <a:solidFill>
                    <a:srgbClr val="010101"/>
                  </a:solidFill>
                  <a:ln w="2249" cap="flat">
                    <a:noFill/>
                    <a:prstDash val="solid"/>
                    <a:miter/>
                  </a:ln>
                </p:spPr>
                <p:txBody>
                  <a:bodyPr rtlCol="0" anchor="ctr"/>
                  <a:lstStyle/>
                  <a:p>
                    <a:endParaRPr lang="en-US"/>
                  </a:p>
                </p:txBody>
              </p:sp>
              <p:sp>
                <p:nvSpPr>
                  <p:cNvPr id="3526" name="Freeform 3525">
                    <a:extLst>
                      <a:ext uri="{FF2B5EF4-FFF2-40B4-BE49-F238E27FC236}">
                        <a16:creationId xmlns:a16="http://schemas.microsoft.com/office/drawing/2014/main" id="{4A094013-77C5-C9F7-CB84-E5D8C450C96C}"/>
                      </a:ext>
                    </a:extLst>
                  </p:cNvPr>
                  <p:cNvSpPr/>
                  <p:nvPr/>
                </p:nvSpPr>
                <p:spPr>
                  <a:xfrm>
                    <a:off x="3980856" y="3039660"/>
                    <a:ext cx="22039" cy="29438"/>
                  </a:xfrm>
                  <a:custGeom>
                    <a:avLst/>
                    <a:gdLst>
                      <a:gd name="connsiteX0" fmla="*/ 3306 w 22039"/>
                      <a:gd name="connsiteY0" fmla="*/ 19993 h 29438"/>
                      <a:gd name="connsiteX1" fmla="*/ 6027 w 22039"/>
                      <a:gd name="connsiteY1" fmla="*/ 25098 h 29438"/>
                      <a:gd name="connsiteX2" fmla="*/ 11672 w 22039"/>
                      <a:gd name="connsiteY2" fmla="*/ 26583 h 29438"/>
                      <a:gd name="connsiteX3" fmla="*/ 14753 w 22039"/>
                      <a:gd name="connsiteY3" fmla="*/ 26155 h 29438"/>
                      <a:gd name="connsiteX4" fmla="*/ 16890 w 22039"/>
                      <a:gd name="connsiteY4" fmla="*/ 24986 h 29438"/>
                      <a:gd name="connsiteX5" fmla="*/ 18149 w 22039"/>
                      <a:gd name="connsiteY5" fmla="*/ 23344 h 29438"/>
                      <a:gd name="connsiteX6" fmla="*/ 18576 w 22039"/>
                      <a:gd name="connsiteY6" fmla="*/ 21410 h 29438"/>
                      <a:gd name="connsiteX7" fmla="*/ 17249 w 22039"/>
                      <a:gd name="connsiteY7" fmla="*/ 18351 h 29438"/>
                      <a:gd name="connsiteX8" fmla="*/ 13921 w 22039"/>
                      <a:gd name="connsiteY8" fmla="*/ 16777 h 29438"/>
                      <a:gd name="connsiteX9" fmla="*/ 9603 w 22039"/>
                      <a:gd name="connsiteY9" fmla="*/ 15810 h 29438"/>
                      <a:gd name="connsiteX10" fmla="*/ 5285 w 22039"/>
                      <a:gd name="connsiteY10" fmla="*/ 14596 h 29438"/>
                      <a:gd name="connsiteX11" fmla="*/ 1957 w 22039"/>
                      <a:gd name="connsiteY11" fmla="*/ 12279 h 29438"/>
                      <a:gd name="connsiteX12" fmla="*/ 630 w 22039"/>
                      <a:gd name="connsiteY12" fmla="*/ 8006 h 29438"/>
                      <a:gd name="connsiteX13" fmla="*/ 3193 w 22039"/>
                      <a:gd name="connsiteY13" fmla="*/ 2249 h 29438"/>
                      <a:gd name="connsiteX14" fmla="*/ 10458 w 22039"/>
                      <a:gd name="connsiteY14" fmla="*/ 0 h 29438"/>
                      <a:gd name="connsiteX15" fmla="*/ 17834 w 22039"/>
                      <a:gd name="connsiteY15" fmla="*/ 2024 h 29438"/>
                      <a:gd name="connsiteX16" fmla="*/ 21253 w 22039"/>
                      <a:gd name="connsiteY16" fmla="*/ 8793 h 29438"/>
                      <a:gd name="connsiteX17" fmla="*/ 17969 w 22039"/>
                      <a:gd name="connsiteY17" fmla="*/ 8793 h 29438"/>
                      <a:gd name="connsiteX18" fmla="*/ 15518 w 22039"/>
                      <a:gd name="connsiteY18" fmla="*/ 4228 h 29438"/>
                      <a:gd name="connsiteX19" fmla="*/ 10413 w 22039"/>
                      <a:gd name="connsiteY19" fmla="*/ 2901 h 29438"/>
                      <a:gd name="connsiteX20" fmla="*/ 5712 w 22039"/>
                      <a:gd name="connsiteY20" fmla="*/ 4228 h 29438"/>
                      <a:gd name="connsiteX21" fmla="*/ 4093 w 22039"/>
                      <a:gd name="connsiteY21" fmla="*/ 7714 h 29438"/>
                      <a:gd name="connsiteX22" fmla="*/ 5420 w 22039"/>
                      <a:gd name="connsiteY22" fmla="*/ 10593 h 29438"/>
                      <a:gd name="connsiteX23" fmla="*/ 8748 w 22039"/>
                      <a:gd name="connsiteY23" fmla="*/ 12212 h 29438"/>
                      <a:gd name="connsiteX24" fmla="*/ 13066 w 22039"/>
                      <a:gd name="connsiteY24" fmla="*/ 13314 h 29438"/>
                      <a:gd name="connsiteX25" fmla="*/ 17384 w 22039"/>
                      <a:gd name="connsiteY25" fmla="*/ 14686 h 29438"/>
                      <a:gd name="connsiteX26" fmla="*/ 20713 w 22039"/>
                      <a:gd name="connsiteY26" fmla="*/ 17092 h 29438"/>
                      <a:gd name="connsiteX27" fmla="*/ 22040 w 22039"/>
                      <a:gd name="connsiteY27" fmla="*/ 21298 h 29438"/>
                      <a:gd name="connsiteX28" fmla="*/ 21185 w 22039"/>
                      <a:gd name="connsiteY28" fmla="*/ 24828 h 29438"/>
                      <a:gd name="connsiteX29" fmla="*/ 18801 w 22039"/>
                      <a:gd name="connsiteY29" fmla="*/ 27392 h 29438"/>
                      <a:gd name="connsiteX30" fmla="*/ 15203 w 22039"/>
                      <a:gd name="connsiteY30" fmla="*/ 28922 h 29438"/>
                      <a:gd name="connsiteX31" fmla="*/ 10638 w 22039"/>
                      <a:gd name="connsiteY31" fmla="*/ 29439 h 29438"/>
                      <a:gd name="connsiteX32" fmla="*/ 6230 w 22039"/>
                      <a:gd name="connsiteY32" fmla="*/ 28719 h 29438"/>
                      <a:gd name="connsiteX33" fmla="*/ 2969 w 22039"/>
                      <a:gd name="connsiteY33" fmla="*/ 26695 h 29438"/>
                      <a:gd name="connsiteX34" fmla="*/ 855 w 22039"/>
                      <a:gd name="connsiteY34" fmla="*/ 23682 h 29438"/>
                      <a:gd name="connsiteX35" fmla="*/ 0 w 22039"/>
                      <a:gd name="connsiteY35" fmla="*/ 19948 h 29438"/>
                      <a:gd name="connsiteX36" fmla="*/ 3283 w 22039"/>
                      <a:gd name="connsiteY36" fmla="*/ 19948 h 2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039" h="29438">
                        <a:moveTo>
                          <a:pt x="3306" y="19993"/>
                        </a:moveTo>
                        <a:cubicBezTo>
                          <a:pt x="3801" y="22400"/>
                          <a:pt x="4723" y="24109"/>
                          <a:pt x="6027" y="25098"/>
                        </a:cubicBezTo>
                        <a:cubicBezTo>
                          <a:pt x="7332" y="26088"/>
                          <a:pt x="9221" y="26583"/>
                          <a:pt x="11672" y="26583"/>
                        </a:cubicBezTo>
                        <a:cubicBezTo>
                          <a:pt x="12864" y="26583"/>
                          <a:pt x="13876" y="26448"/>
                          <a:pt x="14753" y="26155"/>
                        </a:cubicBezTo>
                        <a:cubicBezTo>
                          <a:pt x="15608" y="25863"/>
                          <a:pt x="16327" y="25481"/>
                          <a:pt x="16890" y="24986"/>
                        </a:cubicBezTo>
                        <a:cubicBezTo>
                          <a:pt x="17452" y="24491"/>
                          <a:pt x="17879" y="23951"/>
                          <a:pt x="18149" y="23344"/>
                        </a:cubicBezTo>
                        <a:cubicBezTo>
                          <a:pt x="18441" y="22737"/>
                          <a:pt x="18576" y="22085"/>
                          <a:pt x="18576" y="21410"/>
                        </a:cubicBezTo>
                        <a:cubicBezTo>
                          <a:pt x="18576" y="20038"/>
                          <a:pt x="18126" y="19026"/>
                          <a:pt x="17249" y="18351"/>
                        </a:cubicBezTo>
                        <a:cubicBezTo>
                          <a:pt x="16372" y="17677"/>
                          <a:pt x="15270" y="17159"/>
                          <a:pt x="13921" y="16777"/>
                        </a:cubicBezTo>
                        <a:cubicBezTo>
                          <a:pt x="12572" y="16395"/>
                          <a:pt x="11155" y="16080"/>
                          <a:pt x="9603" y="15810"/>
                        </a:cubicBezTo>
                        <a:cubicBezTo>
                          <a:pt x="8051" y="15540"/>
                          <a:pt x="6612" y="15135"/>
                          <a:pt x="5285" y="14596"/>
                        </a:cubicBezTo>
                        <a:cubicBezTo>
                          <a:pt x="3958" y="14056"/>
                          <a:pt x="2856" y="13291"/>
                          <a:pt x="1957" y="12279"/>
                        </a:cubicBezTo>
                        <a:cubicBezTo>
                          <a:pt x="1057" y="11267"/>
                          <a:pt x="630" y="9850"/>
                          <a:pt x="630" y="8006"/>
                        </a:cubicBezTo>
                        <a:cubicBezTo>
                          <a:pt x="630" y="5667"/>
                          <a:pt x="1484" y="3756"/>
                          <a:pt x="3193" y="2249"/>
                        </a:cubicBezTo>
                        <a:cubicBezTo>
                          <a:pt x="4903" y="765"/>
                          <a:pt x="7332" y="0"/>
                          <a:pt x="10458" y="0"/>
                        </a:cubicBezTo>
                        <a:cubicBezTo>
                          <a:pt x="13584" y="0"/>
                          <a:pt x="15945" y="675"/>
                          <a:pt x="17834" y="2024"/>
                        </a:cubicBezTo>
                        <a:cubicBezTo>
                          <a:pt x="19723" y="3373"/>
                          <a:pt x="20870" y="5622"/>
                          <a:pt x="21253" y="8793"/>
                        </a:cubicBezTo>
                        <a:lnTo>
                          <a:pt x="17969" y="8793"/>
                        </a:lnTo>
                        <a:cubicBezTo>
                          <a:pt x="17677" y="6634"/>
                          <a:pt x="16867" y="5105"/>
                          <a:pt x="15518" y="4228"/>
                        </a:cubicBezTo>
                        <a:cubicBezTo>
                          <a:pt x="14168" y="3351"/>
                          <a:pt x="12459" y="2901"/>
                          <a:pt x="10413" y="2901"/>
                        </a:cubicBezTo>
                        <a:cubicBezTo>
                          <a:pt x="8366" y="2901"/>
                          <a:pt x="6792" y="3351"/>
                          <a:pt x="5712" y="4228"/>
                        </a:cubicBezTo>
                        <a:cubicBezTo>
                          <a:pt x="4633" y="5105"/>
                          <a:pt x="4093" y="6275"/>
                          <a:pt x="4093" y="7714"/>
                        </a:cubicBezTo>
                        <a:cubicBezTo>
                          <a:pt x="4093" y="8973"/>
                          <a:pt x="4543" y="9940"/>
                          <a:pt x="5420" y="10593"/>
                        </a:cubicBezTo>
                        <a:cubicBezTo>
                          <a:pt x="6297" y="11267"/>
                          <a:pt x="7399" y="11807"/>
                          <a:pt x="8748" y="12212"/>
                        </a:cubicBezTo>
                        <a:cubicBezTo>
                          <a:pt x="10075" y="12617"/>
                          <a:pt x="11515" y="12999"/>
                          <a:pt x="13066" y="13314"/>
                        </a:cubicBezTo>
                        <a:cubicBezTo>
                          <a:pt x="14618" y="13629"/>
                          <a:pt x="16058" y="14101"/>
                          <a:pt x="17384" y="14686"/>
                        </a:cubicBezTo>
                        <a:cubicBezTo>
                          <a:pt x="18711" y="15270"/>
                          <a:pt x="19813" y="16080"/>
                          <a:pt x="20713" y="17092"/>
                        </a:cubicBezTo>
                        <a:cubicBezTo>
                          <a:pt x="21590" y="18104"/>
                          <a:pt x="22040" y="19498"/>
                          <a:pt x="22040" y="21298"/>
                        </a:cubicBezTo>
                        <a:cubicBezTo>
                          <a:pt x="22040" y="22625"/>
                          <a:pt x="21747" y="23816"/>
                          <a:pt x="21185" y="24828"/>
                        </a:cubicBezTo>
                        <a:cubicBezTo>
                          <a:pt x="20600" y="25863"/>
                          <a:pt x="19813" y="26718"/>
                          <a:pt x="18801" y="27392"/>
                        </a:cubicBezTo>
                        <a:cubicBezTo>
                          <a:pt x="17789" y="28067"/>
                          <a:pt x="16597" y="28584"/>
                          <a:pt x="15203" y="28922"/>
                        </a:cubicBezTo>
                        <a:cubicBezTo>
                          <a:pt x="13809" y="29259"/>
                          <a:pt x="12302" y="29439"/>
                          <a:pt x="10638" y="29439"/>
                        </a:cubicBezTo>
                        <a:cubicBezTo>
                          <a:pt x="8973" y="29439"/>
                          <a:pt x="7511" y="29191"/>
                          <a:pt x="6230" y="28719"/>
                        </a:cubicBezTo>
                        <a:cubicBezTo>
                          <a:pt x="4948" y="28224"/>
                          <a:pt x="3868" y="27550"/>
                          <a:pt x="2969" y="26695"/>
                        </a:cubicBezTo>
                        <a:cubicBezTo>
                          <a:pt x="2069" y="25841"/>
                          <a:pt x="1372" y="24828"/>
                          <a:pt x="855" y="23682"/>
                        </a:cubicBezTo>
                        <a:cubicBezTo>
                          <a:pt x="360" y="22535"/>
                          <a:pt x="68" y="21298"/>
                          <a:pt x="0" y="19948"/>
                        </a:cubicBezTo>
                        <a:lnTo>
                          <a:pt x="3283" y="19948"/>
                        </a:lnTo>
                        <a:close/>
                      </a:path>
                    </a:pathLst>
                  </a:custGeom>
                  <a:solidFill>
                    <a:srgbClr val="010101"/>
                  </a:solidFill>
                  <a:ln w="2249" cap="flat">
                    <a:noFill/>
                    <a:prstDash val="solid"/>
                    <a:miter/>
                  </a:ln>
                </p:spPr>
                <p:txBody>
                  <a:bodyPr rtlCol="0" anchor="ctr"/>
                  <a:lstStyle/>
                  <a:p>
                    <a:endParaRPr lang="en-US"/>
                  </a:p>
                </p:txBody>
              </p:sp>
              <p:sp>
                <p:nvSpPr>
                  <p:cNvPr id="3527" name="Freeform 3526">
                    <a:extLst>
                      <a:ext uri="{FF2B5EF4-FFF2-40B4-BE49-F238E27FC236}">
                        <a16:creationId xmlns:a16="http://schemas.microsoft.com/office/drawing/2014/main" id="{6671B3A5-E2DA-1A7B-B613-49493EFC69D1}"/>
                      </a:ext>
                    </a:extLst>
                  </p:cNvPr>
                  <p:cNvSpPr/>
                  <p:nvPr/>
                </p:nvSpPr>
                <p:spPr>
                  <a:xfrm>
                    <a:off x="4007438" y="3039660"/>
                    <a:ext cx="25908" cy="29483"/>
                  </a:xfrm>
                  <a:custGeom>
                    <a:avLst/>
                    <a:gdLst>
                      <a:gd name="connsiteX0" fmla="*/ 12954 w 25908"/>
                      <a:gd name="connsiteY0" fmla="*/ 29484 h 29483"/>
                      <a:gd name="connsiteX1" fmla="*/ 7916 w 25908"/>
                      <a:gd name="connsiteY1" fmla="*/ 28517 h 29483"/>
                      <a:gd name="connsiteX2" fmla="*/ 3823 w 25908"/>
                      <a:gd name="connsiteY2" fmla="*/ 25773 h 29483"/>
                      <a:gd name="connsiteX3" fmla="*/ 1035 w 25908"/>
                      <a:gd name="connsiteY3" fmla="*/ 21185 h 29483"/>
                      <a:gd name="connsiteX4" fmla="*/ 0 w 25908"/>
                      <a:gd name="connsiteY4" fmla="*/ 14753 h 29483"/>
                      <a:gd name="connsiteX5" fmla="*/ 810 w 25908"/>
                      <a:gd name="connsiteY5" fmla="*/ 8996 h 29483"/>
                      <a:gd name="connsiteX6" fmla="*/ 3239 w 25908"/>
                      <a:gd name="connsiteY6" fmla="*/ 4318 h 29483"/>
                      <a:gd name="connsiteX7" fmla="*/ 7287 w 25908"/>
                      <a:gd name="connsiteY7" fmla="*/ 1169 h 29483"/>
                      <a:gd name="connsiteX8" fmla="*/ 12954 w 25908"/>
                      <a:gd name="connsiteY8" fmla="*/ 0 h 29483"/>
                      <a:gd name="connsiteX9" fmla="*/ 18666 w 25908"/>
                      <a:gd name="connsiteY9" fmla="*/ 1169 h 29483"/>
                      <a:gd name="connsiteX10" fmla="*/ 22714 w 25908"/>
                      <a:gd name="connsiteY10" fmla="*/ 4295 h 29483"/>
                      <a:gd name="connsiteX11" fmla="*/ 25121 w 25908"/>
                      <a:gd name="connsiteY11" fmla="*/ 8973 h 29483"/>
                      <a:gd name="connsiteX12" fmla="*/ 25908 w 25908"/>
                      <a:gd name="connsiteY12" fmla="*/ 14753 h 29483"/>
                      <a:gd name="connsiteX13" fmla="*/ 24986 w 25908"/>
                      <a:gd name="connsiteY13" fmla="*/ 20803 h 29483"/>
                      <a:gd name="connsiteX14" fmla="*/ 22377 w 25908"/>
                      <a:gd name="connsiteY14" fmla="*/ 25436 h 29483"/>
                      <a:gd name="connsiteX15" fmla="*/ 18284 w 25908"/>
                      <a:gd name="connsiteY15" fmla="*/ 28427 h 29483"/>
                      <a:gd name="connsiteX16" fmla="*/ 12977 w 25908"/>
                      <a:gd name="connsiteY16" fmla="*/ 29484 h 29483"/>
                      <a:gd name="connsiteX17" fmla="*/ 22445 w 25908"/>
                      <a:gd name="connsiteY17" fmla="*/ 14753 h 29483"/>
                      <a:gd name="connsiteX18" fmla="*/ 21905 w 25908"/>
                      <a:gd name="connsiteY18" fmla="*/ 10120 h 29483"/>
                      <a:gd name="connsiteX19" fmla="*/ 20241 w 25908"/>
                      <a:gd name="connsiteY19" fmla="*/ 6365 h 29483"/>
                      <a:gd name="connsiteX20" fmla="*/ 17317 w 25908"/>
                      <a:gd name="connsiteY20" fmla="*/ 3846 h 29483"/>
                      <a:gd name="connsiteX21" fmla="*/ 12954 w 25908"/>
                      <a:gd name="connsiteY21" fmla="*/ 2924 h 29483"/>
                      <a:gd name="connsiteX22" fmla="*/ 8614 w 25908"/>
                      <a:gd name="connsiteY22" fmla="*/ 3913 h 29483"/>
                      <a:gd name="connsiteX23" fmla="*/ 5667 w 25908"/>
                      <a:gd name="connsiteY23" fmla="*/ 6567 h 29483"/>
                      <a:gd name="connsiteX24" fmla="*/ 4003 w 25908"/>
                      <a:gd name="connsiteY24" fmla="*/ 10345 h 29483"/>
                      <a:gd name="connsiteX25" fmla="*/ 3463 w 25908"/>
                      <a:gd name="connsiteY25" fmla="*/ 14753 h 29483"/>
                      <a:gd name="connsiteX26" fmla="*/ 4093 w 25908"/>
                      <a:gd name="connsiteY26" fmla="*/ 19521 h 29483"/>
                      <a:gd name="connsiteX27" fmla="*/ 5892 w 25908"/>
                      <a:gd name="connsiteY27" fmla="*/ 23277 h 29483"/>
                      <a:gd name="connsiteX28" fmla="*/ 8861 w 25908"/>
                      <a:gd name="connsiteY28" fmla="*/ 25706 h 29483"/>
                      <a:gd name="connsiteX29" fmla="*/ 12954 w 25908"/>
                      <a:gd name="connsiteY29" fmla="*/ 26560 h 29483"/>
                      <a:gd name="connsiteX30" fmla="*/ 17295 w 25908"/>
                      <a:gd name="connsiteY30" fmla="*/ 25571 h 29483"/>
                      <a:gd name="connsiteX31" fmla="*/ 20241 w 25908"/>
                      <a:gd name="connsiteY31" fmla="*/ 22894 h 29483"/>
                      <a:gd name="connsiteX32" fmla="*/ 21905 w 25908"/>
                      <a:gd name="connsiteY32" fmla="*/ 19116 h 29483"/>
                      <a:gd name="connsiteX33" fmla="*/ 22445 w 25908"/>
                      <a:gd name="connsiteY33" fmla="*/ 14753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8" h="29483">
                        <a:moveTo>
                          <a:pt x="12954" y="29484"/>
                        </a:moveTo>
                        <a:cubicBezTo>
                          <a:pt x="11155" y="29439"/>
                          <a:pt x="9468" y="29124"/>
                          <a:pt x="7916" y="28517"/>
                        </a:cubicBezTo>
                        <a:cubicBezTo>
                          <a:pt x="6342" y="27910"/>
                          <a:pt x="4993" y="26987"/>
                          <a:pt x="3823" y="25773"/>
                        </a:cubicBezTo>
                        <a:cubicBezTo>
                          <a:pt x="2654" y="24559"/>
                          <a:pt x="1732" y="23029"/>
                          <a:pt x="1035" y="21185"/>
                        </a:cubicBezTo>
                        <a:cubicBezTo>
                          <a:pt x="360" y="19341"/>
                          <a:pt x="0" y="17205"/>
                          <a:pt x="0" y="14753"/>
                        </a:cubicBezTo>
                        <a:cubicBezTo>
                          <a:pt x="0" y="12707"/>
                          <a:pt x="270" y="10795"/>
                          <a:pt x="810" y="8996"/>
                        </a:cubicBezTo>
                        <a:cubicBezTo>
                          <a:pt x="1349" y="7219"/>
                          <a:pt x="2159" y="5667"/>
                          <a:pt x="3239" y="4318"/>
                        </a:cubicBezTo>
                        <a:cubicBezTo>
                          <a:pt x="4318" y="2991"/>
                          <a:pt x="5667" y="1934"/>
                          <a:pt x="7287" y="1169"/>
                        </a:cubicBezTo>
                        <a:cubicBezTo>
                          <a:pt x="8906" y="405"/>
                          <a:pt x="10795" y="0"/>
                          <a:pt x="12954" y="0"/>
                        </a:cubicBezTo>
                        <a:cubicBezTo>
                          <a:pt x="15113" y="0"/>
                          <a:pt x="17047" y="382"/>
                          <a:pt x="18666" y="1169"/>
                        </a:cubicBezTo>
                        <a:cubicBezTo>
                          <a:pt x="20286" y="1934"/>
                          <a:pt x="21635" y="2991"/>
                          <a:pt x="22714" y="4295"/>
                        </a:cubicBezTo>
                        <a:cubicBezTo>
                          <a:pt x="23794" y="5600"/>
                          <a:pt x="24604" y="7174"/>
                          <a:pt x="25121" y="8973"/>
                        </a:cubicBezTo>
                        <a:cubicBezTo>
                          <a:pt x="25638" y="10772"/>
                          <a:pt x="25908" y="12707"/>
                          <a:pt x="25908" y="14753"/>
                        </a:cubicBezTo>
                        <a:cubicBezTo>
                          <a:pt x="25908" y="16980"/>
                          <a:pt x="25593" y="19004"/>
                          <a:pt x="24986" y="20803"/>
                        </a:cubicBezTo>
                        <a:cubicBezTo>
                          <a:pt x="24379" y="22602"/>
                          <a:pt x="23502" y="24154"/>
                          <a:pt x="22377" y="25436"/>
                        </a:cubicBezTo>
                        <a:cubicBezTo>
                          <a:pt x="21253" y="26740"/>
                          <a:pt x="19881" y="27730"/>
                          <a:pt x="18284" y="28427"/>
                        </a:cubicBezTo>
                        <a:cubicBezTo>
                          <a:pt x="16687" y="29124"/>
                          <a:pt x="14911" y="29484"/>
                          <a:pt x="12977" y="29484"/>
                        </a:cubicBezTo>
                        <a:close/>
                        <a:moveTo>
                          <a:pt x="22445" y="14753"/>
                        </a:moveTo>
                        <a:cubicBezTo>
                          <a:pt x="22445" y="13089"/>
                          <a:pt x="22265" y="11560"/>
                          <a:pt x="21905" y="10120"/>
                        </a:cubicBezTo>
                        <a:cubicBezTo>
                          <a:pt x="21545" y="8681"/>
                          <a:pt x="20983" y="7422"/>
                          <a:pt x="20241" y="6365"/>
                        </a:cubicBezTo>
                        <a:cubicBezTo>
                          <a:pt x="19476" y="5308"/>
                          <a:pt x="18509" y="4475"/>
                          <a:pt x="17317" y="3846"/>
                        </a:cubicBezTo>
                        <a:cubicBezTo>
                          <a:pt x="16125" y="3238"/>
                          <a:pt x="14663" y="2924"/>
                          <a:pt x="12954" y="2924"/>
                        </a:cubicBezTo>
                        <a:cubicBezTo>
                          <a:pt x="11245" y="2924"/>
                          <a:pt x="9805" y="3261"/>
                          <a:pt x="8614" y="3913"/>
                        </a:cubicBezTo>
                        <a:cubicBezTo>
                          <a:pt x="7399" y="4588"/>
                          <a:pt x="6432" y="5465"/>
                          <a:pt x="5667" y="6567"/>
                        </a:cubicBezTo>
                        <a:cubicBezTo>
                          <a:pt x="4903" y="7669"/>
                          <a:pt x="4363" y="8928"/>
                          <a:pt x="4003" y="10345"/>
                        </a:cubicBezTo>
                        <a:cubicBezTo>
                          <a:pt x="3643" y="11762"/>
                          <a:pt x="3463" y="13224"/>
                          <a:pt x="3463" y="14753"/>
                        </a:cubicBezTo>
                        <a:cubicBezTo>
                          <a:pt x="3463" y="16485"/>
                          <a:pt x="3666" y="18082"/>
                          <a:pt x="4093" y="19521"/>
                        </a:cubicBezTo>
                        <a:cubicBezTo>
                          <a:pt x="4498" y="20983"/>
                          <a:pt x="5105" y="22220"/>
                          <a:pt x="5892" y="23277"/>
                        </a:cubicBezTo>
                        <a:cubicBezTo>
                          <a:pt x="6679" y="24334"/>
                          <a:pt x="7669" y="25121"/>
                          <a:pt x="8861" y="25706"/>
                        </a:cubicBezTo>
                        <a:cubicBezTo>
                          <a:pt x="10053" y="26290"/>
                          <a:pt x="11425" y="26560"/>
                          <a:pt x="12954" y="26560"/>
                        </a:cubicBezTo>
                        <a:cubicBezTo>
                          <a:pt x="14641" y="26560"/>
                          <a:pt x="16103" y="26223"/>
                          <a:pt x="17295" y="25571"/>
                        </a:cubicBezTo>
                        <a:cubicBezTo>
                          <a:pt x="18509" y="24896"/>
                          <a:pt x="19476" y="24019"/>
                          <a:pt x="20241" y="22894"/>
                        </a:cubicBezTo>
                        <a:cubicBezTo>
                          <a:pt x="21005" y="21770"/>
                          <a:pt x="21545" y="20510"/>
                          <a:pt x="21905" y="19116"/>
                        </a:cubicBezTo>
                        <a:cubicBezTo>
                          <a:pt x="22265" y="17722"/>
                          <a:pt x="22445" y="16260"/>
                          <a:pt x="22445" y="14753"/>
                        </a:cubicBezTo>
                        <a:close/>
                      </a:path>
                    </a:pathLst>
                  </a:custGeom>
                  <a:solidFill>
                    <a:srgbClr val="010101"/>
                  </a:solidFill>
                  <a:ln w="2249" cap="flat">
                    <a:noFill/>
                    <a:prstDash val="solid"/>
                    <a:miter/>
                  </a:ln>
                </p:spPr>
                <p:txBody>
                  <a:bodyPr rtlCol="0" anchor="ctr"/>
                  <a:lstStyle/>
                  <a:p>
                    <a:endParaRPr lang="en-US"/>
                  </a:p>
                </p:txBody>
              </p:sp>
              <p:sp>
                <p:nvSpPr>
                  <p:cNvPr id="3528" name="Freeform 3527">
                    <a:extLst>
                      <a:ext uri="{FF2B5EF4-FFF2-40B4-BE49-F238E27FC236}">
                        <a16:creationId xmlns:a16="http://schemas.microsoft.com/office/drawing/2014/main" id="{48508940-33D3-2556-88C4-239FF39BCD2F}"/>
                      </a:ext>
                    </a:extLst>
                  </p:cNvPr>
                  <p:cNvSpPr/>
                  <p:nvPr/>
                </p:nvSpPr>
                <p:spPr>
                  <a:xfrm>
                    <a:off x="4039756" y="3029540"/>
                    <a:ext cx="3238" cy="38861"/>
                  </a:xfrm>
                  <a:custGeom>
                    <a:avLst/>
                    <a:gdLst>
                      <a:gd name="connsiteX0" fmla="*/ 0 w 3238"/>
                      <a:gd name="connsiteY0" fmla="*/ 38862 h 38861"/>
                      <a:gd name="connsiteX1" fmla="*/ 0 w 3238"/>
                      <a:gd name="connsiteY1" fmla="*/ 0 h 38861"/>
                      <a:gd name="connsiteX2" fmla="*/ 3239 w 3238"/>
                      <a:gd name="connsiteY2" fmla="*/ 0 h 38861"/>
                      <a:gd name="connsiteX3" fmla="*/ 3239 w 3238"/>
                      <a:gd name="connsiteY3" fmla="*/ 38862 h 38861"/>
                      <a:gd name="connsiteX4" fmla="*/ 0 w 3238"/>
                      <a:gd name="connsiteY4" fmla="*/ 38862 h 38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 h="38861">
                        <a:moveTo>
                          <a:pt x="0" y="38862"/>
                        </a:moveTo>
                        <a:lnTo>
                          <a:pt x="0" y="0"/>
                        </a:lnTo>
                        <a:lnTo>
                          <a:pt x="3239" y="0"/>
                        </a:lnTo>
                        <a:lnTo>
                          <a:pt x="3239" y="38862"/>
                        </a:lnTo>
                        <a:lnTo>
                          <a:pt x="0" y="38862"/>
                        </a:lnTo>
                        <a:close/>
                      </a:path>
                    </a:pathLst>
                  </a:custGeom>
                  <a:solidFill>
                    <a:srgbClr val="010101"/>
                  </a:solidFill>
                  <a:ln w="2249" cap="flat">
                    <a:noFill/>
                    <a:prstDash val="solid"/>
                    <a:miter/>
                  </a:ln>
                </p:spPr>
                <p:txBody>
                  <a:bodyPr rtlCol="0" anchor="ctr"/>
                  <a:lstStyle/>
                  <a:p>
                    <a:endParaRPr lang="en-US"/>
                  </a:p>
                </p:txBody>
              </p:sp>
              <p:sp>
                <p:nvSpPr>
                  <p:cNvPr id="3529" name="Freeform 3528">
                    <a:extLst>
                      <a:ext uri="{FF2B5EF4-FFF2-40B4-BE49-F238E27FC236}">
                        <a16:creationId xmlns:a16="http://schemas.microsoft.com/office/drawing/2014/main" id="{B01C84E2-F1A9-3CD1-F95D-3A7583F03F9E}"/>
                      </a:ext>
                    </a:extLst>
                  </p:cNvPr>
                  <p:cNvSpPr/>
                  <p:nvPr/>
                </p:nvSpPr>
                <p:spPr>
                  <a:xfrm>
                    <a:off x="4049786" y="3039728"/>
                    <a:ext cx="26357" cy="29483"/>
                  </a:xfrm>
                  <a:custGeom>
                    <a:avLst/>
                    <a:gdLst>
                      <a:gd name="connsiteX0" fmla="*/ 14326 w 26357"/>
                      <a:gd name="connsiteY0" fmla="*/ 12369 h 29483"/>
                      <a:gd name="connsiteX1" fmla="*/ 16507 w 26357"/>
                      <a:gd name="connsiteY1" fmla="*/ 12054 h 29483"/>
                      <a:gd name="connsiteX2" fmla="*/ 18576 w 26357"/>
                      <a:gd name="connsiteY2" fmla="*/ 11470 h 29483"/>
                      <a:gd name="connsiteX3" fmla="*/ 19566 w 26357"/>
                      <a:gd name="connsiteY3" fmla="*/ 10210 h 29483"/>
                      <a:gd name="connsiteX4" fmla="*/ 19746 w 26357"/>
                      <a:gd name="connsiteY4" fmla="*/ 8569 h 29483"/>
                      <a:gd name="connsiteX5" fmla="*/ 18149 w 26357"/>
                      <a:gd name="connsiteY5" fmla="*/ 4498 h 29483"/>
                      <a:gd name="connsiteX6" fmla="*/ 12774 w 26357"/>
                      <a:gd name="connsiteY6" fmla="*/ 2901 h 29483"/>
                      <a:gd name="connsiteX7" fmla="*/ 9693 w 26357"/>
                      <a:gd name="connsiteY7" fmla="*/ 3193 h 29483"/>
                      <a:gd name="connsiteX8" fmla="*/ 7242 w 26357"/>
                      <a:gd name="connsiteY8" fmla="*/ 4228 h 29483"/>
                      <a:gd name="connsiteX9" fmla="*/ 5510 w 26357"/>
                      <a:gd name="connsiteY9" fmla="*/ 6162 h 29483"/>
                      <a:gd name="connsiteX10" fmla="*/ 4610 w 26357"/>
                      <a:gd name="connsiteY10" fmla="*/ 9221 h 29483"/>
                      <a:gd name="connsiteX11" fmla="*/ 1327 w 26357"/>
                      <a:gd name="connsiteY11" fmla="*/ 9221 h 29483"/>
                      <a:gd name="connsiteX12" fmla="*/ 2451 w 26357"/>
                      <a:gd name="connsiteY12" fmla="*/ 4993 h 29483"/>
                      <a:gd name="connsiteX13" fmla="*/ 4970 w 26357"/>
                      <a:gd name="connsiteY13" fmla="*/ 2136 h 29483"/>
                      <a:gd name="connsiteX14" fmla="*/ 8523 w 26357"/>
                      <a:gd name="connsiteY14" fmla="*/ 517 h 29483"/>
                      <a:gd name="connsiteX15" fmla="*/ 12819 w 26357"/>
                      <a:gd name="connsiteY15" fmla="*/ 0 h 29483"/>
                      <a:gd name="connsiteX16" fmla="*/ 16777 w 26357"/>
                      <a:gd name="connsiteY16" fmla="*/ 450 h 29483"/>
                      <a:gd name="connsiteX17" fmla="*/ 20016 w 26357"/>
                      <a:gd name="connsiteY17" fmla="*/ 1912 h 29483"/>
                      <a:gd name="connsiteX18" fmla="*/ 22175 w 26357"/>
                      <a:gd name="connsiteY18" fmla="*/ 4588 h 29483"/>
                      <a:gd name="connsiteX19" fmla="*/ 22962 w 26357"/>
                      <a:gd name="connsiteY19" fmla="*/ 8681 h 29483"/>
                      <a:gd name="connsiteX20" fmla="*/ 22962 w 26357"/>
                      <a:gd name="connsiteY20" fmla="*/ 23906 h 29483"/>
                      <a:gd name="connsiteX21" fmla="*/ 23636 w 26357"/>
                      <a:gd name="connsiteY21" fmla="*/ 26313 h 29483"/>
                      <a:gd name="connsiteX22" fmla="*/ 26358 w 26357"/>
                      <a:gd name="connsiteY22" fmla="*/ 26065 h 29483"/>
                      <a:gd name="connsiteX23" fmla="*/ 26358 w 26357"/>
                      <a:gd name="connsiteY23" fmla="*/ 28607 h 29483"/>
                      <a:gd name="connsiteX24" fmla="*/ 25256 w 26357"/>
                      <a:gd name="connsiteY24" fmla="*/ 28922 h 29483"/>
                      <a:gd name="connsiteX25" fmla="*/ 23816 w 26357"/>
                      <a:gd name="connsiteY25" fmla="*/ 29146 h 29483"/>
                      <a:gd name="connsiteX26" fmla="*/ 22355 w 26357"/>
                      <a:gd name="connsiteY26" fmla="*/ 28989 h 29483"/>
                      <a:gd name="connsiteX27" fmla="*/ 21050 w 26357"/>
                      <a:gd name="connsiteY27" fmla="*/ 28472 h 29483"/>
                      <a:gd name="connsiteX28" fmla="*/ 20263 w 26357"/>
                      <a:gd name="connsiteY28" fmla="*/ 27505 h 29483"/>
                      <a:gd name="connsiteX29" fmla="*/ 19858 w 26357"/>
                      <a:gd name="connsiteY29" fmla="*/ 26268 h 29483"/>
                      <a:gd name="connsiteX30" fmla="*/ 19746 w 26357"/>
                      <a:gd name="connsiteY30" fmla="*/ 24828 h 29483"/>
                      <a:gd name="connsiteX31" fmla="*/ 15045 w 26357"/>
                      <a:gd name="connsiteY31" fmla="*/ 28292 h 29483"/>
                      <a:gd name="connsiteX32" fmla="*/ 9333 w 26357"/>
                      <a:gd name="connsiteY32" fmla="*/ 29484 h 29483"/>
                      <a:gd name="connsiteX33" fmla="*/ 5802 w 26357"/>
                      <a:gd name="connsiteY33" fmla="*/ 28989 h 29483"/>
                      <a:gd name="connsiteX34" fmla="*/ 2811 w 26357"/>
                      <a:gd name="connsiteY34" fmla="*/ 27482 h 29483"/>
                      <a:gd name="connsiteX35" fmla="*/ 765 w 26357"/>
                      <a:gd name="connsiteY35" fmla="*/ 24963 h 29483"/>
                      <a:gd name="connsiteX36" fmla="*/ 0 w 26357"/>
                      <a:gd name="connsiteY36" fmla="*/ 21433 h 29483"/>
                      <a:gd name="connsiteX37" fmla="*/ 9760 w 26357"/>
                      <a:gd name="connsiteY37" fmla="*/ 13021 h 29483"/>
                      <a:gd name="connsiteX38" fmla="*/ 14236 w 26357"/>
                      <a:gd name="connsiteY38" fmla="*/ 12437 h 29483"/>
                      <a:gd name="connsiteX39" fmla="*/ 19768 w 26357"/>
                      <a:gd name="connsiteY39" fmla="*/ 13989 h 29483"/>
                      <a:gd name="connsiteX40" fmla="*/ 15608 w 26357"/>
                      <a:gd name="connsiteY40" fmla="*/ 15113 h 29483"/>
                      <a:gd name="connsiteX41" fmla="*/ 11402 w 26357"/>
                      <a:gd name="connsiteY41" fmla="*/ 15540 h 29483"/>
                      <a:gd name="connsiteX42" fmla="*/ 5600 w 26357"/>
                      <a:gd name="connsiteY42" fmla="*/ 17205 h 29483"/>
                      <a:gd name="connsiteX43" fmla="*/ 3531 w 26357"/>
                      <a:gd name="connsiteY43" fmla="*/ 21478 h 29483"/>
                      <a:gd name="connsiteX44" fmla="*/ 4048 w 26357"/>
                      <a:gd name="connsiteY44" fmla="*/ 23726 h 29483"/>
                      <a:gd name="connsiteX45" fmla="*/ 5397 w 26357"/>
                      <a:gd name="connsiteY45" fmla="*/ 25301 h 29483"/>
                      <a:gd name="connsiteX46" fmla="*/ 7331 w 26357"/>
                      <a:gd name="connsiteY46" fmla="*/ 26223 h 29483"/>
                      <a:gd name="connsiteX47" fmla="*/ 9580 w 26357"/>
                      <a:gd name="connsiteY47" fmla="*/ 26515 h 29483"/>
                      <a:gd name="connsiteX48" fmla="*/ 13359 w 26357"/>
                      <a:gd name="connsiteY48" fmla="*/ 26020 h 29483"/>
                      <a:gd name="connsiteX49" fmla="*/ 16620 w 26357"/>
                      <a:gd name="connsiteY49" fmla="*/ 24536 h 29483"/>
                      <a:gd name="connsiteX50" fmla="*/ 18914 w 26357"/>
                      <a:gd name="connsiteY50" fmla="*/ 21995 h 29483"/>
                      <a:gd name="connsiteX51" fmla="*/ 19768 w 26357"/>
                      <a:gd name="connsiteY51" fmla="*/ 18351 h 29483"/>
                      <a:gd name="connsiteX52" fmla="*/ 19768 w 26357"/>
                      <a:gd name="connsiteY52" fmla="*/ 13989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357" h="29483">
                        <a:moveTo>
                          <a:pt x="14326" y="12369"/>
                        </a:moveTo>
                        <a:cubicBezTo>
                          <a:pt x="14933" y="12302"/>
                          <a:pt x="15675" y="12189"/>
                          <a:pt x="16507" y="12054"/>
                        </a:cubicBezTo>
                        <a:cubicBezTo>
                          <a:pt x="17362" y="11919"/>
                          <a:pt x="18036" y="11717"/>
                          <a:pt x="18576" y="11470"/>
                        </a:cubicBezTo>
                        <a:cubicBezTo>
                          <a:pt x="19116" y="11222"/>
                          <a:pt x="19453" y="10795"/>
                          <a:pt x="19566" y="10210"/>
                        </a:cubicBezTo>
                        <a:cubicBezTo>
                          <a:pt x="19701" y="9626"/>
                          <a:pt x="19746" y="9063"/>
                          <a:pt x="19746" y="8569"/>
                        </a:cubicBezTo>
                        <a:cubicBezTo>
                          <a:pt x="19746" y="6904"/>
                          <a:pt x="19206" y="5555"/>
                          <a:pt x="18149" y="4498"/>
                        </a:cubicBezTo>
                        <a:cubicBezTo>
                          <a:pt x="17092" y="3441"/>
                          <a:pt x="15293" y="2901"/>
                          <a:pt x="12774" y="2901"/>
                        </a:cubicBezTo>
                        <a:cubicBezTo>
                          <a:pt x="11649" y="2901"/>
                          <a:pt x="10638" y="2991"/>
                          <a:pt x="9693" y="3193"/>
                        </a:cubicBezTo>
                        <a:cubicBezTo>
                          <a:pt x="8748" y="3396"/>
                          <a:pt x="7939" y="3733"/>
                          <a:pt x="7242" y="4228"/>
                        </a:cubicBezTo>
                        <a:cubicBezTo>
                          <a:pt x="6544" y="4723"/>
                          <a:pt x="5960" y="5352"/>
                          <a:pt x="5510" y="6162"/>
                        </a:cubicBezTo>
                        <a:cubicBezTo>
                          <a:pt x="5060" y="6972"/>
                          <a:pt x="4768" y="7984"/>
                          <a:pt x="4610" y="9221"/>
                        </a:cubicBezTo>
                        <a:lnTo>
                          <a:pt x="1327" y="9221"/>
                        </a:lnTo>
                        <a:cubicBezTo>
                          <a:pt x="1439" y="7556"/>
                          <a:pt x="1822" y="6162"/>
                          <a:pt x="2451" y="4993"/>
                        </a:cubicBezTo>
                        <a:cubicBezTo>
                          <a:pt x="3081" y="3823"/>
                          <a:pt x="3936" y="2879"/>
                          <a:pt x="4970" y="2136"/>
                        </a:cubicBezTo>
                        <a:cubicBezTo>
                          <a:pt x="6005" y="1394"/>
                          <a:pt x="7174" y="855"/>
                          <a:pt x="8523" y="517"/>
                        </a:cubicBezTo>
                        <a:cubicBezTo>
                          <a:pt x="9873" y="180"/>
                          <a:pt x="11312" y="0"/>
                          <a:pt x="12819" y="0"/>
                        </a:cubicBezTo>
                        <a:cubicBezTo>
                          <a:pt x="14213" y="0"/>
                          <a:pt x="15540" y="157"/>
                          <a:pt x="16777" y="450"/>
                        </a:cubicBezTo>
                        <a:cubicBezTo>
                          <a:pt x="18014" y="765"/>
                          <a:pt x="19094" y="1237"/>
                          <a:pt x="20016" y="1912"/>
                        </a:cubicBezTo>
                        <a:cubicBezTo>
                          <a:pt x="20938" y="2586"/>
                          <a:pt x="21657" y="3463"/>
                          <a:pt x="22175" y="4588"/>
                        </a:cubicBezTo>
                        <a:cubicBezTo>
                          <a:pt x="22692" y="5712"/>
                          <a:pt x="22962" y="7062"/>
                          <a:pt x="22962" y="8681"/>
                        </a:cubicBezTo>
                        <a:lnTo>
                          <a:pt x="22962" y="23906"/>
                        </a:lnTo>
                        <a:cubicBezTo>
                          <a:pt x="22962" y="25166"/>
                          <a:pt x="23187" y="25975"/>
                          <a:pt x="23636" y="26313"/>
                        </a:cubicBezTo>
                        <a:cubicBezTo>
                          <a:pt x="24086" y="26650"/>
                          <a:pt x="24986" y="26583"/>
                          <a:pt x="26358" y="26065"/>
                        </a:cubicBezTo>
                        <a:lnTo>
                          <a:pt x="26358" y="28607"/>
                        </a:lnTo>
                        <a:cubicBezTo>
                          <a:pt x="26110" y="28674"/>
                          <a:pt x="25728" y="28787"/>
                          <a:pt x="25256" y="28922"/>
                        </a:cubicBezTo>
                        <a:cubicBezTo>
                          <a:pt x="24761" y="29056"/>
                          <a:pt x="24289" y="29146"/>
                          <a:pt x="23816" y="29146"/>
                        </a:cubicBezTo>
                        <a:cubicBezTo>
                          <a:pt x="23322" y="29146"/>
                          <a:pt x="22827" y="29101"/>
                          <a:pt x="22355" y="28989"/>
                        </a:cubicBezTo>
                        <a:cubicBezTo>
                          <a:pt x="21815" y="28922"/>
                          <a:pt x="21387" y="28742"/>
                          <a:pt x="21050" y="28472"/>
                        </a:cubicBezTo>
                        <a:cubicBezTo>
                          <a:pt x="20713" y="28202"/>
                          <a:pt x="20465" y="27887"/>
                          <a:pt x="20263" y="27505"/>
                        </a:cubicBezTo>
                        <a:cubicBezTo>
                          <a:pt x="20061" y="27122"/>
                          <a:pt x="19926" y="26718"/>
                          <a:pt x="19858" y="26268"/>
                        </a:cubicBezTo>
                        <a:cubicBezTo>
                          <a:pt x="19791" y="25818"/>
                          <a:pt x="19746" y="25346"/>
                          <a:pt x="19746" y="24828"/>
                        </a:cubicBezTo>
                        <a:cubicBezTo>
                          <a:pt x="18374" y="26335"/>
                          <a:pt x="16822" y="27482"/>
                          <a:pt x="15045" y="28292"/>
                        </a:cubicBezTo>
                        <a:cubicBezTo>
                          <a:pt x="13291" y="29079"/>
                          <a:pt x="11380" y="29484"/>
                          <a:pt x="9333" y="29484"/>
                        </a:cubicBezTo>
                        <a:cubicBezTo>
                          <a:pt x="8119" y="29484"/>
                          <a:pt x="6927" y="29326"/>
                          <a:pt x="5802" y="28989"/>
                        </a:cubicBezTo>
                        <a:cubicBezTo>
                          <a:pt x="4678" y="28652"/>
                          <a:pt x="3666" y="28157"/>
                          <a:pt x="2811" y="27482"/>
                        </a:cubicBezTo>
                        <a:cubicBezTo>
                          <a:pt x="1957" y="26808"/>
                          <a:pt x="1259" y="25953"/>
                          <a:pt x="765" y="24963"/>
                        </a:cubicBezTo>
                        <a:cubicBezTo>
                          <a:pt x="270" y="23974"/>
                          <a:pt x="0" y="22804"/>
                          <a:pt x="0" y="21433"/>
                        </a:cubicBezTo>
                        <a:cubicBezTo>
                          <a:pt x="0" y="16687"/>
                          <a:pt x="3261" y="13876"/>
                          <a:pt x="9760" y="13021"/>
                        </a:cubicBezTo>
                        <a:lnTo>
                          <a:pt x="14236" y="12437"/>
                        </a:lnTo>
                        <a:close/>
                        <a:moveTo>
                          <a:pt x="19768" y="13989"/>
                        </a:moveTo>
                        <a:cubicBezTo>
                          <a:pt x="18396" y="14573"/>
                          <a:pt x="17024" y="14933"/>
                          <a:pt x="15608" y="15113"/>
                        </a:cubicBezTo>
                        <a:cubicBezTo>
                          <a:pt x="14191" y="15293"/>
                          <a:pt x="12796" y="15428"/>
                          <a:pt x="11402" y="15540"/>
                        </a:cubicBezTo>
                        <a:cubicBezTo>
                          <a:pt x="8928" y="15720"/>
                          <a:pt x="6994" y="16282"/>
                          <a:pt x="5600" y="17205"/>
                        </a:cubicBezTo>
                        <a:cubicBezTo>
                          <a:pt x="4206" y="18149"/>
                          <a:pt x="3531" y="19566"/>
                          <a:pt x="3531" y="21478"/>
                        </a:cubicBezTo>
                        <a:cubicBezTo>
                          <a:pt x="3531" y="22332"/>
                          <a:pt x="3711" y="23097"/>
                          <a:pt x="4048" y="23726"/>
                        </a:cubicBezTo>
                        <a:cubicBezTo>
                          <a:pt x="4385" y="24356"/>
                          <a:pt x="4835" y="24873"/>
                          <a:pt x="5397" y="25301"/>
                        </a:cubicBezTo>
                        <a:cubicBezTo>
                          <a:pt x="5960" y="25706"/>
                          <a:pt x="6612" y="26020"/>
                          <a:pt x="7331" y="26223"/>
                        </a:cubicBezTo>
                        <a:cubicBezTo>
                          <a:pt x="8074" y="26425"/>
                          <a:pt x="8816" y="26515"/>
                          <a:pt x="9580" y="26515"/>
                        </a:cubicBezTo>
                        <a:cubicBezTo>
                          <a:pt x="10885" y="26515"/>
                          <a:pt x="12144" y="26358"/>
                          <a:pt x="13359" y="26020"/>
                        </a:cubicBezTo>
                        <a:cubicBezTo>
                          <a:pt x="14573" y="25706"/>
                          <a:pt x="15675" y="25211"/>
                          <a:pt x="16620" y="24536"/>
                        </a:cubicBezTo>
                        <a:cubicBezTo>
                          <a:pt x="17564" y="23861"/>
                          <a:pt x="18329" y="23029"/>
                          <a:pt x="18914" y="21995"/>
                        </a:cubicBezTo>
                        <a:cubicBezTo>
                          <a:pt x="19498" y="20960"/>
                          <a:pt x="19768" y="19746"/>
                          <a:pt x="19768" y="18351"/>
                        </a:cubicBezTo>
                        <a:lnTo>
                          <a:pt x="19768" y="13989"/>
                        </a:lnTo>
                        <a:close/>
                      </a:path>
                    </a:pathLst>
                  </a:custGeom>
                  <a:solidFill>
                    <a:srgbClr val="010101"/>
                  </a:solidFill>
                  <a:ln w="2249" cap="flat">
                    <a:noFill/>
                    <a:prstDash val="solid"/>
                    <a:miter/>
                  </a:ln>
                </p:spPr>
                <p:txBody>
                  <a:bodyPr rtlCol="0" anchor="ctr"/>
                  <a:lstStyle/>
                  <a:p>
                    <a:endParaRPr lang="en-US"/>
                  </a:p>
                </p:txBody>
              </p:sp>
              <p:sp>
                <p:nvSpPr>
                  <p:cNvPr id="3530" name="Freeform 3529">
                    <a:extLst>
                      <a:ext uri="{FF2B5EF4-FFF2-40B4-BE49-F238E27FC236}">
                        <a16:creationId xmlns:a16="http://schemas.microsoft.com/office/drawing/2014/main" id="{BC7F9998-8D73-56D6-CF49-5EBDCC7D9580}"/>
                      </a:ext>
                    </a:extLst>
                  </p:cNvPr>
                  <p:cNvSpPr/>
                  <p:nvPr/>
                </p:nvSpPr>
                <p:spPr>
                  <a:xfrm>
                    <a:off x="4078483" y="3032666"/>
                    <a:ext cx="12616" cy="36500"/>
                  </a:xfrm>
                  <a:custGeom>
                    <a:avLst/>
                    <a:gdLst>
                      <a:gd name="connsiteX0" fmla="*/ 12617 w 12616"/>
                      <a:gd name="connsiteY0" fmla="*/ 35848 h 36500"/>
                      <a:gd name="connsiteX1" fmla="*/ 11042 w 12616"/>
                      <a:gd name="connsiteY1" fmla="*/ 36231 h 36500"/>
                      <a:gd name="connsiteX2" fmla="*/ 8884 w 12616"/>
                      <a:gd name="connsiteY2" fmla="*/ 36501 h 36500"/>
                      <a:gd name="connsiteX3" fmla="*/ 5195 w 12616"/>
                      <a:gd name="connsiteY3" fmla="*/ 35286 h 36500"/>
                      <a:gd name="connsiteX4" fmla="*/ 3936 w 12616"/>
                      <a:gd name="connsiteY4" fmla="*/ 30946 h 36500"/>
                      <a:gd name="connsiteX5" fmla="*/ 3936 w 12616"/>
                      <a:gd name="connsiteY5" fmla="*/ 10480 h 36500"/>
                      <a:gd name="connsiteX6" fmla="*/ 0 w 12616"/>
                      <a:gd name="connsiteY6" fmla="*/ 10480 h 36500"/>
                      <a:gd name="connsiteX7" fmla="*/ 0 w 12616"/>
                      <a:gd name="connsiteY7" fmla="*/ 7781 h 36500"/>
                      <a:gd name="connsiteX8" fmla="*/ 3936 w 12616"/>
                      <a:gd name="connsiteY8" fmla="*/ 7781 h 36500"/>
                      <a:gd name="connsiteX9" fmla="*/ 3936 w 12616"/>
                      <a:gd name="connsiteY9" fmla="*/ 0 h 36500"/>
                      <a:gd name="connsiteX10" fmla="*/ 7174 w 12616"/>
                      <a:gd name="connsiteY10" fmla="*/ 0 h 36500"/>
                      <a:gd name="connsiteX11" fmla="*/ 7174 w 12616"/>
                      <a:gd name="connsiteY11" fmla="*/ 7781 h 36500"/>
                      <a:gd name="connsiteX12" fmla="*/ 12414 w 12616"/>
                      <a:gd name="connsiteY12" fmla="*/ 7781 h 36500"/>
                      <a:gd name="connsiteX13" fmla="*/ 12414 w 12616"/>
                      <a:gd name="connsiteY13" fmla="*/ 10480 h 36500"/>
                      <a:gd name="connsiteX14" fmla="*/ 7174 w 12616"/>
                      <a:gd name="connsiteY14" fmla="*/ 10480 h 36500"/>
                      <a:gd name="connsiteX15" fmla="*/ 7174 w 12616"/>
                      <a:gd name="connsiteY15" fmla="*/ 29641 h 36500"/>
                      <a:gd name="connsiteX16" fmla="*/ 7219 w 12616"/>
                      <a:gd name="connsiteY16" fmla="*/ 31418 h 36500"/>
                      <a:gd name="connsiteX17" fmla="*/ 7534 w 12616"/>
                      <a:gd name="connsiteY17" fmla="*/ 32655 h 36500"/>
                      <a:gd name="connsiteX18" fmla="*/ 8366 w 12616"/>
                      <a:gd name="connsiteY18" fmla="*/ 33352 h 36500"/>
                      <a:gd name="connsiteX19" fmla="*/ 9963 w 12616"/>
                      <a:gd name="connsiteY19" fmla="*/ 33577 h 36500"/>
                      <a:gd name="connsiteX20" fmla="*/ 11290 w 12616"/>
                      <a:gd name="connsiteY20" fmla="*/ 33465 h 36500"/>
                      <a:gd name="connsiteX21" fmla="*/ 12617 w 12616"/>
                      <a:gd name="connsiteY21" fmla="*/ 33195 h 36500"/>
                      <a:gd name="connsiteX22" fmla="*/ 12617 w 12616"/>
                      <a:gd name="connsiteY22" fmla="*/ 35848 h 3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6" h="36500">
                        <a:moveTo>
                          <a:pt x="12617" y="35848"/>
                        </a:moveTo>
                        <a:cubicBezTo>
                          <a:pt x="12212" y="35916"/>
                          <a:pt x="11695" y="36051"/>
                          <a:pt x="11042" y="36231"/>
                        </a:cubicBezTo>
                        <a:cubicBezTo>
                          <a:pt x="10390" y="36411"/>
                          <a:pt x="9671" y="36501"/>
                          <a:pt x="8884" y="36501"/>
                        </a:cubicBezTo>
                        <a:cubicBezTo>
                          <a:pt x="7264" y="36501"/>
                          <a:pt x="6027" y="36096"/>
                          <a:pt x="5195" y="35286"/>
                        </a:cubicBezTo>
                        <a:cubicBezTo>
                          <a:pt x="4363" y="34476"/>
                          <a:pt x="3936" y="33037"/>
                          <a:pt x="3936" y="30946"/>
                        </a:cubicBezTo>
                        <a:lnTo>
                          <a:pt x="3936" y="10480"/>
                        </a:lnTo>
                        <a:lnTo>
                          <a:pt x="0" y="10480"/>
                        </a:lnTo>
                        <a:lnTo>
                          <a:pt x="0" y="7781"/>
                        </a:lnTo>
                        <a:lnTo>
                          <a:pt x="3936" y="7781"/>
                        </a:lnTo>
                        <a:lnTo>
                          <a:pt x="3936" y="0"/>
                        </a:lnTo>
                        <a:lnTo>
                          <a:pt x="7174" y="0"/>
                        </a:lnTo>
                        <a:lnTo>
                          <a:pt x="7174" y="7781"/>
                        </a:lnTo>
                        <a:lnTo>
                          <a:pt x="12414" y="7781"/>
                        </a:lnTo>
                        <a:lnTo>
                          <a:pt x="12414" y="10480"/>
                        </a:lnTo>
                        <a:lnTo>
                          <a:pt x="7174" y="10480"/>
                        </a:lnTo>
                        <a:lnTo>
                          <a:pt x="7174" y="29641"/>
                        </a:lnTo>
                        <a:cubicBezTo>
                          <a:pt x="7174" y="30316"/>
                          <a:pt x="7174" y="30923"/>
                          <a:pt x="7219" y="31418"/>
                        </a:cubicBezTo>
                        <a:cubicBezTo>
                          <a:pt x="7264" y="31913"/>
                          <a:pt x="7354" y="32340"/>
                          <a:pt x="7534" y="32655"/>
                        </a:cubicBezTo>
                        <a:cubicBezTo>
                          <a:pt x="7714" y="32970"/>
                          <a:pt x="7984" y="33217"/>
                          <a:pt x="8366" y="33352"/>
                        </a:cubicBezTo>
                        <a:cubicBezTo>
                          <a:pt x="8748" y="33487"/>
                          <a:pt x="9266" y="33577"/>
                          <a:pt x="9963" y="33577"/>
                        </a:cubicBezTo>
                        <a:cubicBezTo>
                          <a:pt x="10390" y="33577"/>
                          <a:pt x="10840" y="33532"/>
                          <a:pt x="11290" y="33465"/>
                        </a:cubicBezTo>
                        <a:cubicBezTo>
                          <a:pt x="11740" y="33397"/>
                          <a:pt x="12189" y="33307"/>
                          <a:pt x="12617" y="33195"/>
                        </a:cubicBezTo>
                        <a:lnTo>
                          <a:pt x="12617" y="35848"/>
                        </a:lnTo>
                        <a:close/>
                      </a:path>
                    </a:pathLst>
                  </a:custGeom>
                  <a:solidFill>
                    <a:srgbClr val="010101"/>
                  </a:solidFill>
                  <a:ln w="2249" cap="flat">
                    <a:noFill/>
                    <a:prstDash val="solid"/>
                    <a:miter/>
                  </a:ln>
                </p:spPr>
                <p:txBody>
                  <a:bodyPr rtlCol="0" anchor="ctr"/>
                  <a:lstStyle/>
                  <a:p>
                    <a:endParaRPr lang="en-US"/>
                  </a:p>
                </p:txBody>
              </p:sp>
              <p:sp>
                <p:nvSpPr>
                  <p:cNvPr id="3531" name="Freeform 3530">
                    <a:extLst>
                      <a:ext uri="{FF2B5EF4-FFF2-40B4-BE49-F238E27FC236}">
                        <a16:creationId xmlns:a16="http://schemas.microsoft.com/office/drawing/2014/main" id="{FB47C9F7-916D-2D63-AB8B-87116E5DCC4D}"/>
                      </a:ext>
                    </a:extLst>
                  </p:cNvPr>
                  <p:cNvSpPr/>
                  <p:nvPr/>
                </p:nvSpPr>
                <p:spPr>
                  <a:xfrm>
                    <a:off x="4094765" y="3039705"/>
                    <a:ext cx="25167" cy="29483"/>
                  </a:xfrm>
                  <a:custGeom>
                    <a:avLst/>
                    <a:gdLst>
                      <a:gd name="connsiteX0" fmla="*/ 3508 w 25167"/>
                      <a:gd name="connsiteY0" fmla="*/ 15473 h 29483"/>
                      <a:gd name="connsiteX1" fmla="*/ 4093 w 25167"/>
                      <a:gd name="connsiteY1" fmla="*/ 19768 h 29483"/>
                      <a:gd name="connsiteX2" fmla="*/ 5847 w 25167"/>
                      <a:gd name="connsiteY2" fmla="*/ 23277 h 29483"/>
                      <a:gd name="connsiteX3" fmla="*/ 8793 w 25167"/>
                      <a:gd name="connsiteY3" fmla="*/ 25661 h 29483"/>
                      <a:gd name="connsiteX4" fmla="*/ 12886 w 25167"/>
                      <a:gd name="connsiteY4" fmla="*/ 26560 h 29483"/>
                      <a:gd name="connsiteX5" fmla="*/ 18329 w 25167"/>
                      <a:gd name="connsiteY5" fmla="*/ 24896 h 29483"/>
                      <a:gd name="connsiteX6" fmla="*/ 21343 w 25167"/>
                      <a:gd name="connsiteY6" fmla="*/ 20151 h 29483"/>
                      <a:gd name="connsiteX7" fmla="*/ 24963 w 25167"/>
                      <a:gd name="connsiteY7" fmla="*/ 20151 h 29483"/>
                      <a:gd name="connsiteX8" fmla="*/ 23389 w 25167"/>
                      <a:gd name="connsiteY8" fmla="*/ 23839 h 29483"/>
                      <a:gd name="connsiteX9" fmla="*/ 20960 w 25167"/>
                      <a:gd name="connsiteY9" fmla="*/ 26808 h 29483"/>
                      <a:gd name="connsiteX10" fmla="*/ 17497 w 25167"/>
                      <a:gd name="connsiteY10" fmla="*/ 28787 h 29483"/>
                      <a:gd name="connsiteX11" fmla="*/ 12864 w 25167"/>
                      <a:gd name="connsiteY11" fmla="*/ 29484 h 29483"/>
                      <a:gd name="connsiteX12" fmla="*/ 7084 w 25167"/>
                      <a:gd name="connsiteY12" fmla="*/ 28359 h 29483"/>
                      <a:gd name="connsiteX13" fmla="*/ 3081 w 25167"/>
                      <a:gd name="connsiteY13" fmla="*/ 25256 h 29483"/>
                      <a:gd name="connsiteX14" fmla="*/ 765 w 25167"/>
                      <a:gd name="connsiteY14" fmla="*/ 20623 h 29483"/>
                      <a:gd name="connsiteX15" fmla="*/ 0 w 25167"/>
                      <a:gd name="connsiteY15" fmla="*/ 14866 h 29483"/>
                      <a:gd name="connsiteX16" fmla="*/ 899 w 25167"/>
                      <a:gd name="connsiteY16" fmla="*/ 9086 h 29483"/>
                      <a:gd name="connsiteX17" fmla="*/ 3441 w 25167"/>
                      <a:gd name="connsiteY17" fmla="*/ 4363 h 29483"/>
                      <a:gd name="connsiteX18" fmla="*/ 7466 w 25167"/>
                      <a:gd name="connsiteY18" fmla="*/ 1169 h 29483"/>
                      <a:gd name="connsiteX19" fmla="*/ 12864 w 25167"/>
                      <a:gd name="connsiteY19" fmla="*/ 0 h 29483"/>
                      <a:gd name="connsiteX20" fmla="*/ 21927 w 25167"/>
                      <a:gd name="connsiteY20" fmla="*/ 3958 h 29483"/>
                      <a:gd name="connsiteX21" fmla="*/ 25166 w 25167"/>
                      <a:gd name="connsiteY21" fmla="*/ 15473 h 29483"/>
                      <a:gd name="connsiteX22" fmla="*/ 3463 w 25167"/>
                      <a:gd name="connsiteY22" fmla="*/ 15473 h 29483"/>
                      <a:gd name="connsiteX23" fmla="*/ 21747 w 25167"/>
                      <a:gd name="connsiteY23" fmla="*/ 12774 h 29483"/>
                      <a:gd name="connsiteX24" fmla="*/ 21185 w 25167"/>
                      <a:gd name="connsiteY24" fmla="*/ 8906 h 29483"/>
                      <a:gd name="connsiteX25" fmla="*/ 19521 w 25167"/>
                      <a:gd name="connsiteY25" fmla="*/ 5780 h 29483"/>
                      <a:gd name="connsiteX26" fmla="*/ 16732 w 25167"/>
                      <a:gd name="connsiteY26" fmla="*/ 3666 h 29483"/>
                      <a:gd name="connsiteX27" fmla="*/ 12909 w 25167"/>
                      <a:gd name="connsiteY27" fmla="*/ 2879 h 29483"/>
                      <a:gd name="connsiteX28" fmla="*/ 9108 w 25167"/>
                      <a:gd name="connsiteY28" fmla="*/ 3688 h 29483"/>
                      <a:gd name="connsiteX29" fmla="*/ 6297 w 25167"/>
                      <a:gd name="connsiteY29" fmla="*/ 5847 h 29483"/>
                      <a:gd name="connsiteX30" fmla="*/ 4430 w 25167"/>
                      <a:gd name="connsiteY30" fmla="*/ 8973 h 29483"/>
                      <a:gd name="connsiteX31" fmla="*/ 3508 w 25167"/>
                      <a:gd name="connsiteY31" fmla="*/ 12752 h 29483"/>
                      <a:gd name="connsiteX32" fmla="*/ 21747 w 25167"/>
                      <a:gd name="connsiteY32" fmla="*/ 12752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167" h="29483">
                        <a:moveTo>
                          <a:pt x="3508" y="15473"/>
                        </a:moveTo>
                        <a:cubicBezTo>
                          <a:pt x="3508" y="16980"/>
                          <a:pt x="3711" y="18419"/>
                          <a:pt x="4093" y="19768"/>
                        </a:cubicBezTo>
                        <a:cubicBezTo>
                          <a:pt x="4498" y="21118"/>
                          <a:pt x="5082" y="22287"/>
                          <a:pt x="5847" y="23277"/>
                        </a:cubicBezTo>
                        <a:cubicBezTo>
                          <a:pt x="6612" y="24266"/>
                          <a:pt x="7601" y="25053"/>
                          <a:pt x="8793" y="25661"/>
                        </a:cubicBezTo>
                        <a:cubicBezTo>
                          <a:pt x="9985" y="26245"/>
                          <a:pt x="11357" y="26560"/>
                          <a:pt x="12886" y="26560"/>
                        </a:cubicBezTo>
                        <a:cubicBezTo>
                          <a:pt x="15000" y="26560"/>
                          <a:pt x="16822" y="25998"/>
                          <a:pt x="18329" y="24896"/>
                        </a:cubicBezTo>
                        <a:cubicBezTo>
                          <a:pt x="19836" y="23772"/>
                          <a:pt x="20848" y="22197"/>
                          <a:pt x="21343" y="20151"/>
                        </a:cubicBezTo>
                        <a:lnTo>
                          <a:pt x="24963" y="20151"/>
                        </a:lnTo>
                        <a:cubicBezTo>
                          <a:pt x="24558" y="21478"/>
                          <a:pt x="24041" y="22714"/>
                          <a:pt x="23389" y="23839"/>
                        </a:cubicBezTo>
                        <a:cubicBezTo>
                          <a:pt x="22737" y="24963"/>
                          <a:pt x="21927" y="25953"/>
                          <a:pt x="20960" y="26808"/>
                        </a:cubicBezTo>
                        <a:cubicBezTo>
                          <a:pt x="19993" y="27662"/>
                          <a:pt x="18846" y="28314"/>
                          <a:pt x="17497" y="28787"/>
                        </a:cubicBezTo>
                        <a:cubicBezTo>
                          <a:pt x="16170" y="29259"/>
                          <a:pt x="14618" y="29484"/>
                          <a:pt x="12864" y="29484"/>
                        </a:cubicBezTo>
                        <a:cubicBezTo>
                          <a:pt x="10638" y="29484"/>
                          <a:pt x="8703" y="29102"/>
                          <a:pt x="7084" y="28359"/>
                        </a:cubicBezTo>
                        <a:cubicBezTo>
                          <a:pt x="5465" y="27595"/>
                          <a:pt x="4138" y="26560"/>
                          <a:pt x="3081" y="25256"/>
                        </a:cubicBezTo>
                        <a:cubicBezTo>
                          <a:pt x="2046" y="23951"/>
                          <a:pt x="1259" y="22400"/>
                          <a:pt x="765" y="20623"/>
                        </a:cubicBezTo>
                        <a:cubicBezTo>
                          <a:pt x="270" y="18846"/>
                          <a:pt x="0" y="16935"/>
                          <a:pt x="0" y="14866"/>
                        </a:cubicBezTo>
                        <a:cubicBezTo>
                          <a:pt x="0" y="12797"/>
                          <a:pt x="292" y="10885"/>
                          <a:pt x="899" y="9086"/>
                        </a:cubicBezTo>
                        <a:cubicBezTo>
                          <a:pt x="1484" y="7287"/>
                          <a:pt x="2339" y="5712"/>
                          <a:pt x="3441" y="4363"/>
                        </a:cubicBezTo>
                        <a:cubicBezTo>
                          <a:pt x="4543" y="3014"/>
                          <a:pt x="5870" y="1957"/>
                          <a:pt x="7466" y="1169"/>
                        </a:cubicBezTo>
                        <a:cubicBezTo>
                          <a:pt x="9041" y="405"/>
                          <a:pt x="10840" y="0"/>
                          <a:pt x="12864" y="0"/>
                        </a:cubicBezTo>
                        <a:cubicBezTo>
                          <a:pt x="16710" y="0"/>
                          <a:pt x="19746" y="1327"/>
                          <a:pt x="21927" y="3958"/>
                        </a:cubicBezTo>
                        <a:cubicBezTo>
                          <a:pt x="24131" y="6612"/>
                          <a:pt x="25211" y="10435"/>
                          <a:pt x="25166" y="15473"/>
                        </a:cubicBezTo>
                        <a:lnTo>
                          <a:pt x="3463" y="15473"/>
                        </a:lnTo>
                        <a:close/>
                        <a:moveTo>
                          <a:pt x="21747" y="12774"/>
                        </a:moveTo>
                        <a:cubicBezTo>
                          <a:pt x="21747" y="11402"/>
                          <a:pt x="21567" y="10120"/>
                          <a:pt x="21185" y="8906"/>
                        </a:cubicBezTo>
                        <a:cubicBezTo>
                          <a:pt x="20803" y="7691"/>
                          <a:pt x="20241" y="6657"/>
                          <a:pt x="19521" y="5780"/>
                        </a:cubicBezTo>
                        <a:cubicBezTo>
                          <a:pt x="18779" y="4903"/>
                          <a:pt x="17857" y="4206"/>
                          <a:pt x="16732" y="3666"/>
                        </a:cubicBezTo>
                        <a:cubicBezTo>
                          <a:pt x="15608" y="3149"/>
                          <a:pt x="14348" y="2879"/>
                          <a:pt x="12909" y="2879"/>
                        </a:cubicBezTo>
                        <a:cubicBezTo>
                          <a:pt x="11470" y="2879"/>
                          <a:pt x="10210" y="3149"/>
                          <a:pt x="9108" y="3688"/>
                        </a:cubicBezTo>
                        <a:cubicBezTo>
                          <a:pt x="8006" y="4228"/>
                          <a:pt x="7084" y="4948"/>
                          <a:pt x="6297" y="5847"/>
                        </a:cubicBezTo>
                        <a:cubicBezTo>
                          <a:pt x="5532" y="6747"/>
                          <a:pt x="4903" y="7781"/>
                          <a:pt x="4430" y="8973"/>
                        </a:cubicBezTo>
                        <a:cubicBezTo>
                          <a:pt x="3958" y="10165"/>
                          <a:pt x="3666" y="11425"/>
                          <a:pt x="3508" y="12752"/>
                        </a:cubicBezTo>
                        <a:lnTo>
                          <a:pt x="21747" y="12752"/>
                        </a:lnTo>
                        <a:close/>
                      </a:path>
                    </a:pathLst>
                  </a:custGeom>
                  <a:solidFill>
                    <a:srgbClr val="010101"/>
                  </a:solidFill>
                  <a:ln w="2249" cap="flat">
                    <a:noFill/>
                    <a:prstDash val="solid"/>
                    <a:miter/>
                  </a:ln>
                </p:spPr>
                <p:txBody>
                  <a:bodyPr rtlCol="0" anchor="ctr"/>
                  <a:lstStyle/>
                  <a:p>
                    <a:endParaRPr lang="en-US"/>
                  </a:p>
                </p:txBody>
              </p:sp>
              <p:sp>
                <p:nvSpPr>
                  <p:cNvPr id="3532" name="Freeform 3531">
                    <a:extLst>
                      <a:ext uri="{FF2B5EF4-FFF2-40B4-BE49-F238E27FC236}">
                        <a16:creationId xmlns:a16="http://schemas.microsoft.com/office/drawing/2014/main" id="{CF3CC7C5-ADD8-662E-509A-F5380A671340}"/>
                      </a:ext>
                    </a:extLst>
                  </p:cNvPr>
                  <p:cNvSpPr/>
                  <p:nvPr/>
                </p:nvSpPr>
                <p:spPr>
                  <a:xfrm>
                    <a:off x="4125419" y="3029540"/>
                    <a:ext cx="25682" cy="39626"/>
                  </a:xfrm>
                  <a:custGeom>
                    <a:avLst/>
                    <a:gdLst>
                      <a:gd name="connsiteX0" fmla="*/ 22445 w 25682"/>
                      <a:gd name="connsiteY0" fmla="*/ 0 h 39626"/>
                      <a:gd name="connsiteX1" fmla="*/ 25683 w 25682"/>
                      <a:gd name="connsiteY1" fmla="*/ 0 h 39626"/>
                      <a:gd name="connsiteX2" fmla="*/ 25683 w 25682"/>
                      <a:gd name="connsiteY2" fmla="*/ 38862 h 39626"/>
                      <a:gd name="connsiteX3" fmla="*/ 22445 w 25682"/>
                      <a:gd name="connsiteY3" fmla="*/ 38862 h 39626"/>
                      <a:gd name="connsiteX4" fmla="*/ 22445 w 25682"/>
                      <a:gd name="connsiteY4" fmla="*/ 33959 h 39626"/>
                      <a:gd name="connsiteX5" fmla="*/ 22332 w 25682"/>
                      <a:gd name="connsiteY5" fmla="*/ 33959 h 39626"/>
                      <a:gd name="connsiteX6" fmla="*/ 20533 w 25682"/>
                      <a:gd name="connsiteY6" fmla="*/ 36411 h 39626"/>
                      <a:gd name="connsiteX7" fmla="*/ 18104 w 25682"/>
                      <a:gd name="connsiteY7" fmla="*/ 38165 h 39626"/>
                      <a:gd name="connsiteX8" fmla="*/ 15383 w 25682"/>
                      <a:gd name="connsiteY8" fmla="*/ 39244 h 39626"/>
                      <a:gd name="connsiteX9" fmla="*/ 12639 w 25682"/>
                      <a:gd name="connsiteY9" fmla="*/ 39627 h 39626"/>
                      <a:gd name="connsiteX10" fmla="*/ 6859 w 25682"/>
                      <a:gd name="connsiteY10" fmla="*/ 38502 h 39626"/>
                      <a:gd name="connsiteX11" fmla="*/ 2946 w 25682"/>
                      <a:gd name="connsiteY11" fmla="*/ 35399 h 39626"/>
                      <a:gd name="connsiteX12" fmla="*/ 697 w 25682"/>
                      <a:gd name="connsiteY12" fmla="*/ 30721 h 39626"/>
                      <a:gd name="connsiteX13" fmla="*/ 0 w 25682"/>
                      <a:gd name="connsiteY13" fmla="*/ 24941 h 39626"/>
                      <a:gd name="connsiteX14" fmla="*/ 765 w 25682"/>
                      <a:gd name="connsiteY14" fmla="*/ 19319 h 39626"/>
                      <a:gd name="connsiteX15" fmla="*/ 3059 w 25682"/>
                      <a:gd name="connsiteY15" fmla="*/ 14596 h 39626"/>
                      <a:gd name="connsiteX16" fmla="*/ 6949 w 25682"/>
                      <a:gd name="connsiteY16" fmla="*/ 11357 h 39626"/>
                      <a:gd name="connsiteX17" fmla="*/ 12482 w 25682"/>
                      <a:gd name="connsiteY17" fmla="*/ 10143 h 39626"/>
                      <a:gd name="connsiteX18" fmla="*/ 18171 w 25682"/>
                      <a:gd name="connsiteY18" fmla="*/ 11470 h 39626"/>
                      <a:gd name="connsiteX19" fmla="*/ 22467 w 25682"/>
                      <a:gd name="connsiteY19" fmla="*/ 15383 h 39626"/>
                      <a:gd name="connsiteX20" fmla="*/ 22467 w 25682"/>
                      <a:gd name="connsiteY20" fmla="*/ 0 h 39626"/>
                      <a:gd name="connsiteX21" fmla="*/ 22445 w 25682"/>
                      <a:gd name="connsiteY21" fmla="*/ 24761 h 39626"/>
                      <a:gd name="connsiteX22" fmla="*/ 21792 w 25682"/>
                      <a:gd name="connsiteY22" fmla="*/ 20263 h 39626"/>
                      <a:gd name="connsiteX23" fmla="*/ 19926 w 25682"/>
                      <a:gd name="connsiteY23" fmla="*/ 16530 h 39626"/>
                      <a:gd name="connsiteX24" fmla="*/ 16957 w 25682"/>
                      <a:gd name="connsiteY24" fmla="*/ 13988 h 39626"/>
                      <a:gd name="connsiteX25" fmla="*/ 12999 w 25682"/>
                      <a:gd name="connsiteY25" fmla="*/ 13044 h 39626"/>
                      <a:gd name="connsiteX26" fmla="*/ 8636 w 25682"/>
                      <a:gd name="connsiteY26" fmla="*/ 14033 h 39626"/>
                      <a:gd name="connsiteX27" fmla="*/ 5622 w 25682"/>
                      <a:gd name="connsiteY27" fmla="*/ 16755 h 39626"/>
                      <a:gd name="connsiteX28" fmla="*/ 3891 w 25682"/>
                      <a:gd name="connsiteY28" fmla="*/ 20780 h 39626"/>
                      <a:gd name="connsiteX29" fmla="*/ 3463 w 25682"/>
                      <a:gd name="connsiteY29" fmla="*/ 25728 h 39626"/>
                      <a:gd name="connsiteX30" fmla="*/ 4183 w 25682"/>
                      <a:gd name="connsiteY30" fmla="*/ 30406 h 39626"/>
                      <a:gd name="connsiteX31" fmla="*/ 6207 w 25682"/>
                      <a:gd name="connsiteY31" fmla="*/ 33824 h 39626"/>
                      <a:gd name="connsiteX32" fmla="*/ 9221 w 25682"/>
                      <a:gd name="connsiteY32" fmla="*/ 35961 h 39626"/>
                      <a:gd name="connsiteX33" fmla="*/ 12999 w 25682"/>
                      <a:gd name="connsiteY33" fmla="*/ 36681 h 39626"/>
                      <a:gd name="connsiteX34" fmla="*/ 17047 w 25682"/>
                      <a:gd name="connsiteY34" fmla="*/ 35758 h 39626"/>
                      <a:gd name="connsiteX35" fmla="*/ 20016 w 25682"/>
                      <a:gd name="connsiteY35" fmla="*/ 33240 h 39626"/>
                      <a:gd name="connsiteX36" fmla="*/ 21815 w 25682"/>
                      <a:gd name="connsiteY36" fmla="*/ 29461 h 39626"/>
                      <a:gd name="connsiteX37" fmla="*/ 22445 w 25682"/>
                      <a:gd name="connsiteY37" fmla="*/ 24739 h 3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682" h="39626">
                        <a:moveTo>
                          <a:pt x="22445" y="0"/>
                        </a:moveTo>
                        <a:lnTo>
                          <a:pt x="25683" y="0"/>
                        </a:lnTo>
                        <a:lnTo>
                          <a:pt x="25683" y="38862"/>
                        </a:lnTo>
                        <a:lnTo>
                          <a:pt x="22445" y="38862"/>
                        </a:lnTo>
                        <a:lnTo>
                          <a:pt x="22445" y="33959"/>
                        </a:lnTo>
                        <a:lnTo>
                          <a:pt x="22332" y="33959"/>
                        </a:lnTo>
                        <a:cubicBezTo>
                          <a:pt x="21860" y="34904"/>
                          <a:pt x="21253" y="35713"/>
                          <a:pt x="20533" y="36411"/>
                        </a:cubicBezTo>
                        <a:cubicBezTo>
                          <a:pt x="19791" y="37108"/>
                          <a:pt x="18981" y="37692"/>
                          <a:pt x="18104" y="38165"/>
                        </a:cubicBezTo>
                        <a:cubicBezTo>
                          <a:pt x="17227" y="38637"/>
                          <a:pt x="16305" y="38997"/>
                          <a:pt x="15383" y="39244"/>
                        </a:cubicBezTo>
                        <a:cubicBezTo>
                          <a:pt x="14438" y="39492"/>
                          <a:pt x="13538" y="39627"/>
                          <a:pt x="12639" y="39627"/>
                        </a:cubicBezTo>
                        <a:cubicBezTo>
                          <a:pt x="10368" y="39627"/>
                          <a:pt x="8456" y="39244"/>
                          <a:pt x="6859" y="38502"/>
                        </a:cubicBezTo>
                        <a:cubicBezTo>
                          <a:pt x="5285" y="37738"/>
                          <a:pt x="3980" y="36703"/>
                          <a:pt x="2946" y="35399"/>
                        </a:cubicBezTo>
                        <a:cubicBezTo>
                          <a:pt x="1912" y="34094"/>
                          <a:pt x="1169" y="32520"/>
                          <a:pt x="697" y="30721"/>
                        </a:cubicBezTo>
                        <a:cubicBezTo>
                          <a:pt x="225" y="28922"/>
                          <a:pt x="0" y="26987"/>
                          <a:pt x="0" y="24941"/>
                        </a:cubicBezTo>
                        <a:cubicBezTo>
                          <a:pt x="0" y="23007"/>
                          <a:pt x="247" y="21118"/>
                          <a:pt x="765" y="19319"/>
                        </a:cubicBezTo>
                        <a:cubicBezTo>
                          <a:pt x="1259" y="17519"/>
                          <a:pt x="2024" y="15945"/>
                          <a:pt x="3059" y="14596"/>
                        </a:cubicBezTo>
                        <a:cubicBezTo>
                          <a:pt x="4093" y="13246"/>
                          <a:pt x="5375" y="12167"/>
                          <a:pt x="6949" y="11357"/>
                        </a:cubicBezTo>
                        <a:cubicBezTo>
                          <a:pt x="8523" y="10548"/>
                          <a:pt x="10368" y="10143"/>
                          <a:pt x="12482" y="10143"/>
                        </a:cubicBezTo>
                        <a:cubicBezTo>
                          <a:pt x="14461" y="10143"/>
                          <a:pt x="16350" y="10593"/>
                          <a:pt x="18171" y="11470"/>
                        </a:cubicBezTo>
                        <a:cubicBezTo>
                          <a:pt x="19993" y="12347"/>
                          <a:pt x="21410" y="13651"/>
                          <a:pt x="22467" y="15383"/>
                        </a:cubicBezTo>
                        <a:lnTo>
                          <a:pt x="22467" y="0"/>
                        </a:lnTo>
                        <a:close/>
                        <a:moveTo>
                          <a:pt x="22445" y="24761"/>
                        </a:moveTo>
                        <a:cubicBezTo>
                          <a:pt x="22445" y="23187"/>
                          <a:pt x="22219" y="21680"/>
                          <a:pt x="21792" y="20263"/>
                        </a:cubicBezTo>
                        <a:cubicBezTo>
                          <a:pt x="21365" y="18846"/>
                          <a:pt x="20735" y="17609"/>
                          <a:pt x="19926" y="16530"/>
                        </a:cubicBezTo>
                        <a:cubicBezTo>
                          <a:pt x="19116" y="15473"/>
                          <a:pt x="18126" y="14618"/>
                          <a:pt x="16957" y="13988"/>
                        </a:cubicBezTo>
                        <a:cubicBezTo>
                          <a:pt x="15787" y="13359"/>
                          <a:pt x="14461" y="13044"/>
                          <a:pt x="12999" y="13044"/>
                        </a:cubicBezTo>
                        <a:cubicBezTo>
                          <a:pt x="11312" y="13044"/>
                          <a:pt x="9850" y="13381"/>
                          <a:pt x="8636" y="14033"/>
                        </a:cubicBezTo>
                        <a:cubicBezTo>
                          <a:pt x="7421" y="14708"/>
                          <a:pt x="6409" y="15608"/>
                          <a:pt x="5622" y="16755"/>
                        </a:cubicBezTo>
                        <a:cubicBezTo>
                          <a:pt x="4835" y="17902"/>
                          <a:pt x="4250" y="19251"/>
                          <a:pt x="3891" y="20780"/>
                        </a:cubicBezTo>
                        <a:cubicBezTo>
                          <a:pt x="3531" y="22310"/>
                          <a:pt x="3396" y="23951"/>
                          <a:pt x="3463" y="25728"/>
                        </a:cubicBezTo>
                        <a:cubicBezTo>
                          <a:pt x="3463" y="27482"/>
                          <a:pt x="3711" y="29056"/>
                          <a:pt x="4183" y="30406"/>
                        </a:cubicBezTo>
                        <a:cubicBezTo>
                          <a:pt x="4678" y="31755"/>
                          <a:pt x="5352" y="32902"/>
                          <a:pt x="6207" y="33824"/>
                        </a:cubicBezTo>
                        <a:cubicBezTo>
                          <a:pt x="7061" y="34746"/>
                          <a:pt x="8074" y="35466"/>
                          <a:pt x="9221" y="35961"/>
                        </a:cubicBezTo>
                        <a:cubicBezTo>
                          <a:pt x="10368" y="36456"/>
                          <a:pt x="11627" y="36681"/>
                          <a:pt x="12999" y="36681"/>
                        </a:cubicBezTo>
                        <a:cubicBezTo>
                          <a:pt x="14506" y="36681"/>
                          <a:pt x="15855" y="36366"/>
                          <a:pt x="17047" y="35758"/>
                        </a:cubicBezTo>
                        <a:cubicBezTo>
                          <a:pt x="18239" y="35151"/>
                          <a:pt x="19228" y="34319"/>
                          <a:pt x="20016" y="33240"/>
                        </a:cubicBezTo>
                        <a:cubicBezTo>
                          <a:pt x="20803" y="32183"/>
                          <a:pt x="21410" y="30923"/>
                          <a:pt x="21815" y="29461"/>
                        </a:cubicBezTo>
                        <a:cubicBezTo>
                          <a:pt x="22219" y="27999"/>
                          <a:pt x="22445" y="26425"/>
                          <a:pt x="22445" y="24739"/>
                        </a:cubicBezTo>
                        <a:close/>
                      </a:path>
                    </a:pathLst>
                  </a:custGeom>
                  <a:solidFill>
                    <a:srgbClr val="010101"/>
                  </a:solidFill>
                  <a:ln w="2249" cap="flat">
                    <a:noFill/>
                    <a:prstDash val="solid"/>
                    <a:miter/>
                  </a:ln>
                </p:spPr>
                <p:txBody>
                  <a:bodyPr rtlCol="0" anchor="ctr"/>
                  <a:lstStyle/>
                  <a:p>
                    <a:endParaRPr lang="en-US"/>
                  </a:p>
                </p:txBody>
              </p:sp>
            </p:grpSp>
            <p:grpSp>
              <p:nvGrpSpPr>
                <p:cNvPr id="30" name="Graphic 4479">
                  <a:extLst>
                    <a:ext uri="{FF2B5EF4-FFF2-40B4-BE49-F238E27FC236}">
                      <a16:creationId xmlns:a16="http://schemas.microsoft.com/office/drawing/2014/main" id="{77B6FF39-D554-CC3C-416B-71950CBF9024}"/>
                    </a:ext>
                  </a:extLst>
                </p:cNvPr>
                <p:cNvGrpSpPr/>
                <p:nvPr/>
              </p:nvGrpSpPr>
              <p:grpSpPr>
                <a:xfrm>
                  <a:off x="4975949" y="6362370"/>
                  <a:ext cx="452041" cy="148435"/>
                  <a:chOff x="4278888" y="3029540"/>
                  <a:chExt cx="120746" cy="39649"/>
                </a:xfrm>
                <a:solidFill>
                  <a:srgbClr val="010101"/>
                </a:solidFill>
              </p:grpSpPr>
              <p:sp>
                <p:nvSpPr>
                  <p:cNvPr id="3520" name="Freeform 3519">
                    <a:extLst>
                      <a:ext uri="{FF2B5EF4-FFF2-40B4-BE49-F238E27FC236}">
                        <a16:creationId xmlns:a16="http://schemas.microsoft.com/office/drawing/2014/main" id="{B3DBEAC4-3DA5-A4DC-3E80-8246A597684F}"/>
                      </a:ext>
                    </a:extLst>
                  </p:cNvPr>
                  <p:cNvSpPr/>
                  <p:nvPr/>
                </p:nvSpPr>
                <p:spPr>
                  <a:xfrm>
                    <a:off x="4278888" y="3039683"/>
                    <a:ext cx="22197" cy="28741"/>
                  </a:xfrm>
                  <a:custGeom>
                    <a:avLst/>
                    <a:gdLst>
                      <a:gd name="connsiteX0" fmla="*/ 3238 w 22197"/>
                      <a:gd name="connsiteY0" fmla="*/ 28719 h 28741"/>
                      <a:gd name="connsiteX1" fmla="*/ 0 w 22197"/>
                      <a:gd name="connsiteY1" fmla="*/ 28719 h 28741"/>
                      <a:gd name="connsiteX2" fmla="*/ 0 w 22197"/>
                      <a:gd name="connsiteY2" fmla="*/ 765 h 28741"/>
                      <a:gd name="connsiteX3" fmla="*/ 3238 w 22197"/>
                      <a:gd name="connsiteY3" fmla="*/ 765 h 28741"/>
                      <a:gd name="connsiteX4" fmla="*/ 3238 w 22197"/>
                      <a:gd name="connsiteY4" fmla="*/ 4655 h 28741"/>
                      <a:gd name="connsiteX5" fmla="*/ 7264 w 22197"/>
                      <a:gd name="connsiteY5" fmla="*/ 1304 h 28741"/>
                      <a:gd name="connsiteX6" fmla="*/ 12257 w 22197"/>
                      <a:gd name="connsiteY6" fmla="*/ 0 h 28741"/>
                      <a:gd name="connsiteX7" fmla="*/ 17070 w 22197"/>
                      <a:gd name="connsiteY7" fmla="*/ 900 h 28741"/>
                      <a:gd name="connsiteX8" fmla="*/ 20803 w 22197"/>
                      <a:gd name="connsiteY8" fmla="*/ 4003 h 28741"/>
                      <a:gd name="connsiteX9" fmla="*/ 22017 w 22197"/>
                      <a:gd name="connsiteY9" fmla="*/ 7107 h 28741"/>
                      <a:gd name="connsiteX10" fmla="*/ 22197 w 22197"/>
                      <a:gd name="connsiteY10" fmla="*/ 10435 h 28741"/>
                      <a:gd name="connsiteX11" fmla="*/ 22197 w 22197"/>
                      <a:gd name="connsiteY11" fmla="*/ 28742 h 28741"/>
                      <a:gd name="connsiteX12" fmla="*/ 18959 w 22197"/>
                      <a:gd name="connsiteY12" fmla="*/ 28742 h 28741"/>
                      <a:gd name="connsiteX13" fmla="*/ 18959 w 22197"/>
                      <a:gd name="connsiteY13" fmla="*/ 10503 h 28741"/>
                      <a:gd name="connsiteX14" fmla="*/ 17294 w 22197"/>
                      <a:gd name="connsiteY14" fmla="*/ 4835 h 28741"/>
                      <a:gd name="connsiteX15" fmla="*/ 11739 w 22197"/>
                      <a:gd name="connsiteY15" fmla="*/ 2946 h 28741"/>
                      <a:gd name="connsiteX16" fmla="*/ 8996 w 22197"/>
                      <a:gd name="connsiteY16" fmla="*/ 3396 h 28741"/>
                      <a:gd name="connsiteX17" fmla="*/ 6747 w 22197"/>
                      <a:gd name="connsiteY17" fmla="*/ 4610 h 28741"/>
                      <a:gd name="connsiteX18" fmla="*/ 5038 w 22197"/>
                      <a:gd name="connsiteY18" fmla="*/ 6342 h 28741"/>
                      <a:gd name="connsiteX19" fmla="*/ 3958 w 22197"/>
                      <a:gd name="connsiteY19" fmla="*/ 8389 h 28741"/>
                      <a:gd name="connsiteX20" fmla="*/ 3373 w 22197"/>
                      <a:gd name="connsiteY20" fmla="*/ 10975 h 28741"/>
                      <a:gd name="connsiteX21" fmla="*/ 3261 w 22197"/>
                      <a:gd name="connsiteY21" fmla="*/ 13674 h 28741"/>
                      <a:gd name="connsiteX22" fmla="*/ 3261 w 22197"/>
                      <a:gd name="connsiteY22" fmla="*/ 28742 h 2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197" h="28741">
                        <a:moveTo>
                          <a:pt x="3238" y="28719"/>
                        </a:moveTo>
                        <a:lnTo>
                          <a:pt x="0" y="28719"/>
                        </a:lnTo>
                        <a:lnTo>
                          <a:pt x="0" y="765"/>
                        </a:lnTo>
                        <a:lnTo>
                          <a:pt x="3238" y="765"/>
                        </a:lnTo>
                        <a:lnTo>
                          <a:pt x="3238" y="4655"/>
                        </a:lnTo>
                        <a:cubicBezTo>
                          <a:pt x="4543" y="3283"/>
                          <a:pt x="5870" y="2181"/>
                          <a:pt x="7264" y="1304"/>
                        </a:cubicBezTo>
                        <a:cubicBezTo>
                          <a:pt x="8658" y="450"/>
                          <a:pt x="10323" y="0"/>
                          <a:pt x="12257" y="0"/>
                        </a:cubicBezTo>
                        <a:cubicBezTo>
                          <a:pt x="13988" y="0"/>
                          <a:pt x="15585" y="292"/>
                          <a:pt x="17070" y="900"/>
                        </a:cubicBezTo>
                        <a:cubicBezTo>
                          <a:pt x="18554" y="1484"/>
                          <a:pt x="19791" y="2519"/>
                          <a:pt x="20803" y="4003"/>
                        </a:cubicBezTo>
                        <a:cubicBezTo>
                          <a:pt x="21477" y="5015"/>
                          <a:pt x="21882" y="6050"/>
                          <a:pt x="22017" y="7107"/>
                        </a:cubicBezTo>
                        <a:cubicBezTo>
                          <a:pt x="22152" y="8164"/>
                          <a:pt x="22197" y="9266"/>
                          <a:pt x="22197" y="10435"/>
                        </a:cubicBezTo>
                        <a:lnTo>
                          <a:pt x="22197" y="28742"/>
                        </a:lnTo>
                        <a:lnTo>
                          <a:pt x="18959" y="28742"/>
                        </a:lnTo>
                        <a:lnTo>
                          <a:pt x="18959" y="10503"/>
                        </a:lnTo>
                        <a:cubicBezTo>
                          <a:pt x="18959" y="7984"/>
                          <a:pt x="18396" y="6095"/>
                          <a:pt x="17294" y="4835"/>
                        </a:cubicBezTo>
                        <a:cubicBezTo>
                          <a:pt x="16170" y="3576"/>
                          <a:pt x="14326" y="2946"/>
                          <a:pt x="11739" y="2946"/>
                        </a:cubicBezTo>
                        <a:cubicBezTo>
                          <a:pt x="10727" y="2946"/>
                          <a:pt x="9805" y="3104"/>
                          <a:pt x="8996" y="3396"/>
                        </a:cubicBezTo>
                        <a:cubicBezTo>
                          <a:pt x="8164" y="3711"/>
                          <a:pt x="7421" y="4116"/>
                          <a:pt x="6747" y="4610"/>
                        </a:cubicBezTo>
                        <a:cubicBezTo>
                          <a:pt x="6072" y="5105"/>
                          <a:pt x="5510" y="5690"/>
                          <a:pt x="5038" y="6342"/>
                        </a:cubicBezTo>
                        <a:cubicBezTo>
                          <a:pt x="4565" y="6994"/>
                          <a:pt x="4206" y="7669"/>
                          <a:pt x="3958" y="8389"/>
                        </a:cubicBezTo>
                        <a:cubicBezTo>
                          <a:pt x="3643" y="9288"/>
                          <a:pt x="3441" y="10143"/>
                          <a:pt x="3373" y="10975"/>
                        </a:cubicBezTo>
                        <a:cubicBezTo>
                          <a:pt x="3306" y="11807"/>
                          <a:pt x="3261" y="12707"/>
                          <a:pt x="3261" y="13674"/>
                        </a:cubicBezTo>
                        <a:lnTo>
                          <a:pt x="3261" y="28742"/>
                        </a:lnTo>
                        <a:close/>
                      </a:path>
                    </a:pathLst>
                  </a:custGeom>
                  <a:solidFill>
                    <a:srgbClr val="010101"/>
                  </a:solidFill>
                  <a:ln w="2249" cap="flat">
                    <a:noFill/>
                    <a:prstDash val="solid"/>
                    <a:miter/>
                  </a:ln>
                </p:spPr>
                <p:txBody>
                  <a:bodyPr rtlCol="0" anchor="ctr"/>
                  <a:lstStyle/>
                  <a:p>
                    <a:endParaRPr lang="en-US"/>
                  </a:p>
                </p:txBody>
              </p:sp>
              <p:sp>
                <p:nvSpPr>
                  <p:cNvPr id="3521" name="Freeform 3520">
                    <a:extLst>
                      <a:ext uri="{FF2B5EF4-FFF2-40B4-BE49-F238E27FC236}">
                        <a16:creationId xmlns:a16="http://schemas.microsoft.com/office/drawing/2014/main" id="{F26AA062-512B-4A9A-05F9-D621429D1047}"/>
                      </a:ext>
                    </a:extLst>
                  </p:cNvPr>
                  <p:cNvSpPr/>
                  <p:nvPr/>
                </p:nvSpPr>
                <p:spPr>
                  <a:xfrm>
                    <a:off x="4307067" y="3039660"/>
                    <a:ext cx="25908" cy="29483"/>
                  </a:xfrm>
                  <a:custGeom>
                    <a:avLst/>
                    <a:gdLst>
                      <a:gd name="connsiteX0" fmla="*/ 12954 w 25908"/>
                      <a:gd name="connsiteY0" fmla="*/ 29484 h 29483"/>
                      <a:gd name="connsiteX1" fmla="*/ 7916 w 25908"/>
                      <a:gd name="connsiteY1" fmla="*/ 28517 h 29483"/>
                      <a:gd name="connsiteX2" fmla="*/ 3823 w 25908"/>
                      <a:gd name="connsiteY2" fmla="*/ 25773 h 29483"/>
                      <a:gd name="connsiteX3" fmla="*/ 1035 w 25908"/>
                      <a:gd name="connsiteY3" fmla="*/ 21185 h 29483"/>
                      <a:gd name="connsiteX4" fmla="*/ 0 w 25908"/>
                      <a:gd name="connsiteY4" fmla="*/ 14753 h 29483"/>
                      <a:gd name="connsiteX5" fmla="*/ 810 w 25908"/>
                      <a:gd name="connsiteY5" fmla="*/ 8996 h 29483"/>
                      <a:gd name="connsiteX6" fmla="*/ 3239 w 25908"/>
                      <a:gd name="connsiteY6" fmla="*/ 4318 h 29483"/>
                      <a:gd name="connsiteX7" fmla="*/ 7287 w 25908"/>
                      <a:gd name="connsiteY7" fmla="*/ 1169 h 29483"/>
                      <a:gd name="connsiteX8" fmla="*/ 12954 w 25908"/>
                      <a:gd name="connsiteY8" fmla="*/ 0 h 29483"/>
                      <a:gd name="connsiteX9" fmla="*/ 18666 w 25908"/>
                      <a:gd name="connsiteY9" fmla="*/ 1169 h 29483"/>
                      <a:gd name="connsiteX10" fmla="*/ 22715 w 25908"/>
                      <a:gd name="connsiteY10" fmla="*/ 4295 h 29483"/>
                      <a:gd name="connsiteX11" fmla="*/ 25121 w 25908"/>
                      <a:gd name="connsiteY11" fmla="*/ 8973 h 29483"/>
                      <a:gd name="connsiteX12" fmla="*/ 25908 w 25908"/>
                      <a:gd name="connsiteY12" fmla="*/ 14753 h 29483"/>
                      <a:gd name="connsiteX13" fmla="*/ 24986 w 25908"/>
                      <a:gd name="connsiteY13" fmla="*/ 20803 h 29483"/>
                      <a:gd name="connsiteX14" fmla="*/ 22377 w 25908"/>
                      <a:gd name="connsiteY14" fmla="*/ 25436 h 29483"/>
                      <a:gd name="connsiteX15" fmla="*/ 18284 w 25908"/>
                      <a:gd name="connsiteY15" fmla="*/ 28427 h 29483"/>
                      <a:gd name="connsiteX16" fmla="*/ 12977 w 25908"/>
                      <a:gd name="connsiteY16" fmla="*/ 29484 h 29483"/>
                      <a:gd name="connsiteX17" fmla="*/ 22445 w 25908"/>
                      <a:gd name="connsiteY17" fmla="*/ 14753 h 29483"/>
                      <a:gd name="connsiteX18" fmla="*/ 21905 w 25908"/>
                      <a:gd name="connsiteY18" fmla="*/ 10120 h 29483"/>
                      <a:gd name="connsiteX19" fmla="*/ 20241 w 25908"/>
                      <a:gd name="connsiteY19" fmla="*/ 6365 h 29483"/>
                      <a:gd name="connsiteX20" fmla="*/ 17317 w 25908"/>
                      <a:gd name="connsiteY20" fmla="*/ 3846 h 29483"/>
                      <a:gd name="connsiteX21" fmla="*/ 12954 w 25908"/>
                      <a:gd name="connsiteY21" fmla="*/ 2924 h 29483"/>
                      <a:gd name="connsiteX22" fmla="*/ 8614 w 25908"/>
                      <a:gd name="connsiteY22" fmla="*/ 3913 h 29483"/>
                      <a:gd name="connsiteX23" fmla="*/ 5667 w 25908"/>
                      <a:gd name="connsiteY23" fmla="*/ 6567 h 29483"/>
                      <a:gd name="connsiteX24" fmla="*/ 4003 w 25908"/>
                      <a:gd name="connsiteY24" fmla="*/ 10345 h 29483"/>
                      <a:gd name="connsiteX25" fmla="*/ 3463 w 25908"/>
                      <a:gd name="connsiteY25" fmla="*/ 14753 h 29483"/>
                      <a:gd name="connsiteX26" fmla="*/ 4093 w 25908"/>
                      <a:gd name="connsiteY26" fmla="*/ 19521 h 29483"/>
                      <a:gd name="connsiteX27" fmla="*/ 5892 w 25908"/>
                      <a:gd name="connsiteY27" fmla="*/ 23277 h 29483"/>
                      <a:gd name="connsiteX28" fmla="*/ 8861 w 25908"/>
                      <a:gd name="connsiteY28" fmla="*/ 25706 h 29483"/>
                      <a:gd name="connsiteX29" fmla="*/ 12954 w 25908"/>
                      <a:gd name="connsiteY29" fmla="*/ 26560 h 29483"/>
                      <a:gd name="connsiteX30" fmla="*/ 17295 w 25908"/>
                      <a:gd name="connsiteY30" fmla="*/ 25571 h 29483"/>
                      <a:gd name="connsiteX31" fmla="*/ 20241 w 25908"/>
                      <a:gd name="connsiteY31" fmla="*/ 22894 h 29483"/>
                      <a:gd name="connsiteX32" fmla="*/ 21905 w 25908"/>
                      <a:gd name="connsiteY32" fmla="*/ 19116 h 29483"/>
                      <a:gd name="connsiteX33" fmla="*/ 22445 w 25908"/>
                      <a:gd name="connsiteY33" fmla="*/ 14753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8" h="29483">
                        <a:moveTo>
                          <a:pt x="12954" y="29484"/>
                        </a:moveTo>
                        <a:cubicBezTo>
                          <a:pt x="11155" y="29439"/>
                          <a:pt x="9468" y="29124"/>
                          <a:pt x="7916" y="28517"/>
                        </a:cubicBezTo>
                        <a:cubicBezTo>
                          <a:pt x="6342" y="27910"/>
                          <a:pt x="4993" y="26987"/>
                          <a:pt x="3823" y="25773"/>
                        </a:cubicBezTo>
                        <a:cubicBezTo>
                          <a:pt x="2654" y="24559"/>
                          <a:pt x="1732" y="23029"/>
                          <a:pt x="1035" y="21185"/>
                        </a:cubicBezTo>
                        <a:cubicBezTo>
                          <a:pt x="360" y="19341"/>
                          <a:pt x="0" y="17205"/>
                          <a:pt x="0" y="14753"/>
                        </a:cubicBezTo>
                        <a:cubicBezTo>
                          <a:pt x="0" y="12707"/>
                          <a:pt x="270" y="10795"/>
                          <a:pt x="810" y="8996"/>
                        </a:cubicBezTo>
                        <a:cubicBezTo>
                          <a:pt x="1350" y="7219"/>
                          <a:pt x="2159" y="5667"/>
                          <a:pt x="3239" y="4318"/>
                        </a:cubicBezTo>
                        <a:cubicBezTo>
                          <a:pt x="4318" y="2991"/>
                          <a:pt x="5667" y="1934"/>
                          <a:pt x="7287" y="1169"/>
                        </a:cubicBezTo>
                        <a:cubicBezTo>
                          <a:pt x="8906" y="405"/>
                          <a:pt x="10795" y="0"/>
                          <a:pt x="12954" y="0"/>
                        </a:cubicBezTo>
                        <a:cubicBezTo>
                          <a:pt x="15113" y="0"/>
                          <a:pt x="17047" y="382"/>
                          <a:pt x="18666" y="1169"/>
                        </a:cubicBezTo>
                        <a:cubicBezTo>
                          <a:pt x="20286" y="1934"/>
                          <a:pt x="21635" y="2991"/>
                          <a:pt x="22715" y="4295"/>
                        </a:cubicBezTo>
                        <a:cubicBezTo>
                          <a:pt x="23794" y="5600"/>
                          <a:pt x="24604" y="7174"/>
                          <a:pt x="25121" y="8973"/>
                        </a:cubicBezTo>
                        <a:cubicBezTo>
                          <a:pt x="25638" y="10772"/>
                          <a:pt x="25908" y="12707"/>
                          <a:pt x="25908" y="14753"/>
                        </a:cubicBezTo>
                        <a:cubicBezTo>
                          <a:pt x="25908" y="16980"/>
                          <a:pt x="25593" y="19004"/>
                          <a:pt x="24986" y="20803"/>
                        </a:cubicBezTo>
                        <a:cubicBezTo>
                          <a:pt x="24379" y="22602"/>
                          <a:pt x="23502" y="24154"/>
                          <a:pt x="22377" y="25436"/>
                        </a:cubicBezTo>
                        <a:cubicBezTo>
                          <a:pt x="21253" y="26740"/>
                          <a:pt x="19881" y="27730"/>
                          <a:pt x="18284" y="28427"/>
                        </a:cubicBezTo>
                        <a:cubicBezTo>
                          <a:pt x="16687" y="29124"/>
                          <a:pt x="14911" y="29484"/>
                          <a:pt x="12977" y="29484"/>
                        </a:cubicBezTo>
                        <a:close/>
                        <a:moveTo>
                          <a:pt x="22445" y="14753"/>
                        </a:moveTo>
                        <a:cubicBezTo>
                          <a:pt x="22445" y="13089"/>
                          <a:pt x="22265" y="11560"/>
                          <a:pt x="21905" y="10120"/>
                        </a:cubicBezTo>
                        <a:cubicBezTo>
                          <a:pt x="21545" y="8681"/>
                          <a:pt x="20983" y="7422"/>
                          <a:pt x="20241" y="6365"/>
                        </a:cubicBezTo>
                        <a:cubicBezTo>
                          <a:pt x="19476" y="5308"/>
                          <a:pt x="18509" y="4475"/>
                          <a:pt x="17317" y="3846"/>
                        </a:cubicBezTo>
                        <a:cubicBezTo>
                          <a:pt x="16125" y="3238"/>
                          <a:pt x="14663" y="2924"/>
                          <a:pt x="12954" y="2924"/>
                        </a:cubicBezTo>
                        <a:cubicBezTo>
                          <a:pt x="11245" y="2924"/>
                          <a:pt x="9805" y="3261"/>
                          <a:pt x="8614" y="3913"/>
                        </a:cubicBezTo>
                        <a:cubicBezTo>
                          <a:pt x="7399" y="4588"/>
                          <a:pt x="6432" y="5465"/>
                          <a:pt x="5667" y="6567"/>
                        </a:cubicBezTo>
                        <a:cubicBezTo>
                          <a:pt x="4903" y="7669"/>
                          <a:pt x="4363" y="8928"/>
                          <a:pt x="4003" y="10345"/>
                        </a:cubicBezTo>
                        <a:cubicBezTo>
                          <a:pt x="3643" y="11762"/>
                          <a:pt x="3463" y="13224"/>
                          <a:pt x="3463" y="14753"/>
                        </a:cubicBezTo>
                        <a:cubicBezTo>
                          <a:pt x="3463" y="16485"/>
                          <a:pt x="3666" y="18082"/>
                          <a:pt x="4093" y="19521"/>
                        </a:cubicBezTo>
                        <a:cubicBezTo>
                          <a:pt x="4498" y="20983"/>
                          <a:pt x="5105" y="22220"/>
                          <a:pt x="5892" y="23277"/>
                        </a:cubicBezTo>
                        <a:cubicBezTo>
                          <a:pt x="6680" y="24334"/>
                          <a:pt x="7669" y="25121"/>
                          <a:pt x="8861" y="25706"/>
                        </a:cubicBezTo>
                        <a:cubicBezTo>
                          <a:pt x="10053" y="26290"/>
                          <a:pt x="11425" y="26560"/>
                          <a:pt x="12954" y="26560"/>
                        </a:cubicBezTo>
                        <a:cubicBezTo>
                          <a:pt x="14641" y="26560"/>
                          <a:pt x="16103" y="26223"/>
                          <a:pt x="17295" y="25571"/>
                        </a:cubicBezTo>
                        <a:cubicBezTo>
                          <a:pt x="18509" y="24896"/>
                          <a:pt x="19476" y="24019"/>
                          <a:pt x="20241" y="22894"/>
                        </a:cubicBezTo>
                        <a:cubicBezTo>
                          <a:pt x="21005" y="21770"/>
                          <a:pt x="21545" y="20510"/>
                          <a:pt x="21905" y="19116"/>
                        </a:cubicBezTo>
                        <a:cubicBezTo>
                          <a:pt x="22265" y="17722"/>
                          <a:pt x="22445" y="16260"/>
                          <a:pt x="22445" y="14753"/>
                        </a:cubicBezTo>
                        <a:close/>
                      </a:path>
                    </a:pathLst>
                  </a:custGeom>
                  <a:solidFill>
                    <a:srgbClr val="010101"/>
                  </a:solidFill>
                  <a:ln w="2249" cap="flat">
                    <a:noFill/>
                    <a:prstDash val="solid"/>
                    <a:miter/>
                  </a:ln>
                </p:spPr>
                <p:txBody>
                  <a:bodyPr rtlCol="0" anchor="ctr"/>
                  <a:lstStyle/>
                  <a:p>
                    <a:endParaRPr lang="en-US"/>
                  </a:p>
                </p:txBody>
              </p:sp>
              <p:sp>
                <p:nvSpPr>
                  <p:cNvPr id="3522" name="Freeform 3521">
                    <a:extLst>
                      <a:ext uri="{FF2B5EF4-FFF2-40B4-BE49-F238E27FC236}">
                        <a16:creationId xmlns:a16="http://schemas.microsoft.com/office/drawing/2014/main" id="{24251FDD-6657-3620-AFC8-E4A43661ED6E}"/>
                      </a:ext>
                    </a:extLst>
                  </p:cNvPr>
                  <p:cNvSpPr/>
                  <p:nvPr/>
                </p:nvSpPr>
                <p:spPr>
                  <a:xfrm>
                    <a:off x="4335944" y="3040447"/>
                    <a:ext cx="25143" cy="27954"/>
                  </a:xfrm>
                  <a:custGeom>
                    <a:avLst/>
                    <a:gdLst>
                      <a:gd name="connsiteX0" fmla="*/ 0 w 25143"/>
                      <a:gd name="connsiteY0" fmla="*/ 0 h 27954"/>
                      <a:gd name="connsiteX1" fmla="*/ 3508 w 25143"/>
                      <a:gd name="connsiteY1" fmla="*/ 0 h 27954"/>
                      <a:gd name="connsiteX2" fmla="*/ 12572 w 25143"/>
                      <a:gd name="connsiteY2" fmla="*/ 23974 h 27954"/>
                      <a:gd name="connsiteX3" fmla="*/ 21635 w 25143"/>
                      <a:gd name="connsiteY3" fmla="*/ 0 h 27954"/>
                      <a:gd name="connsiteX4" fmla="*/ 25143 w 25143"/>
                      <a:gd name="connsiteY4" fmla="*/ 0 h 27954"/>
                      <a:gd name="connsiteX5" fmla="*/ 14303 w 25143"/>
                      <a:gd name="connsiteY5" fmla="*/ 27955 h 27954"/>
                      <a:gd name="connsiteX6" fmla="*/ 10683 w 25143"/>
                      <a:gd name="connsiteY6" fmla="*/ 27955 h 27954"/>
                      <a:gd name="connsiteX7" fmla="*/ 0 w 25143"/>
                      <a:gd name="connsiteY7" fmla="*/ 0 h 2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3" h="27954">
                        <a:moveTo>
                          <a:pt x="0" y="0"/>
                        </a:moveTo>
                        <a:lnTo>
                          <a:pt x="3508" y="0"/>
                        </a:lnTo>
                        <a:lnTo>
                          <a:pt x="12572" y="23974"/>
                        </a:lnTo>
                        <a:lnTo>
                          <a:pt x="21635" y="0"/>
                        </a:lnTo>
                        <a:lnTo>
                          <a:pt x="25143" y="0"/>
                        </a:lnTo>
                        <a:lnTo>
                          <a:pt x="14303" y="27955"/>
                        </a:lnTo>
                        <a:lnTo>
                          <a:pt x="10683" y="27955"/>
                        </a:lnTo>
                        <a:lnTo>
                          <a:pt x="0" y="0"/>
                        </a:lnTo>
                        <a:close/>
                      </a:path>
                    </a:pathLst>
                  </a:custGeom>
                  <a:solidFill>
                    <a:srgbClr val="010101"/>
                  </a:solidFill>
                  <a:ln w="2249" cap="flat">
                    <a:noFill/>
                    <a:prstDash val="solid"/>
                    <a:miter/>
                  </a:ln>
                </p:spPr>
                <p:txBody>
                  <a:bodyPr rtlCol="0" anchor="ctr"/>
                  <a:lstStyle/>
                  <a:p>
                    <a:endParaRPr lang="en-US"/>
                  </a:p>
                </p:txBody>
              </p:sp>
              <p:sp>
                <p:nvSpPr>
                  <p:cNvPr id="3523" name="Freeform 3522">
                    <a:extLst>
                      <a:ext uri="{FF2B5EF4-FFF2-40B4-BE49-F238E27FC236}">
                        <a16:creationId xmlns:a16="http://schemas.microsoft.com/office/drawing/2014/main" id="{5A3E4EC3-5129-040B-DD44-84ADD1EE3C98}"/>
                      </a:ext>
                    </a:extLst>
                  </p:cNvPr>
                  <p:cNvSpPr/>
                  <p:nvPr/>
                </p:nvSpPr>
                <p:spPr>
                  <a:xfrm>
                    <a:off x="4364393" y="3039705"/>
                    <a:ext cx="25167" cy="29483"/>
                  </a:xfrm>
                  <a:custGeom>
                    <a:avLst/>
                    <a:gdLst>
                      <a:gd name="connsiteX0" fmla="*/ 3509 w 25167"/>
                      <a:gd name="connsiteY0" fmla="*/ 15473 h 29483"/>
                      <a:gd name="connsiteX1" fmla="*/ 4093 w 25167"/>
                      <a:gd name="connsiteY1" fmla="*/ 19768 h 29483"/>
                      <a:gd name="connsiteX2" fmla="*/ 5848 w 25167"/>
                      <a:gd name="connsiteY2" fmla="*/ 23277 h 29483"/>
                      <a:gd name="connsiteX3" fmla="*/ 8794 w 25167"/>
                      <a:gd name="connsiteY3" fmla="*/ 25661 h 29483"/>
                      <a:gd name="connsiteX4" fmla="*/ 12887 w 25167"/>
                      <a:gd name="connsiteY4" fmla="*/ 26560 h 29483"/>
                      <a:gd name="connsiteX5" fmla="*/ 18329 w 25167"/>
                      <a:gd name="connsiteY5" fmla="*/ 24896 h 29483"/>
                      <a:gd name="connsiteX6" fmla="*/ 21343 w 25167"/>
                      <a:gd name="connsiteY6" fmla="*/ 20151 h 29483"/>
                      <a:gd name="connsiteX7" fmla="*/ 24964 w 25167"/>
                      <a:gd name="connsiteY7" fmla="*/ 20151 h 29483"/>
                      <a:gd name="connsiteX8" fmla="*/ 23389 w 25167"/>
                      <a:gd name="connsiteY8" fmla="*/ 23839 h 29483"/>
                      <a:gd name="connsiteX9" fmla="*/ 20960 w 25167"/>
                      <a:gd name="connsiteY9" fmla="*/ 26808 h 29483"/>
                      <a:gd name="connsiteX10" fmla="*/ 17497 w 25167"/>
                      <a:gd name="connsiteY10" fmla="*/ 28787 h 29483"/>
                      <a:gd name="connsiteX11" fmla="*/ 12864 w 25167"/>
                      <a:gd name="connsiteY11" fmla="*/ 29484 h 29483"/>
                      <a:gd name="connsiteX12" fmla="*/ 7084 w 25167"/>
                      <a:gd name="connsiteY12" fmla="*/ 28359 h 29483"/>
                      <a:gd name="connsiteX13" fmla="*/ 3081 w 25167"/>
                      <a:gd name="connsiteY13" fmla="*/ 25256 h 29483"/>
                      <a:gd name="connsiteX14" fmla="*/ 765 w 25167"/>
                      <a:gd name="connsiteY14" fmla="*/ 20623 h 29483"/>
                      <a:gd name="connsiteX15" fmla="*/ 0 w 25167"/>
                      <a:gd name="connsiteY15" fmla="*/ 14866 h 29483"/>
                      <a:gd name="connsiteX16" fmla="*/ 900 w 25167"/>
                      <a:gd name="connsiteY16" fmla="*/ 9086 h 29483"/>
                      <a:gd name="connsiteX17" fmla="*/ 3441 w 25167"/>
                      <a:gd name="connsiteY17" fmla="*/ 4363 h 29483"/>
                      <a:gd name="connsiteX18" fmla="*/ 7467 w 25167"/>
                      <a:gd name="connsiteY18" fmla="*/ 1169 h 29483"/>
                      <a:gd name="connsiteX19" fmla="*/ 12864 w 25167"/>
                      <a:gd name="connsiteY19" fmla="*/ 0 h 29483"/>
                      <a:gd name="connsiteX20" fmla="*/ 21927 w 25167"/>
                      <a:gd name="connsiteY20" fmla="*/ 3958 h 29483"/>
                      <a:gd name="connsiteX21" fmla="*/ 25166 w 25167"/>
                      <a:gd name="connsiteY21" fmla="*/ 15473 h 29483"/>
                      <a:gd name="connsiteX22" fmla="*/ 3463 w 25167"/>
                      <a:gd name="connsiteY22" fmla="*/ 15473 h 29483"/>
                      <a:gd name="connsiteX23" fmla="*/ 21748 w 25167"/>
                      <a:gd name="connsiteY23" fmla="*/ 12774 h 29483"/>
                      <a:gd name="connsiteX24" fmla="*/ 21185 w 25167"/>
                      <a:gd name="connsiteY24" fmla="*/ 8906 h 29483"/>
                      <a:gd name="connsiteX25" fmla="*/ 19521 w 25167"/>
                      <a:gd name="connsiteY25" fmla="*/ 5780 h 29483"/>
                      <a:gd name="connsiteX26" fmla="*/ 16732 w 25167"/>
                      <a:gd name="connsiteY26" fmla="*/ 3666 h 29483"/>
                      <a:gd name="connsiteX27" fmla="*/ 12909 w 25167"/>
                      <a:gd name="connsiteY27" fmla="*/ 2879 h 29483"/>
                      <a:gd name="connsiteX28" fmla="*/ 9108 w 25167"/>
                      <a:gd name="connsiteY28" fmla="*/ 3688 h 29483"/>
                      <a:gd name="connsiteX29" fmla="*/ 6297 w 25167"/>
                      <a:gd name="connsiteY29" fmla="*/ 5847 h 29483"/>
                      <a:gd name="connsiteX30" fmla="*/ 4431 w 25167"/>
                      <a:gd name="connsiteY30" fmla="*/ 8973 h 29483"/>
                      <a:gd name="connsiteX31" fmla="*/ 3509 w 25167"/>
                      <a:gd name="connsiteY31" fmla="*/ 12752 h 29483"/>
                      <a:gd name="connsiteX32" fmla="*/ 21748 w 25167"/>
                      <a:gd name="connsiteY32" fmla="*/ 12752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167" h="29483">
                        <a:moveTo>
                          <a:pt x="3509" y="15473"/>
                        </a:moveTo>
                        <a:cubicBezTo>
                          <a:pt x="3509" y="16980"/>
                          <a:pt x="3711" y="18419"/>
                          <a:pt x="4093" y="19768"/>
                        </a:cubicBezTo>
                        <a:cubicBezTo>
                          <a:pt x="4498" y="21118"/>
                          <a:pt x="5083" y="22287"/>
                          <a:pt x="5848" y="23277"/>
                        </a:cubicBezTo>
                        <a:cubicBezTo>
                          <a:pt x="6612" y="24266"/>
                          <a:pt x="7601" y="25053"/>
                          <a:pt x="8794" y="25661"/>
                        </a:cubicBezTo>
                        <a:cubicBezTo>
                          <a:pt x="9986" y="26245"/>
                          <a:pt x="11357" y="26560"/>
                          <a:pt x="12887" y="26560"/>
                        </a:cubicBezTo>
                        <a:cubicBezTo>
                          <a:pt x="15001" y="26560"/>
                          <a:pt x="16822" y="25998"/>
                          <a:pt x="18329" y="24896"/>
                        </a:cubicBezTo>
                        <a:cubicBezTo>
                          <a:pt x="19836" y="23772"/>
                          <a:pt x="20848" y="22197"/>
                          <a:pt x="21343" y="20151"/>
                        </a:cubicBezTo>
                        <a:lnTo>
                          <a:pt x="24964" y="20151"/>
                        </a:lnTo>
                        <a:cubicBezTo>
                          <a:pt x="24559" y="21478"/>
                          <a:pt x="24042" y="22714"/>
                          <a:pt x="23389" y="23839"/>
                        </a:cubicBezTo>
                        <a:cubicBezTo>
                          <a:pt x="22737" y="24963"/>
                          <a:pt x="21927" y="25953"/>
                          <a:pt x="20960" y="26808"/>
                        </a:cubicBezTo>
                        <a:cubicBezTo>
                          <a:pt x="19993" y="27662"/>
                          <a:pt x="18846" y="28314"/>
                          <a:pt x="17497" y="28787"/>
                        </a:cubicBezTo>
                        <a:cubicBezTo>
                          <a:pt x="16170" y="29259"/>
                          <a:pt x="14618" y="29484"/>
                          <a:pt x="12864" y="29484"/>
                        </a:cubicBezTo>
                        <a:cubicBezTo>
                          <a:pt x="10638" y="29484"/>
                          <a:pt x="8703" y="29102"/>
                          <a:pt x="7084" y="28359"/>
                        </a:cubicBezTo>
                        <a:cubicBezTo>
                          <a:pt x="5465" y="27595"/>
                          <a:pt x="4138" y="26560"/>
                          <a:pt x="3081" y="25256"/>
                        </a:cubicBezTo>
                        <a:cubicBezTo>
                          <a:pt x="2047" y="23951"/>
                          <a:pt x="1260" y="22400"/>
                          <a:pt x="765" y="20623"/>
                        </a:cubicBezTo>
                        <a:cubicBezTo>
                          <a:pt x="270" y="18846"/>
                          <a:pt x="0" y="16935"/>
                          <a:pt x="0" y="14866"/>
                        </a:cubicBezTo>
                        <a:cubicBezTo>
                          <a:pt x="0" y="12797"/>
                          <a:pt x="292" y="10885"/>
                          <a:pt x="900" y="9086"/>
                        </a:cubicBezTo>
                        <a:cubicBezTo>
                          <a:pt x="1484" y="7287"/>
                          <a:pt x="2339" y="5712"/>
                          <a:pt x="3441" y="4363"/>
                        </a:cubicBezTo>
                        <a:cubicBezTo>
                          <a:pt x="4543" y="3014"/>
                          <a:pt x="5870" y="1957"/>
                          <a:pt x="7467" y="1169"/>
                        </a:cubicBezTo>
                        <a:cubicBezTo>
                          <a:pt x="9041" y="405"/>
                          <a:pt x="10840" y="0"/>
                          <a:pt x="12864" y="0"/>
                        </a:cubicBezTo>
                        <a:cubicBezTo>
                          <a:pt x="16710" y="0"/>
                          <a:pt x="19746" y="1327"/>
                          <a:pt x="21927" y="3958"/>
                        </a:cubicBezTo>
                        <a:cubicBezTo>
                          <a:pt x="24132" y="6612"/>
                          <a:pt x="25211" y="10435"/>
                          <a:pt x="25166" y="15473"/>
                        </a:cubicBezTo>
                        <a:lnTo>
                          <a:pt x="3463" y="15473"/>
                        </a:lnTo>
                        <a:close/>
                        <a:moveTo>
                          <a:pt x="21748" y="12774"/>
                        </a:moveTo>
                        <a:cubicBezTo>
                          <a:pt x="21748" y="11402"/>
                          <a:pt x="21568" y="10120"/>
                          <a:pt x="21185" y="8906"/>
                        </a:cubicBezTo>
                        <a:cubicBezTo>
                          <a:pt x="20803" y="7691"/>
                          <a:pt x="20241" y="6657"/>
                          <a:pt x="19521" y="5780"/>
                        </a:cubicBezTo>
                        <a:cubicBezTo>
                          <a:pt x="18779" y="4903"/>
                          <a:pt x="17857" y="4206"/>
                          <a:pt x="16732" y="3666"/>
                        </a:cubicBezTo>
                        <a:cubicBezTo>
                          <a:pt x="15608" y="3149"/>
                          <a:pt x="14348" y="2879"/>
                          <a:pt x="12909" y="2879"/>
                        </a:cubicBezTo>
                        <a:cubicBezTo>
                          <a:pt x="11470" y="2879"/>
                          <a:pt x="10210" y="3149"/>
                          <a:pt x="9108" y="3688"/>
                        </a:cubicBezTo>
                        <a:cubicBezTo>
                          <a:pt x="8006" y="4228"/>
                          <a:pt x="7084" y="4948"/>
                          <a:pt x="6297" y="5847"/>
                        </a:cubicBezTo>
                        <a:cubicBezTo>
                          <a:pt x="5533" y="6747"/>
                          <a:pt x="4903" y="7781"/>
                          <a:pt x="4431" y="8973"/>
                        </a:cubicBezTo>
                        <a:cubicBezTo>
                          <a:pt x="3958" y="10165"/>
                          <a:pt x="3666" y="11425"/>
                          <a:pt x="3509" y="12752"/>
                        </a:cubicBezTo>
                        <a:lnTo>
                          <a:pt x="21748" y="12752"/>
                        </a:lnTo>
                        <a:close/>
                      </a:path>
                    </a:pathLst>
                  </a:custGeom>
                  <a:solidFill>
                    <a:srgbClr val="010101"/>
                  </a:solidFill>
                  <a:ln w="2249" cap="flat">
                    <a:noFill/>
                    <a:prstDash val="solid"/>
                    <a:miter/>
                  </a:ln>
                </p:spPr>
                <p:txBody>
                  <a:bodyPr rtlCol="0" anchor="ctr"/>
                  <a:lstStyle/>
                  <a:p>
                    <a:endParaRPr lang="en-US"/>
                  </a:p>
                </p:txBody>
              </p:sp>
              <p:sp>
                <p:nvSpPr>
                  <p:cNvPr id="3524" name="Freeform 3523">
                    <a:extLst>
                      <a:ext uri="{FF2B5EF4-FFF2-40B4-BE49-F238E27FC236}">
                        <a16:creationId xmlns:a16="http://schemas.microsoft.com/office/drawing/2014/main" id="{1DBB86A4-875C-14E5-B19E-6D9FB0FBC80A}"/>
                      </a:ext>
                    </a:extLst>
                  </p:cNvPr>
                  <p:cNvSpPr/>
                  <p:nvPr/>
                </p:nvSpPr>
                <p:spPr>
                  <a:xfrm>
                    <a:off x="4396396" y="3029540"/>
                    <a:ext cx="3238" cy="38861"/>
                  </a:xfrm>
                  <a:custGeom>
                    <a:avLst/>
                    <a:gdLst>
                      <a:gd name="connsiteX0" fmla="*/ 0 w 3238"/>
                      <a:gd name="connsiteY0" fmla="*/ 38862 h 38861"/>
                      <a:gd name="connsiteX1" fmla="*/ 0 w 3238"/>
                      <a:gd name="connsiteY1" fmla="*/ 0 h 38861"/>
                      <a:gd name="connsiteX2" fmla="*/ 3238 w 3238"/>
                      <a:gd name="connsiteY2" fmla="*/ 0 h 38861"/>
                      <a:gd name="connsiteX3" fmla="*/ 3238 w 3238"/>
                      <a:gd name="connsiteY3" fmla="*/ 38862 h 38861"/>
                      <a:gd name="connsiteX4" fmla="*/ 0 w 3238"/>
                      <a:gd name="connsiteY4" fmla="*/ 38862 h 38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 h="38861">
                        <a:moveTo>
                          <a:pt x="0" y="38862"/>
                        </a:moveTo>
                        <a:lnTo>
                          <a:pt x="0" y="0"/>
                        </a:lnTo>
                        <a:lnTo>
                          <a:pt x="3238" y="0"/>
                        </a:lnTo>
                        <a:lnTo>
                          <a:pt x="3238" y="38862"/>
                        </a:lnTo>
                        <a:lnTo>
                          <a:pt x="0" y="38862"/>
                        </a:lnTo>
                        <a:close/>
                      </a:path>
                    </a:pathLst>
                  </a:custGeom>
                  <a:solidFill>
                    <a:srgbClr val="010101"/>
                  </a:solidFill>
                  <a:ln w="2249" cap="flat">
                    <a:noFill/>
                    <a:prstDash val="solid"/>
                    <a:miter/>
                  </a:ln>
                </p:spPr>
                <p:txBody>
                  <a:bodyPr rtlCol="0" anchor="ctr"/>
                  <a:lstStyle/>
                  <a:p>
                    <a:endParaRPr lang="en-US"/>
                  </a:p>
                </p:txBody>
              </p:sp>
            </p:grpSp>
            <p:sp>
              <p:nvSpPr>
                <p:cNvPr id="31" name="Freeform 30">
                  <a:extLst>
                    <a:ext uri="{FF2B5EF4-FFF2-40B4-BE49-F238E27FC236}">
                      <a16:creationId xmlns:a16="http://schemas.microsoft.com/office/drawing/2014/main" id="{83223F30-BDFF-7067-015B-CBB598092837}"/>
                    </a:ext>
                  </a:extLst>
                </p:cNvPr>
                <p:cNvSpPr/>
                <p:nvPr/>
              </p:nvSpPr>
              <p:spPr>
                <a:xfrm>
                  <a:off x="2312521" y="3300953"/>
                  <a:ext cx="8416" cy="2909778"/>
                </a:xfrm>
                <a:custGeom>
                  <a:avLst/>
                  <a:gdLst>
                    <a:gd name="connsiteX0" fmla="*/ 0 w 2248"/>
                    <a:gd name="connsiteY0" fmla="*/ 777240 h 777239"/>
                    <a:gd name="connsiteX1" fmla="*/ 0 w 2248"/>
                    <a:gd name="connsiteY1" fmla="*/ 0 h 777239"/>
                  </a:gdLst>
                  <a:ahLst/>
                  <a:cxnLst>
                    <a:cxn ang="0">
                      <a:pos x="connsiteX0" y="connsiteY0"/>
                    </a:cxn>
                    <a:cxn ang="0">
                      <a:pos x="connsiteX1" y="connsiteY1"/>
                    </a:cxn>
                  </a:cxnLst>
                  <a:rect l="l" t="t" r="r" b="b"/>
                  <a:pathLst>
                    <a:path w="2248" h="777239">
                      <a:moveTo>
                        <a:pt x="0" y="777240"/>
                      </a:moveTo>
                      <a:lnTo>
                        <a:pt x="0" y="0"/>
                      </a:lnTo>
                    </a:path>
                  </a:pathLst>
                </a:custGeom>
                <a:ln w="4498" cap="sq">
                  <a:solidFill>
                    <a:srgbClr val="231F20"/>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8AED55DE-733F-8270-9A6F-237F5B2E0E17}"/>
                    </a:ext>
                  </a:extLst>
                </p:cNvPr>
                <p:cNvSpPr/>
                <p:nvPr/>
              </p:nvSpPr>
              <p:spPr>
                <a:xfrm>
                  <a:off x="2312521" y="5044886"/>
                  <a:ext cx="40077" cy="8416"/>
                </a:xfrm>
                <a:custGeom>
                  <a:avLst/>
                  <a:gdLst>
                    <a:gd name="connsiteX0" fmla="*/ 0 w 10705"/>
                    <a:gd name="connsiteY0" fmla="*/ 0 h 2248"/>
                    <a:gd name="connsiteX1" fmla="*/ 10705 w 10705"/>
                    <a:gd name="connsiteY1" fmla="*/ 0 h 2248"/>
                  </a:gdLst>
                  <a:ahLst/>
                  <a:cxnLst>
                    <a:cxn ang="0">
                      <a:pos x="connsiteX0" y="connsiteY0"/>
                    </a:cxn>
                    <a:cxn ang="0">
                      <a:pos x="connsiteX1" y="connsiteY1"/>
                    </a:cxn>
                  </a:cxnLst>
                  <a:rect l="l" t="t" r="r" b="b"/>
                  <a:pathLst>
                    <a:path w="10705" h="2248">
                      <a:moveTo>
                        <a:pt x="0" y="0"/>
                      </a:moveTo>
                      <a:lnTo>
                        <a:pt x="10705" y="0"/>
                      </a:lnTo>
                    </a:path>
                  </a:pathLst>
                </a:custGeom>
                <a:ln w="4498" cap="sq">
                  <a:solidFill>
                    <a:srgbClr val="262626"/>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74234407-5C10-6B2D-CC4D-364BA691F0FC}"/>
                    </a:ext>
                  </a:extLst>
                </p:cNvPr>
                <p:cNvSpPr/>
                <p:nvPr/>
              </p:nvSpPr>
              <p:spPr>
                <a:xfrm>
                  <a:off x="2312521" y="3882153"/>
                  <a:ext cx="40077" cy="8416"/>
                </a:xfrm>
                <a:custGeom>
                  <a:avLst/>
                  <a:gdLst>
                    <a:gd name="connsiteX0" fmla="*/ 0 w 10705"/>
                    <a:gd name="connsiteY0" fmla="*/ 0 h 2248"/>
                    <a:gd name="connsiteX1" fmla="*/ 10705 w 10705"/>
                    <a:gd name="connsiteY1" fmla="*/ 0 h 2248"/>
                  </a:gdLst>
                  <a:ahLst/>
                  <a:cxnLst>
                    <a:cxn ang="0">
                      <a:pos x="connsiteX0" y="connsiteY0"/>
                    </a:cxn>
                    <a:cxn ang="0">
                      <a:pos x="connsiteX1" y="connsiteY1"/>
                    </a:cxn>
                  </a:cxnLst>
                  <a:rect l="l" t="t" r="r" b="b"/>
                  <a:pathLst>
                    <a:path w="10705" h="2248">
                      <a:moveTo>
                        <a:pt x="0" y="0"/>
                      </a:moveTo>
                      <a:lnTo>
                        <a:pt x="10705" y="0"/>
                      </a:lnTo>
                    </a:path>
                  </a:pathLst>
                </a:custGeom>
                <a:ln w="4498" cap="sq">
                  <a:solidFill>
                    <a:srgbClr val="262626"/>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BA39E3AF-3EB5-65FD-1D9E-AD555BF17F91}"/>
                    </a:ext>
                  </a:extLst>
                </p:cNvPr>
                <p:cNvSpPr/>
                <p:nvPr/>
              </p:nvSpPr>
              <p:spPr>
                <a:xfrm>
                  <a:off x="2133608" y="6092776"/>
                  <a:ext cx="96487" cy="145321"/>
                </a:xfrm>
                <a:custGeom>
                  <a:avLst/>
                  <a:gdLst>
                    <a:gd name="connsiteX0" fmla="*/ 12932 w 25773"/>
                    <a:gd name="connsiteY0" fmla="*/ 0 h 38817"/>
                    <a:gd name="connsiteX1" fmla="*/ 17789 w 25773"/>
                    <a:gd name="connsiteY1" fmla="*/ 832 h 38817"/>
                    <a:gd name="connsiteX2" fmla="*/ 21275 w 25773"/>
                    <a:gd name="connsiteY2" fmla="*/ 3126 h 38817"/>
                    <a:gd name="connsiteX3" fmla="*/ 23592 w 25773"/>
                    <a:gd name="connsiteY3" fmla="*/ 6522 h 38817"/>
                    <a:gd name="connsiteX4" fmla="*/ 24964 w 25773"/>
                    <a:gd name="connsiteY4" fmla="*/ 10660 h 38817"/>
                    <a:gd name="connsiteX5" fmla="*/ 25616 w 25773"/>
                    <a:gd name="connsiteY5" fmla="*/ 15158 h 38817"/>
                    <a:gd name="connsiteX6" fmla="*/ 25773 w 25773"/>
                    <a:gd name="connsiteY6" fmla="*/ 19701 h 38817"/>
                    <a:gd name="connsiteX7" fmla="*/ 25234 w 25773"/>
                    <a:gd name="connsiteY7" fmla="*/ 26943 h 38817"/>
                    <a:gd name="connsiteX8" fmla="*/ 23254 w 25773"/>
                    <a:gd name="connsiteY8" fmla="*/ 33037 h 38817"/>
                    <a:gd name="connsiteX9" fmla="*/ 19341 w 25773"/>
                    <a:gd name="connsiteY9" fmla="*/ 37243 h 38817"/>
                    <a:gd name="connsiteX10" fmla="*/ 12909 w 25773"/>
                    <a:gd name="connsiteY10" fmla="*/ 38817 h 38817"/>
                    <a:gd name="connsiteX11" fmla="*/ 6454 w 25773"/>
                    <a:gd name="connsiteY11" fmla="*/ 37243 h 38817"/>
                    <a:gd name="connsiteX12" fmla="*/ 2519 w 25773"/>
                    <a:gd name="connsiteY12" fmla="*/ 33015 h 38817"/>
                    <a:gd name="connsiteX13" fmla="*/ 540 w 25773"/>
                    <a:gd name="connsiteY13" fmla="*/ 26808 h 38817"/>
                    <a:gd name="connsiteX14" fmla="*/ 0 w 25773"/>
                    <a:gd name="connsiteY14" fmla="*/ 19341 h 38817"/>
                    <a:gd name="connsiteX15" fmla="*/ 495 w 25773"/>
                    <a:gd name="connsiteY15" fmla="*/ 12279 h 38817"/>
                    <a:gd name="connsiteX16" fmla="*/ 2362 w 25773"/>
                    <a:gd name="connsiteY16" fmla="*/ 6095 h 38817"/>
                    <a:gd name="connsiteX17" fmla="*/ 6275 w 25773"/>
                    <a:gd name="connsiteY17" fmla="*/ 1687 h 38817"/>
                    <a:gd name="connsiteX18" fmla="*/ 12909 w 25773"/>
                    <a:gd name="connsiteY18" fmla="*/ 23 h 38817"/>
                    <a:gd name="connsiteX19" fmla="*/ 22310 w 25773"/>
                    <a:gd name="connsiteY19" fmla="*/ 19319 h 38817"/>
                    <a:gd name="connsiteX20" fmla="*/ 21950 w 25773"/>
                    <a:gd name="connsiteY20" fmla="*/ 13291 h 38817"/>
                    <a:gd name="connsiteX21" fmla="*/ 20578 w 25773"/>
                    <a:gd name="connsiteY21" fmla="*/ 8029 h 38817"/>
                    <a:gd name="connsiteX22" fmla="*/ 17699 w 25773"/>
                    <a:gd name="connsiteY22" fmla="*/ 4296 h 38817"/>
                    <a:gd name="connsiteX23" fmla="*/ 12819 w 25773"/>
                    <a:gd name="connsiteY23" fmla="*/ 2901 h 38817"/>
                    <a:gd name="connsiteX24" fmla="*/ 8141 w 25773"/>
                    <a:gd name="connsiteY24" fmla="*/ 4340 h 38817"/>
                    <a:gd name="connsiteX25" fmla="*/ 5308 w 25773"/>
                    <a:gd name="connsiteY25" fmla="*/ 8141 h 38817"/>
                    <a:gd name="connsiteX26" fmla="*/ 3868 w 25773"/>
                    <a:gd name="connsiteY26" fmla="*/ 13539 h 38817"/>
                    <a:gd name="connsiteX27" fmla="*/ 3463 w 25773"/>
                    <a:gd name="connsiteY27" fmla="*/ 19701 h 38817"/>
                    <a:gd name="connsiteX28" fmla="*/ 3913 w 25773"/>
                    <a:gd name="connsiteY28" fmla="*/ 26358 h 38817"/>
                    <a:gd name="connsiteX29" fmla="*/ 5443 w 25773"/>
                    <a:gd name="connsiteY29" fmla="*/ 31463 h 38817"/>
                    <a:gd name="connsiteX30" fmla="*/ 8321 w 25773"/>
                    <a:gd name="connsiteY30" fmla="*/ 34724 h 38817"/>
                    <a:gd name="connsiteX31" fmla="*/ 12886 w 25773"/>
                    <a:gd name="connsiteY31" fmla="*/ 35893 h 38817"/>
                    <a:gd name="connsiteX32" fmla="*/ 17834 w 25773"/>
                    <a:gd name="connsiteY32" fmla="*/ 34387 h 38817"/>
                    <a:gd name="connsiteX33" fmla="*/ 20668 w 25773"/>
                    <a:gd name="connsiteY33" fmla="*/ 30496 h 38817"/>
                    <a:gd name="connsiteX34" fmla="*/ 21972 w 25773"/>
                    <a:gd name="connsiteY34" fmla="*/ 25143 h 38817"/>
                    <a:gd name="connsiteX35" fmla="*/ 22287 w 25773"/>
                    <a:gd name="connsiteY35" fmla="*/ 19319 h 3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773" h="38817">
                      <a:moveTo>
                        <a:pt x="12932" y="0"/>
                      </a:moveTo>
                      <a:cubicBezTo>
                        <a:pt x="14798" y="0"/>
                        <a:pt x="16418" y="270"/>
                        <a:pt x="17789" y="832"/>
                      </a:cubicBezTo>
                      <a:cubicBezTo>
                        <a:pt x="19161" y="1394"/>
                        <a:pt x="20308" y="2159"/>
                        <a:pt x="21275" y="3126"/>
                      </a:cubicBezTo>
                      <a:cubicBezTo>
                        <a:pt x="22220" y="4093"/>
                        <a:pt x="23007" y="5240"/>
                        <a:pt x="23592" y="6522"/>
                      </a:cubicBezTo>
                      <a:cubicBezTo>
                        <a:pt x="24176" y="7826"/>
                        <a:pt x="24649" y="9198"/>
                        <a:pt x="24964" y="10660"/>
                      </a:cubicBezTo>
                      <a:cubicBezTo>
                        <a:pt x="25278" y="12122"/>
                        <a:pt x="25503" y="13629"/>
                        <a:pt x="25616" y="15158"/>
                      </a:cubicBezTo>
                      <a:cubicBezTo>
                        <a:pt x="25728" y="16687"/>
                        <a:pt x="25773" y="18217"/>
                        <a:pt x="25773" y="19701"/>
                      </a:cubicBezTo>
                      <a:cubicBezTo>
                        <a:pt x="25773" y="22220"/>
                        <a:pt x="25593" y="24626"/>
                        <a:pt x="25234" y="26943"/>
                      </a:cubicBezTo>
                      <a:cubicBezTo>
                        <a:pt x="24874" y="29236"/>
                        <a:pt x="24221" y="31283"/>
                        <a:pt x="23254" y="33037"/>
                      </a:cubicBezTo>
                      <a:cubicBezTo>
                        <a:pt x="22310" y="34791"/>
                        <a:pt x="21005" y="36208"/>
                        <a:pt x="19341" y="37243"/>
                      </a:cubicBezTo>
                      <a:cubicBezTo>
                        <a:pt x="17677" y="38277"/>
                        <a:pt x="15540" y="38817"/>
                        <a:pt x="12909" y="38817"/>
                      </a:cubicBezTo>
                      <a:cubicBezTo>
                        <a:pt x="10278" y="38817"/>
                        <a:pt x="8141" y="38300"/>
                        <a:pt x="6454" y="37243"/>
                      </a:cubicBezTo>
                      <a:cubicBezTo>
                        <a:pt x="4790" y="36208"/>
                        <a:pt x="3463" y="34791"/>
                        <a:pt x="2519" y="33015"/>
                      </a:cubicBezTo>
                      <a:cubicBezTo>
                        <a:pt x="1574" y="31238"/>
                        <a:pt x="900" y="29169"/>
                        <a:pt x="540" y="26808"/>
                      </a:cubicBezTo>
                      <a:cubicBezTo>
                        <a:pt x="180" y="24446"/>
                        <a:pt x="0" y="21950"/>
                        <a:pt x="0" y="19341"/>
                      </a:cubicBezTo>
                      <a:cubicBezTo>
                        <a:pt x="0" y="16935"/>
                        <a:pt x="158" y="14573"/>
                        <a:pt x="495" y="12279"/>
                      </a:cubicBezTo>
                      <a:cubicBezTo>
                        <a:pt x="810" y="9985"/>
                        <a:pt x="1439" y="7916"/>
                        <a:pt x="2362" y="6095"/>
                      </a:cubicBezTo>
                      <a:cubicBezTo>
                        <a:pt x="3284" y="4273"/>
                        <a:pt x="4588" y="2811"/>
                        <a:pt x="6275" y="1687"/>
                      </a:cubicBezTo>
                      <a:cubicBezTo>
                        <a:pt x="7961" y="562"/>
                        <a:pt x="10188" y="23"/>
                        <a:pt x="12909" y="23"/>
                      </a:cubicBezTo>
                      <a:close/>
                      <a:moveTo>
                        <a:pt x="22310" y="19319"/>
                      </a:moveTo>
                      <a:cubicBezTo>
                        <a:pt x="22310" y="17272"/>
                        <a:pt x="22197" y="15270"/>
                        <a:pt x="21950" y="13291"/>
                      </a:cubicBezTo>
                      <a:cubicBezTo>
                        <a:pt x="21703" y="11312"/>
                        <a:pt x="21253" y="9581"/>
                        <a:pt x="20578" y="8029"/>
                      </a:cubicBezTo>
                      <a:cubicBezTo>
                        <a:pt x="19904" y="6477"/>
                        <a:pt x="18936" y="5240"/>
                        <a:pt x="17699" y="4296"/>
                      </a:cubicBezTo>
                      <a:cubicBezTo>
                        <a:pt x="16463" y="3351"/>
                        <a:pt x="14821" y="2901"/>
                        <a:pt x="12819" y="2901"/>
                      </a:cubicBezTo>
                      <a:cubicBezTo>
                        <a:pt x="10908" y="2901"/>
                        <a:pt x="9356" y="3373"/>
                        <a:pt x="8141" y="4340"/>
                      </a:cubicBezTo>
                      <a:cubicBezTo>
                        <a:pt x="6927" y="5308"/>
                        <a:pt x="5982" y="6567"/>
                        <a:pt x="5308" y="8141"/>
                      </a:cubicBezTo>
                      <a:cubicBezTo>
                        <a:pt x="4633" y="9716"/>
                        <a:pt x="4138" y="11515"/>
                        <a:pt x="3868" y="13539"/>
                      </a:cubicBezTo>
                      <a:cubicBezTo>
                        <a:pt x="3599" y="15563"/>
                        <a:pt x="3463" y="17609"/>
                        <a:pt x="3463" y="19701"/>
                      </a:cubicBezTo>
                      <a:cubicBezTo>
                        <a:pt x="3463" y="22152"/>
                        <a:pt x="3621" y="24379"/>
                        <a:pt x="3913" y="26358"/>
                      </a:cubicBezTo>
                      <a:cubicBezTo>
                        <a:pt x="4228" y="28359"/>
                        <a:pt x="4723" y="30046"/>
                        <a:pt x="5443" y="31463"/>
                      </a:cubicBezTo>
                      <a:cubicBezTo>
                        <a:pt x="6162" y="32857"/>
                        <a:pt x="7129" y="33959"/>
                        <a:pt x="8321" y="34724"/>
                      </a:cubicBezTo>
                      <a:cubicBezTo>
                        <a:pt x="9536" y="35489"/>
                        <a:pt x="11042" y="35893"/>
                        <a:pt x="12886" y="35893"/>
                      </a:cubicBezTo>
                      <a:cubicBezTo>
                        <a:pt x="14933" y="35893"/>
                        <a:pt x="16575" y="35399"/>
                        <a:pt x="17834" y="34387"/>
                      </a:cubicBezTo>
                      <a:cubicBezTo>
                        <a:pt x="19071" y="33375"/>
                        <a:pt x="20016" y="32093"/>
                        <a:pt x="20668" y="30496"/>
                      </a:cubicBezTo>
                      <a:cubicBezTo>
                        <a:pt x="21320" y="28899"/>
                        <a:pt x="21748" y="27122"/>
                        <a:pt x="21972" y="25143"/>
                      </a:cubicBezTo>
                      <a:cubicBezTo>
                        <a:pt x="22197" y="23164"/>
                        <a:pt x="22287" y="21230"/>
                        <a:pt x="22287" y="19319"/>
                      </a:cubicBezTo>
                      <a:close/>
                    </a:path>
                  </a:pathLst>
                </a:custGeom>
                <a:solidFill>
                  <a:srgbClr val="231F20"/>
                </a:solidFill>
                <a:ln w="2249" cap="flat">
                  <a:noFill/>
                  <a:prstDash val="solid"/>
                  <a:miter/>
                </a:ln>
              </p:spPr>
              <p:txBody>
                <a:bodyPr rtlCol="0" anchor="ctr"/>
                <a:lstStyle/>
                <a:p>
                  <a:endParaRPr lang="en-US"/>
                </a:p>
              </p:txBody>
            </p:sp>
            <p:grpSp>
              <p:nvGrpSpPr>
                <p:cNvPr id="35" name="Graphic 4479">
                  <a:extLst>
                    <a:ext uri="{FF2B5EF4-FFF2-40B4-BE49-F238E27FC236}">
                      <a16:creationId xmlns:a16="http://schemas.microsoft.com/office/drawing/2014/main" id="{C2D7FE34-392D-2580-10A1-97507A67AE31}"/>
                    </a:ext>
                  </a:extLst>
                </p:cNvPr>
                <p:cNvGrpSpPr/>
                <p:nvPr/>
              </p:nvGrpSpPr>
              <p:grpSpPr>
                <a:xfrm>
                  <a:off x="1931622" y="4992683"/>
                  <a:ext cx="263024" cy="145321"/>
                  <a:chOff x="3465709" y="2663679"/>
                  <a:chExt cx="70257" cy="38817"/>
                </a:xfrm>
                <a:solidFill>
                  <a:srgbClr val="231F20"/>
                </a:solidFill>
              </p:grpSpPr>
              <p:sp>
                <p:nvSpPr>
                  <p:cNvPr id="3517" name="Freeform 3516">
                    <a:extLst>
                      <a:ext uri="{FF2B5EF4-FFF2-40B4-BE49-F238E27FC236}">
                        <a16:creationId xmlns:a16="http://schemas.microsoft.com/office/drawing/2014/main" id="{FB8C4DAA-A953-941D-7FDA-93716ECCFC9D}"/>
                      </a:ext>
                    </a:extLst>
                  </p:cNvPr>
                  <p:cNvSpPr/>
                  <p:nvPr/>
                </p:nvSpPr>
                <p:spPr>
                  <a:xfrm>
                    <a:off x="3465709" y="2663679"/>
                    <a:ext cx="25773" cy="38817"/>
                  </a:xfrm>
                  <a:custGeom>
                    <a:avLst/>
                    <a:gdLst>
                      <a:gd name="connsiteX0" fmla="*/ 12932 w 25773"/>
                      <a:gd name="connsiteY0" fmla="*/ 0 h 38817"/>
                      <a:gd name="connsiteX1" fmla="*/ 17789 w 25773"/>
                      <a:gd name="connsiteY1" fmla="*/ 832 h 38817"/>
                      <a:gd name="connsiteX2" fmla="*/ 21275 w 25773"/>
                      <a:gd name="connsiteY2" fmla="*/ 3126 h 38817"/>
                      <a:gd name="connsiteX3" fmla="*/ 23592 w 25773"/>
                      <a:gd name="connsiteY3" fmla="*/ 6522 h 38817"/>
                      <a:gd name="connsiteX4" fmla="*/ 24963 w 25773"/>
                      <a:gd name="connsiteY4" fmla="*/ 10660 h 38817"/>
                      <a:gd name="connsiteX5" fmla="*/ 25616 w 25773"/>
                      <a:gd name="connsiteY5" fmla="*/ 15158 h 38817"/>
                      <a:gd name="connsiteX6" fmla="*/ 25773 w 25773"/>
                      <a:gd name="connsiteY6" fmla="*/ 19701 h 38817"/>
                      <a:gd name="connsiteX7" fmla="*/ 25233 w 25773"/>
                      <a:gd name="connsiteY7" fmla="*/ 26943 h 38817"/>
                      <a:gd name="connsiteX8" fmla="*/ 23254 w 25773"/>
                      <a:gd name="connsiteY8" fmla="*/ 33037 h 38817"/>
                      <a:gd name="connsiteX9" fmla="*/ 19341 w 25773"/>
                      <a:gd name="connsiteY9" fmla="*/ 37243 h 38817"/>
                      <a:gd name="connsiteX10" fmla="*/ 12909 w 25773"/>
                      <a:gd name="connsiteY10" fmla="*/ 38817 h 38817"/>
                      <a:gd name="connsiteX11" fmla="*/ 6454 w 25773"/>
                      <a:gd name="connsiteY11" fmla="*/ 37243 h 38817"/>
                      <a:gd name="connsiteX12" fmla="*/ 2519 w 25773"/>
                      <a:gd name="connsiteY12" fmla="*/ 33015 h 38817"/>
                      <a:gd name="connsiteX13" fmla="*/ 540 w 25773"/>
                      <a:gd name="connsiteY13" fmla="*/ 26808 h 38817"/>
                      <a:gd name="connsiteX14" fmla="*/ 0 w 25773"/>
                      <a:gd name="connsiteY14" fmla="*/ 19341 h 38817"/>
                      <a:gd name="connsiteX15" fmla="*/ 495 w 25773"/>
                      <a:gd name="connsiteY15" fmla="*/ 12279 h 38817"/>
                      <a:gd name="connsiteX16" fmla="*/ 2362 w 25773"/>
                      <a:gd name="connsiteY16" fmla="*/ 6095 h 38817"/>
                      <a:gd name="connsiteX17" fmla="*/ 6275 w 25773"/>
                      <a:gd name="connsiteY17" fmla="*/ 1687 h 38817"/>
                      <a:gd name="connsiteX18" fmla="*/ 12909 w 25773"/>
                      <a:gd name="connsiteY18" fmla="*/ 23 h 38817"/>
                      <a:gd name="connsiteX19" fmla="*/ 22332 w 25773"/>
                      <a:gd name="connsiteY19" fmla="*/ 19319 h 38817"/>
                      <a:gd name="connsiteX20" fmla="*/ 21972 w 25773"/>
                      <a:gd name="connsiteY20" fmla="*/ 13291 h 38817"/>
                      <a:gd name="connsiteX21" fmla="*/ 20601 w 25773"/>
                      <a:gd name="connsiteY21" fmla="*/ 8029 h 38817"/>
                      <a:gd name="connsiteX22" fmla="*/ 17722 w 25773"/>
                      <a:gd name="connsiteY22" fmla="*/ 4296 h 38817"/>
                      <a:gd name="connsiteX23" fmla="*/ 12842 w 25773"/>
                      <a:gd name="connsiteY23" fmla="*/ 2901 h 38817"/>
                      <a:gd name="connsiteX24" fmla="*/ 8164 w 25773"/>
                      <a:gd name="connsiteY24" fmla="*/ 4341 h 38817"/>
                      <a:gd name="connsiteX25" fmla="*/ 5330 w 25773"/>
                      <a:gd name="connsiteY25" fmla="*/ 8141 h 38817"/>
                      <a:gd name="connsiteX26" fmla="*/ 3891 w 25773"/>
                      <a:gd name="connsiteY26" fmla="*/ 13539 h 38817"/>
                      <a:gd name="connsiteX27" fmla="*/ 3486 w 25773"/>
                      <a:gd name="connsiteY27" fmla="*/ 19701 h 38817"/>
                      <a:gd name="connsiteX28" fmla="*/ 3936 w 25773"/>
                      <a:gd name="connsiteY28" fmla="*/ 26358 h 38817"/>
                      <a:gd name="connsiteX29" fmla="*/ 5465 w 25773"/>
                      <a:gd name="connsiteY29" fmla="*/ 31463 h 38817"/>
                      <a:gd name="connsiteX30" fmla="*/ 8344 w 25773"/>
                      <a:gd name="connsiteY30" fmla="*/ 34724 h 38817"/>
                      <a:gd name="connsiteX31" fmla="*/ 12909 w 25773"/>
                      <a:gd name="connsiteY31" fmla="*/ 35893 h 38817"/>
                      <a:gd name="connsiteX32" fmla="*/ 17857 w 25773"/>
                      <a:gd name="connsiteY32" fmla="*/ 34387 h 38817"/>
                      <a:gd name="connsiteX33" fmla="*/ 20691 w 25773"/>
                      <a:gd name="connsiteY33" fmla="*/ 30496 h 38817"/>
                      <a:gd name="connsiteX34" fmla="*/ 21995 w 25773"/>
                      <a:gd name="connsiteY34" fmla="*/ 25143 h 38817"/>
                      <a:gd name="connsiteX35" fmla="*/ 22310 w 25773"/>
                      <a:gd name="connsiteY35" fmla="*/ 19319 h 3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773" h="38817">
                        <a:moveTo>
                          <a:pt x="12932" y="0"/>
                        </a:moveTo>
                        <a:cubicBezTo>
                          <a:pt x="14798" y="0"/>
                          <a:pt x="16418" y="270"/>
                          <a:pt x="17789" y="832"/>
                        </a:cubicBezTo>
                        <a:cubicBezTo>
                          <a:pt x="19161" y="1394"/>
                          <a:pt x="20308" y="2159"/>
                          <a:pt x="21275" y="3126"/>
                        </a:cubicBezTo>
                        <a:cubicBezTo>
                          <a:pt x="22220" y="4093"/>
                          <a:pt x="23007" y="5240"/>
                          <a:pt x="23592" y="6522"/>
                        </a:cubicBezTo>
                        <a:cubicBezTo>
                          <a:pt x="24176" y="7826"/>
                          <a:pt x="24649" y="9198"/>
                          <a:pt x="24963" y="10660"/>
                        </a:cubicBezTo>
                        <a:cubicBezTo>
                          <a:pt x="25278" y="12122"/>
                          <a:pt x="25503" y="13629"/>
                          <a:pt x="25616" y="15158"/>
                        </a:cubicBezTo>
                        <a:cubicBezTo>
                          <a:pt x="25728" y="16687"/>
                          <a:pt x="25773" y="18217"/>
                          <a:pt x="25773" y="19701"/>
                        </a:cubicBezTo>
                        <a:cubicBezTo>
                          <a:pt x="25773" y="22220"/>
                          <a:pt x="25593" y="24626"/>
                          <a:pt x="25233" y="26943"/>
                        </a:cubicBezTo>
                        <a:cubicBezTo>
                          <a:pt x="24874" y="29236"/>
                          <a:pt x="24221" y="31283"/>
                          <a:pt x="23254" y="33037"/>
                        </a:cubicBezTo>
                        <a:cubicBezTo>
                          <a:pt x="22310" y="34791"/>
                          <a:pt x="21005" y="36208"/>
                          <a:pt x="19341" y="37243"/>
                        </a:cubicBezTo>
                        <a:cubicBezTo>
                          <a:pt x="17677" y="38277"/>
                          <a:pt x="15540" y="38817"/>
                          <a:pt x="12909" y="38817"/>
                        </a:cubicBezTo>
                        <a:cubicBezTo>
                          <a:pt x="10278" y="38817"/>
                          <a:pt x="8141" y="38300"/>
                          <a:pt x="6454" y="37243"/>
                        </a:cubicBezTo>
                        <a:cubicBezTo>
                          <a:pt x="4790" y="36208"/>
                          <a:pt x="3463" y="34791"/>
                          <a:pt x="2519" y="33015"/>
                        </a:cubicBezTo>
                        <a:cubicBezTo>
                          <a:pt x="1574" y="31238"/>
                          <a:pt x="900" y="29169"/>
                          <a:pt x="540" y="26808"/>
                        </a:cubicBezTo>
                        <a:cubicBezTo>
                          <a:pt x="180" y="24446"/>
                          <a:pt x="0" y="21950"/>
                          <a:pt x="0" y="19341"/>
                        </a:cubicBezTo>
                        <a:cubicBezTo>
                          <a:pt x="0" y="16935"/>
                          <a:pt x="158" y="14573"/>
                          <a:pt x="495" y="12279"/>
                        </a:cubicBezTo>
                        <a:cubicBezTo>
                          <a:pt x="810" y="9985"/>
                          <a:pt x="1439" y="7916"/>
                          <a:pt x="2362" y="6095"/>
                        </a:cubicBezTo>
                        <a:cubicBezTo>
                          <a:pt x="3284" y="4273"/>
                          <a:pt x="4588" y="2811"/>
                          <a:pt x="6275" y="1687"/>
                        </a:cubicBezTo>
                        <a:cubicBezTo>
                          <a:pt x="7961" y="562"/>
                          <a:pt x="10188" y="23"/>
                          <a:pt x="12909" y="23"/>
                        </a:cubicBezTo>
                        <a:close/>
                        <a:moveTo>
                          <a:pt x="22332" y="19319"/>
                        </a:moveTo>
                        <a:cubicBezTo>
                          <a:pt x="22332" y="17272"/>
                          <a:pt x="22220" y="15270"/>
                          <a:pt x="21972" y="13291"/>
                        </a:cubicBezTo>
                        <a:cubicBezTo>
                          <a:pt x="21725" y="11312"/>
                          <a:pt x="21275" y="9581"/>
                          <a:pt x="20601" y="8029"/>
                        </a:cubicBezTo>
                        <a:cubicBezTo>
                          <a:pt x="19926" y="6477"/>
                          <a:pt x="18959" y="5240"/>
                          <a:pt x="17722" y="4296"/>
                        </a:cubicBezTo>
                        <a:cubicBezTo>
                          <a:pt x="16485" y="3351"/>
                          <a:pt x="14843" y="2901"/>
                          <a:pt x="12842" y="2901"/>
                        </a:cubicBezTo>
                        <a:cubicBezTo>
                          <a:pt x="10930" y="2901"/>
                          <a:pt x="9378" y="3373"/>
                          <a:pt x="8164" y="4341"/>
                        </a:cubicBezTo>
                        <a:cubicBezTo>
                          <a:pt x="6949" y="5308"/>
                          <a:pt x="6005" y="6567"/>
                          <a:pt x="5330" y="8141"/>
                        </a:cubicBezTo>
                        <a:cubicBezTo>
                          <a:pt x="4655" y="9716"/>
                          <a:pt x="4161" y="11515"/>
                          <a:pt x="3891" y="13539"/>
                        </a:cubicBezTo>
                        <a:cubicBezTo>
                          <a:pt x="3621" y="15563"/>
                          <a:pt x="3486" y="17609"/>
                          <a:pt x="3486" y="19701"/>
                        </a:cubicBezTo>
                        <a:cubicBezTo>
                          <a:pt x="3486" y="22152"/>
                          <a:pt x="3643" y="24379"/>
                          <a:pt x="3936" y="26358"/>
                        </a:cubicBezTo>
                        <a:cubicBezTo>
                          <a:pt x="4251" y="28359"/>
                          <a:pt x="4745" y="30046"/>
                          <a:pt x="5465" y="31463"/>
                        </a:cubicBezTo>
                        <a:cubicBezTo>
                          <a:pt x="6185" y="32857"/>
                          <a:pt x="7152" y="33959"/>
                          <a:pt x="8344" y="34724"/>
                        </a:cubicBezTo>
                        <a:cubicBezTo>
                          <a:pt x="9558" y="35489"/>
                          <a:pt x="11065" y="35893"/>
                          <a:pt x="12909" y="35893"/>
                        </a:cubicBezTo>
                        <a:cubicBezTo>
                          <a:pt x="14956" y="35893"/>
                          <a:pt x="16597" y="35399"/>
                          <a:pt x="17857" y="34387"/>
                        </a:cubicBezTo>
                        <a:cubicBezTo>
                          <a:pt x="19094" y="33375"/>
                          <a:pt x="20038" y="32093"/>
                          <a:pt x="20691" y="30496"/>
                        </a:cubicBezTo>
                        <a:cubicBezTo>
                          <a:pt x="21343" y="28899"/>
                          <a:pt x="21770" y="27122"/>
                          <a:pt x="21995" y="25143"/>
                        </a:cubicBezTo>
                        <a:cubicBezTo>
                          <a:pt x="22220" y="23164"/>
                          <a:pt x="22310" y="21230"/>
                          <a:pt x="22310" y="19319"/>
                        </a:cubicBezTo>
                        <a:close/>
                      </a:path>
                    </a:pathLst>
                  </a:custGeom>
                  <a:solidFill>
                    <a:srgbClr val="231F20"/>
                  </a:solidFill>
                  <a:ln w="2249" cap="flat">
                    <a:noFill/>
                    <a:prstDash val="solid"/>
                    <a:miter/>
                  </a:ln>
                </p:spPr>
                <p:txBody>
                  <a:bodyPr rtlCol="0" anchor="ctr"/>
                  <a:lstStyle/>
                  <a:p>
                    <a:endParaRPr lang="en-US"/>
                  </a:p>
                </p:txBody>
              </p:sp>
              <p:sp>
                <p:nvSpPr>
                  <p:cNvPr id="3518" name="Freeform 3517">
                    <a:extLst>
                      <a:ext uri="{FF2B5EF4-FFF2-40B4-BE49-F238E27FC236}">
                        <a16:creationId xmlns:a16="http://schemas.microsoft.com/office/drawing/2014/main" id="{AEFCB4E0-9131-BC57-566F-F89E9FB222EF}"/>
                      </a:ext>
                    </a:extLst>
                  </p:cNvPr>
                  <p:cNvSpPr/>
                  <p:nvPr/>
                </p:nvSpPr>
                <p:spPr>
                  <a:xfrm>
                    <a:off x="3499151" y="2696986"/>
                    <a:ext cx="3935" cy="4745"/>
                  </a:xfrm>
                  <a:custGeom>
                    <a:avLst/>
                    <a:gdLst>
                      <a:gd name="connsiteX0" fmla="*/ 0 w 3935"/>
                      <a:gd name="connsiteY0" fmla="*/ 4745 h 4745"/>
                      <a:gd name="connsiteX1" fmla="*/ 0 w 3935"/>
                      <a:gd name="connsiteY1" fmla="*/ 0 h 4745"/>
                      <a:gd name="connsiteX2" fmla="*/ 3936 w 3935"/>
                      <a:gd name="connsiteY2" fmla="*/ 0 h 4745"/>
                      <a:gd name="connsiteX3" fmla="*/ 3936 w 3935"/>
                      <a:gd name="connsiteY3" fmla="*/ 4745 h 4745"/>
                      <a:gd name="connsiteX4" fmla="*/ 0 w 3935"/>
                      <a:gd name="connsiteY4" fmla="*/ 4745 h 4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 h="4745">
                        <a:moveTo>
                          <a:pt x="0" y="4745"/>
                        </a:moveTo>
                        <a:lnTo>
                          <a:pt x="0" y="0"/>
                        </a:lnTo>
                        <a:lnTo>
                          <a:pt x="3936" y="0"/>
                        </a:lnTo>
                        <a:lnTo>
                          <a:pt x="3936" y="4745"/>
                        </a:lnTo>
                        <a:lnTo>
                          <a:pt x="0" y="4745"/>
                        </a:lnTo>
                        <a:close/>
                      </a:path>
                    </a:pathLst>
                  </a:custGeom>
                  <a:solidFill>
                    <a:srgbClr val="231F20"/>
                  </a:solidFill>
                  <a:ln w="2249" cap="flat">
                    <a:noFill/>
                    <a:prstDash val="solid"/>
                    <a:miter/>
                  </a:ln>
                </p:spPr>
                <p:txBody>
                  <a:bodyPr rtlCol="0" anchor="ctr"/>
                  <a:lstStyle/>
                  <a:p>
                    <a:endParaRPr lang="en-US"/>
                  </a:p>
                </p:txBody>
              </p:sp>
              <p:sp>
                <p:nvSpPr>
                  <p:cNvPr id="3519" name="Freeform 3518">
                    <a:extLst>
                      <a:ext uri="{FF2B5EF4-FFF2-40B4-BE49-F238E27FC236}">
                        <a16:creationId xmlns:a16="http://schemas.microsoft.com/office/drawing/2014/main" id="{D84855D5-B1E0-CC42-5E8F-90448EBD7857}"/>
                      </a:ext>
                    </a:extLst>
                  </p:cNvPr>
                  <p:cNvSpPr/>
                  <p:nvPr/>
                </p:nvSpPr>
                <p:spPr>
                  <a:xfrm>
                    <a:off x="3510553" y="2664039"/>
                    <a:ext cx="25413" cy="38389"/>
                  </a:xfrm>
                  <a:custGeom>
                    <a:avLst/>
                    <a:gdLst>
                      <a:gd name="connsiteX0" fmla="*/ 3441 w 25413"/>
                      <a:gd name="connsiteY0" fmla="*/ 27820 h 38389"/>
                      <a:gd name="connsiteX1" fmla="*/ 6544 w 25413"/>
                      <a:gd name="connsiteY1" fmla="*/ 33622 h 38389"/>
                      <a:gd name="connsiteX2" fmla="*/ 12841 w 25413"/>
                      <a:gd name="connsiteY2" fmla="*/ 35534 h 38389"/>
                      <a:gd name="connsiteX3" fmla="*/ 16642 w 25413"/>
                      <a:gd name="connsiteY3" fmla="*/ 34769 h 38389"/>
                      <a:gd name="connsiteX4" fmla="*/ 19521 w 25413"/>
                      <a:gd name="connsiteY4" fmla="*/ 32700 h 38389"/>
                      <a:gd name="connsiteX5" fmla="*/ 21320 w 25413"/>
                      <a:gd name="connsiteY5" fmla="*/ 29619 h 38389"/>
                      <a:gd name="connsiteX6" fmla="*/ 21950 w 25413"/>
                      <a:gd name="connsiteY6" fmla="*/ 25818 h 38389"/>
                      <a:gd name="connsiteX7" fmla="*/ 21275 w 25413"/>
                      <a:gd name="connsiteY7" fmla="*/ 21927 h 38389"/>
                      <a:gd name="connsiteX8" fmla="*/ 19386 w 25413"/>
                      <a:gd name="connsiteY8" fmla="*/ 18846 h 38389"/>
                      <a:gd name="connsiteX9" fmla="*/ 16417 w 25413"/>
                      <a:gd name="connsiteY9" fmla="*/ 16845 h 38389"/>
                      <a:gd name="connsiteX10" fmla="*/ 12504 w 25413"/>
                      <a:gd name="connsiteY10" fmla="*/ 16148 h 38389"/>
                      <a:gd name="connsiteX11" fmla="*/ 7871 w 25413"/>
                      <a:gd name="connsiteY11" fmla="*/ 17092 h 38389"/>
                      <a:gd name="connsiteX12" fmla="*/ 4251 w 25413"/>
                      <a:gd name="connsiteY12" fmla="*/ 20083 h 38389"/>
                      <a:gd name="connsiteX13" fmla="*/ 1394 w 25413"/>
                      <a:gd name="connsiteY13" fmla="*/ 19701 h 38389"/>
                      <a:gd name="connsiteX14" fmla="*/ 4475 w 25413"/>
                      <a:gd name="connsiteY14" fmla="*/ 0 h 38389"/>
                      <a:gd name="connsiteX15" fmla="*/ 23367 w 25413"/>
                      <a:gd name="connsiteY15" fmla="*/ 0 h 38389"/>
                      <a:gd name="connsiteX16" fmla="*/ 23367 w 25413"/>
                      <a:gd name="connsiteY16" fmla="*/ 2924 h 38389"/>
                      <a:gd name="connsiteX17" fmla="*/ 7399 w 25413"/>
                      <a:gd name="connsiteY17" fmla="*/ 2924 h 38389"/>
                      <a:gd name="connsiteX18" fmla="*/ 5015 w 25413"/>
                      <a:gd name="connsiteY18" fmla="*/ 15720 h 38389"/>
                      <a:gd name="connsiteX19" fmla="*/ 7084 w 25413"/>
                      <a:gd name="connsiteY19" fmla="*/ 14528 h 38389"/>
                      <a:gd name="connsiteX20" fmla="*/ 8996 w 25413"/>
                      <a:gd name="connsiteY20" fmla="*/ 13741 h 38389"/>
                      <a:gd name="connsiteX21" fmla="*/ 11020 w 25413"/>
                      <a:gd name="connsiteY21" fmla="*/ 13336 h 38389"/>
                      <a:gd name="connsiteX22" fmla="*/ 13359 w 25413"/>
                      <a:gd name="connsiteY22" fmla="*/ 13224 h 38389"/>
                      <a:gd name="connsiteX23" fmla="*/ 18171 w 25413"/>
                      <a:gd name="connsiteY23" fmla="*/ 14078 h 38389"/>
                      <a:gd name="connsiteX24" fmla="*/ 21995 w 25413"/>
                      <a:gd name="connsiteY24" fmla="*/ 16552 h 38389"/>
                      <a:gd name="connsiteX25" fmla="*/ 24514 w 25413"/>
                      <a:gd name="connsiteY25" fmla="*/ 20510 h 38389"/>
                      <a:gd name="connsiteX26" fmla="*/ 25413 w 25413"/>
                      <a:gd name="connsiteY26" fmla="*/ 25773 h 38389"/>
                      <a:gd name="connsiteX27" fmla="*/ 24424 w 25413"/>
                      <a:gd name="connsiteY27" fmla="*/ 31148 h 38389"/>
                      <a:gd name="connsiteX28" fmla="*/ 21747 w 25413"/>
                      <a:gd name="connsiteY28" fmla="*/ 35106 h 38389"/>
                      <a:gd name="connsiteX29" fmla="*/ 17879 w 25413"/>
                      <a:gd name="connsiteY29" fmla="*/ 37558 h 38389"/>
                      <a:gd name="connsiteX30" fmla="*/ 13381 w 25413"/>
                      <a:gd name="connsiteY30" fmla="*/ 38390 h 38389"/>
                      <a:gd name="connsiteX31" fmla="*/ 8344 w 25413"/>
                      <a:gd name="connsiteY31" fmla="*/ 37850 h 38389"/>
                      <a:gd name="connsiteX32" fmla="*/ 4206 w 25413"/>
                      <a:gd name="connsiteY32" fmla="*/ 36051 h 38389"/>
                      <a:gd name="connsiteX33" fmla="*/ 1327 w 25413"/>
                      <a:gd name="connsiteY33" fmla="*/ 32767 h 38389"/>
                      <a:gd name="connsiteX34" fmla="*/ 0 w 25413"/>
                      <a:gd name="connsiteY34" fmla="*/ 27775 h 38389"/>
                      <a:gd name="connsiteX35" fmla="*/ 3463 w 25413"/>
                      <a:gd name="connsiteY35" fmla="*/ 27775 h 3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413" h="38389">
                        <a:moveTo>
                          <a:pt x="3441" y="27820"/>
                        </a:moveTo>
                        <a:cubicBezTo>
                          <a:pt x="3801" y="30406"/>
                          <a:pt x="4835" y="32340"/>
                          <a:pt x="6544" y="33622"/>
                        </a:cubicBezTo>
                        <a:cubicBezTo>
                          <a:pt x="8254" y="34904"/>
                          <a:pt x="10345" y="35534"/>
                          <a:pt x="12841" y="35534"/>
                        </a:cubicBezTo>
                        <a:cubicBezTo>
                          <a:pt x="14236" y="35534"/>
                          <a:pt x="15518" y="35286"/>
                          <a:pt x="16642" y="34769"/>
                        </a:cubicBezTo>
                        <a:cubicBezTo>
                          <a:pt x="17767" y="34252"/>
                          <a:pt x="18734" y="33577"/>
                          <a:pt x="19521" y="32700"/>
                        </a:cubicBezTo>
                        <a:cubicBezTo>
                          <a:pt x="20308" y="31823"/>
                          <a:pt x="20915" y="30788"/>
                          <a:pt x="21320" y="29619"/>
                        </a:cubicBezTo>
                        <a:cubicBezTo>
                          <a:pt x="21725" y="28449"/>
                          <a:pt x="21950" y="27190"/>
                          <a:pt x="21950" y="25818"/>
                        </a:cubicBezTo>
                        <a:cubicBezTo>
                          <a:pt x="21950" y="24446"/>
                          <a:pt x="21725" y="23119"/>
                          <a:pt x="21275" y="21927"/>
                        </a:cubicBezTo>
                        <a:cubicBezTo>
                          <a:pt x="20825" y="20735"/>
                          <a:pt x="20196" y="19723"/>
                          <a:pt x="19386" y="18846"/>
                        </a:cubicBezTo>
                        <a:cubicBezTo>
                          <a:pt x="18576" y="17992"/>
                          <a:pt x="17587" y="17317"/>
                          <a:pt x="16417" y="16845"/>
                        </a:cubicBezTo>
                        <a:cubicBezTo>
                          <a:pt x="15248" y="16372"/>
                          <a:pt x="13943" y="16148"/>
                          <a:pt x="12504" y="16148"/>
                        </a:cubicBezTo>
                        <a:cubicBezTo>
                          <a:pt x="10772" y="16148"/>
                          <a:pt x="9221" y="16462"/>
                          <a:pt x="7871" y="17092"/>
                        </a:cubicBezTo>
                        <a:cubicBezTo>
                          <a:pt x="6500" y="17722"/>
                          <a:pt x="5308" y="18711"/>
                          <a:pt x="4251" y="20083"/>
                        </a:cubicBezTo>
                        <a:lnTo>
                          <a:pt x="1394" y="19701"/>
                        </a:lnTo>
                        <a:lnTo>
                          <a:pt x="4475" y="0"/>
                        </a:lnTo>
                        <a:lnTo>
                          <a:pt x="23367" y="0"/>
                        </a:lnTo>
                        <a:lnTo>
                          <a:pt x="23367" y="2924"/>
                        </a:lnTo>
                        <a:lnTo>
                          <a:pt x="7399" y="2924"/>
                        </a:lnTo>
                        <a:lnTo>
                          <a:pt x="5015" y="15720"/>
                        </a:lnTo>
                        <a:cubicBezTo>
                          <a:pt x="5780" y="15248"/>
                          <a:pt x="6454" y="14866"/>
                          <a:pt x="7084" y="14528"/>
                        </a:cubicBezTo>
                        <a:cubicBezTo>
                          <a:pt x="7714" y="14213"/>
                          <a:pt x="8344" y="13944"/>
                          <a:pt x="8996" y="13741"/>
                        </a:cubicBezTo>
                        <a:cubicBezTo>
                          <a:pt x="9648" y="13539"/>
                          <a:pt x="10323" y="13404"/>
                          <a:pt x="11020" y="13336"/>
                        </a:cubicBezTo>
                        <a:cubicBezTo>
                          <a:pt x="11717" y="13269"/>
                          <a:pt x="12504" y="13224"/>
                          <a:pt x="13359" y="13224"/>
                        </a:cubicBezTo>
                        <a:cubicBezTo>
                          <a:pt x="15090" y="13224"/>
                          <a:pt x="16687" y="13516"/>
                          <a:pt x="18171" y="14078"/>
                        </a:cubicBezTo>
                        <a:cubicBezTo>
                          <a:pt x="19656" y="14663"/>
                          <a:pt x="20915" y="15473"/>
                          <a:pt x="21995" y="16552"/>
                        </a:cubicBezTo>
                        <a:cubicBezTo>
                          <a:pt x="23074" y="17632"/>
                          <a:pt x="23906" y="18959"/>
                          <a:pt x="24514" y="20510"/>
                        </a:cubicBezTo>
                        <a:cubicBezTo>
                          <a:pt x="25098" y="22085"/>
                          <a:pt x="25413" y="23839"/>
                          <a:pt x="25413" y="25773"/>
                        </a:cubicBezTo>
                        <a:cubicBezTo>
                          <a:pt x="25413" y="27707"/>
                          <a:pt x="25076" y="29574"/>
                          <a:pt x="24424" y="31148"/>
                        </a:cubicBezTo>
                        <a:cubicBezTo>
                          <a:pt x="23749" y="32722"/>
                          <a:pt x="22872" y="34027"/>
                          <a:pt x="21747" y="35106"/>
                        </a:cubicBezTo>
                        <a:cubicBezTo>
                          <a:pt x="20623" y="36186"/>
                          <a:pt x="19341" y="36995"/>
                          <a:pt x="17879" y="37558"/>
                        </a:cubicBezTo>
                        <a:cubicBezTo>
                          <a:pt x="16417" y="38120"/>
                          <a:pt x="14911" y="38390"/>
                          <a:pt x="13381" y="38390"/>
                        </a:cubicBezTo>
                        <a:cubicBezTo>
                          <a:pt x="11582" y="38390"/>
                          <a:pt x="9895" y="38210"/>
                          <a:pt x="8344" y="37850"/>
                        </a:cubicBezTo>
                        <a:cubicBezTo>
                          <a:pt x="6769" y="37490"/>
                          <a:pt x="5398" y="36883"/>
                          <a:pt x="4206" y="36051"/>
                        </a:cubicBezTo>
                        <a:cubicBezTo>
                          <a:pt x="3014" y="35196"/>
                          <a:pt x="2046" y="34117"/>
                          <a:pt x="1327" y="32767"/>
                        </a:cubicBezTo>
                        <a:cubicBezTo>
                          <a:pt x="585" y="31418"/>
                          <a:pt x="157" y="29754"/>
                          <a:pt x="0" y="27775"/>
                        </a:cubicBezTo>
                        <a:lnTo>
                          <a:pt x="3463" y="27775"/>
                        </a:lnTo>
                        <a:close/>
                      </a:path>
                    </a:pathLst>
                  </a:custGeom>
                  <a:solidFill>
                    <a:srgbClr val="231F20"/>
                  </a:solidFill>
                  <a:ln w="2249" cap="flat">
                    <a:noFill/>
                    <a:prstDash val="solid"/>
                    <a:miter/>
                  </a:ln>
                </p:spPr>
                <p:txBody>
                  <a:bodyPr rtlCol="0" anchor="ctr"/>
                  <a:lstStyle/>
                  <a:p>
                    <a:endParaRPr lang="en-US"/>
                  </a:p>
                </p:txBody>
              </p:sp>
            </p:grpSp>
            <p:sp>
              <p:nvSpPr>
                <p:cNvPr id="36" name="Freeform 35">
                  <a:extLst>
                    <a:ext uri="{FF2B5EF4-FFF2-40B4-BE49-F238E27FC236}">
                      <a16:creationId xmlns:a16="http://schemas.microsoft.com/office/drawing/2014/main" id="{0072EEF3-8839-CAC4-4FE2-A5F174864CDB}"/>
                    </a:ext>
                  </a:extLst>
                </p:cNvPr>
                <p:cNvSpPr/>
                <p:nvPr/>
              </p:nvSpPr>
              <p:spPr>
                <a:xfrm>
                  <a:off x="2150024" y="3824731"/>
                  <a:ext cx="49672" cy="142457"/>
                </a:xfrm>
                <a:custGeom>
                  <a:avLst/>
                  <a:gdLst>
                    <a:gd name="connsiteX0" fmla="*/ 9828 w 13268"/>
                    <a:gd name="connsiteY0" fmla="*/ 9783 h 38052"/>
                    <a:gd name="connsiteX1" fmla="*/ 0 w 13268"/>
                    <a:gd name="connsiteY1" fmla="*/ 9783 h 38052"/>
                    <a:gd name="connsiteX2" fmla="*/ 0 w 13268"/>
                    <a:gd name="connsiteY2" fmla="*/ 7512 h 38052"/>
                    <a:gd name="connsiteX3" fmla="*/ 3913 w 13268"/>
                    <a:gd name="connsiteY3" fmla="*/ 7084 h 38052"/>
                    <a:gd name="connsiteX4" fmla="*/ 6994 w 13268"/>
                    <a:gd name="connsiteY4" fmla="*/ 6050 h 38052"/>
                    <a:gd name="connsiteX5" fmla="*/ 9198 w 13268"/>
                    <a:gd name="connsiteY5" fmla="*/ 3868 h 38052"/>
                    <a:gd name="connsiteX6" fmla="*/ 10525 w 13268"/>
                    <a:gd name="connsiteY6" fmla="*/ 0 h 38052"/>
                    <a:gd name="connsiteX7" fmla="*/ 13269 w 13268"/>
                    <a:gd name="connsiteY7" fmla="*/ 0 h 38052"/>
                    <a:gd name="connsiteX8" fmla="*/ 13269 w 13268"/>
                    <a:gd name="connsiteY8" fmla="*/ 38052 h 38052"/>
                    <a:gd name="connsiteX9" fmla="*/ 9805 w 13268"/>
                    <a:gd name="connsiteY9" fmla="*/ 38052 h 38052"/>
                    <a:gd name="connsiteX10" fmla="*/ 9805 w 13268"/>
                    <a:gd name="connsiteY10" fmla="*/ 9760 h 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68" h="38052">
                      <a:moveTo>
                        <a:pt x="9828" y="9783"/>
                      </a:moveTo>
                      <a:lnTo>
                        <a:pt x="0" y="9783"/>
                      </a:lnTo>
                      <a:lnTo>
                        <a:pt x="0" y="7512"/>
                      </a:lnTo>
                      <a:cubicBezTo>
                        <a:pt x="1439" y="7399"/>
                        <a:pt x="2744" y="7264"/>
                        <a:pt x="3913" y="7084"/>
                      </a:cubicBezTo>
                      <a:cubicBezTo>
                        <a:pt x="5083" y="6904"/>
                        <a:pt x="6117" y="6567"/>
                        <a:pt x="6994" y="6050"/>
                      </a:cubicBezTo>
                      <a:cubicBezTo>
                        <a:pt x="7871" y="5532"/>
                        <a:pt x="8613" y="4813"/>
                        <a:pt x="9198" y="3868"/>
                      </a:cubicBezTo>
                      <a:cubicBezTo>
                        <a:pt x="9783" y="2924"/>
                        <a:pt x="10233" y="1619"/>
                        <a:pt x="10525" y="0"/>
                      </a:cubicBezTo>
                      <a:lnTo>
                        <a:pt x="13269" y="0"/>
                      </a:lnTo>
                      <a:lnTo>
                        <a:pt x="13269" y="38052"/>
                      </a:lnTo>
                      <a:lnTo>
                        <a:pt x="9805" y="38052"/>
                      </a:lnTo>
                      <a:lnTo>
                        <a:pt x="9805" y="9760"/>
                      </a:lnTo>
                      <a:close/>
                    </a:path>
                  </a:pathLst>
                </a:custGeom>
                <a:solidFill>
                  <a:srgbClr val="231F20"/>
                </a:solidFill>
                <a:ln w="2249" cap="flat">
                  <a:noFill/>
                  <a:prstDash val="solid"/>
                  <a:miter/>
                </a:ln>
              </p:spPr>
              <p:txBody>
                <a:bodyPr rtlCol="0" anchor="ctr"/>
                <a:lstStyle/>
                <a:p>
                  <a:endParaRPr lang="en-US"/>
                </a:p>
              </p:txBody>
            </p:sp>
            <p:grpSp>
              <p:nvGrpSpPr>
                <p:cNvPr id="37" name="Graphic 4479">
                  <a:extLst>
                    <a:ext uri="{FF2B5EF4-FFF2-40B4-BE49-F238E27FC236}">
                      <a16:creationId xmlns:a16="http://schemas.microsoft.com/office/drawing/2014/main" id="{928093ED-B55C-E304-D8D4-640CF9834568}"/>
                    </a:ext>
                  </a:extLst>
                </p:cNvPr>
                <p:cNvGrpSpPr/>
                <p:nvPr/>
              </p:nvGrpSpPr>
              <p:grpSpPr>
                <a:xfrm>
                  <a:off x="1669272" y="4103501"/>
                  <a:ext cx="148518" cy="1821305"/>
                  <a:chOff x="3395632" y="2426167"/>
                  <a:chExt cx="39671" cy="486494"/>
                </a:xfrm>
                <a:solidFill>
                  <a:srgbClr val="231F20"/>
                </a:solidFill>
              </p:grpSpPr>
              <p:sp>
                <p:nvSpPr>
                  <p:cNvPr id="3498" name="Freeform 3497">
                    <a:extLst>
                      <a:ext uri="{FF2B5EF4-FFF2-40B4-BE49-F238E27FC236}">
                        <a16:creationId xmlns:a16="http://schemas.microsoft.com/office/drawing/2014/main" id="{AE06CA24-BEFE-DC7A-7319-613303338CCE}"/>
                      </a:ext>
                    </a:extLst>
                  </p:cNvPr>
                  <p:cNvSpPr/>
                  <p:nvPr/>
                </p:nvSpPr>
                <p:spPr>
                  <a:xfrm>
                    <a:off x="3395632" y="2880884"/>
                    <a:ext cx="38884" cy="31777"/>
                  </a:xfrm>
                  <a:custGeom>
                    <a:avLst/>
                    <a:gdLst>
                      <a:gd name="connsiteX0" fmla="*/ 38862 w 38884"/>
                      <a:gd name="connsiteY0" fmla="*/ 31778 h 31777"/>
                      <a:gd name="connsiteX1" fmla="*/ 0 w 38884"/>
                      <a:gd name="connsiteY1" fmla="*/ 31778 h 31777"/>
                      <a:gd name="connsiteX2" fmla="*/ 0 w 38884"/>
                      <a:gd name="connsiteY2" fmla="*/ 18509 h 31777"/>
                      <a:gd name="connsiteX3" fmla="*/ 90 w 38884"/>
                      <a:gd name="connsiteY3" fmla="*/ 15315 h 31777"/>
                      <a:gd name="connsiteX4" fmla="*/ 472 w 38884"/>
                      <a:gd name="connsiteY4" fmla="*/ 12234 h 31777"/>
                      <a:gd name="connsiteX5" fmla="*/ 1372 w 38884"/>
                      <a:gd name="connsiteY5" fmla="*/ 9288 h 31777"/>
                      <a:gd name="connsiteX6" fmla="*/ 2946 w 38884"/>
                      <a:gd name="connsiteY6" fmla="*/ 6499 h 31777"/>
                      <a:gd name="connsiteX7" fmla="*/ 6364 w 38884"/>
                      <a:gd name="connsiteY7" fmla="*/ 3306 h 31777"/>
                      <a:gd name="connsiteX8" fmla="*/ 10638 w 38884"/>
                      <a:gd name="connsiteY8" fmla="*/ 1327 h 31777"/>
                      <a:gd name="connsiteX9" fmla="*/ 15180 w 38884"/>
                      <a:gd name="connsiteY9" fmla="*/ 292 h 31777"/>
                      <a:gd name="connsiteX10" fmla="*/ 19408 w 38884"/>
                      <a:gd name="connsiteY10" fmla="*/ 0 h 31777"/>
                      <a:gd name="connsiteX11" fmla="*/ 23344 w 38884"/>
                      <a:gd name="connsiteY11" fmla="*/ 247 h 31777"/>
                      <a:gd name="connsiteX12" fmla="*/ 27257 w 38884"/>
                      <a:gd name="connsiteY12" fmla="*/ 1035 h 31777"/>
                      <a:gd name="connsiteX13" fmla="*/ 30923 w 38884"/>
                      <a:gd name="connsiteY13" fmla="*/ 2474 h 31777"/>
                      <a:gd name="connsiteX14" fmla="*/ 34139 w 38884"/>
                      <a:gd name="connsiteY14" fmla="*/ 4723 h 31777"/>
                      <a:gd name="connsiteX15" fmla="*/ 36568 w 38884"/>
                      <a:gd name="connsiteY15" fmla="*/ 7669 h 31777"/>
                      <a:gd name="connsiteX16" fmla="*/ 38007 w 38884"/>
                      <a:gd name="connsiteY16" fmla="*/ 11020 h 31777"/>
                      <a:gd name="connsiteX17" fmla="*/ 38704 w 38884"/>
                      <a:gd name="connsiteY17" fmla="*/ 14663 h 31777"/>
                      <a:gd name="connsiteX18" fmla="*/ 38884 w 38884"/>
                      <a:gd name="connsiteY18" fmla="*/ 18486 h 31777"/>
                      <a:gd name="connsiteX19" fmla="*/ 38884 w 38884"/>
                      <a:gd name="connsiteY19" fmla="*/ 31755 h 31777"/>
                      <a:gd name="connsiteX20" fmla="*/ 35736 w 38884"/>
                      <a:gd name="connsiteY20" fmla="*/ 28112 h 31777"/>
                      <a:gd name="connsiteX21" fmla="*/ 35736 w 38884"/>
                      <a:gd name="connsiteY21" fmla="*/ 19319 h 31777"/>
                      <a:gd name="connsiteX22" fmla="*/ 35443 w 38884"/>
                      <a:gd name="connsiteY22" fmla="*/ 14641 h 31777"/>
                      <a:gd name="connsiteX23" fmla="*/ 33959 w 38884"/>
                      <a:gd name="connsiteY23" fmla="*/ 10188 h 31777"/>
                      <a:gd name="connsiteX24" fmla="*/ 31305 w 38884"/>
                      <a:gd name="connsiteY24" fmla="*/ 6994 h 31777"/>
                      <a:gd name="connsiteX25" fmla="*/ 27662 w 38884"/>
                      <a:gd name="connsiteY25" fmla="*/ 5015 h 31777"/>
                      <a:gd name="connsiteX26" fmla="*/ 23524 w 38884"/>
                      <a:gd name="connsiteY26" fmla="*/ 3981 h 31777"/>
                      <a:gd name="connsiteX27" fmla="*/ 19363 w 38884"/>
                      <a:gd name="connsiteY27" fmla="*/ 3688 h 31777"/>
                      <a:gd name="connsiteX28" fmla="*/ 15068 w 38884"/>
                      <a:gd name="connsiteY28" fmla="*/ 3958 h 31777"/>
                      <a:gd name="connsiteX29" fmla="*/ 10907 w 38884"/>
                      <a:gd name="connsiteY29" fmla="*/ 4993 h 31777"/>
                      <a:gd name="connsiteX30" fmla="*/ 7287 w 38884"/>
                      <a:gd name="connsiteY30" fmla="*/ 7039 h 31777"/>
                      <a:gd name="connsiteX31" fmla="*/ 4565 w 38884"/>
                      <a:gd name="connsiteY31" fmla="*/ 10390 h 31777"/>
                      <a:gd name="connsiteX32" fmla="*/ 3373 w 38884"/>
                      <a:gd name="connsiteY32" fmla="*/ 14483 h 31777"/>
                      <a:gd name="connsiteX33" fmla="*/ 3103 w 38884"/>
                      <a:gd name="connsiteY33" fmla="*/ 19296 h 31777"/>
                      <a:gd name="connsiteX34" fmla="*/ 3103 w 38884"/>
                      <a:gd name="connsiteY34" fmla="*/ 28089 h 31777"/>
                      <a:gd name="connsiteX35" fmla="*/ 35713 w 38884"/>
                      <a:gd name="connsiteY35" fmla="*/ 28089 h 3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8884" h="31777">
                        <a:moveTo>
                          <a:pt x="38862" y="31778"/>
                        </a:moveTo>
                        <a:lnTo>
                          <a:pt x="0" y="31778"/>
                        </a:lnTo>
                        <a:lnTo>
                          <a:pt x="0" y="18509"/>
                        </a:lnTo>
                        <a:cubicBezTo>
                          <a:pt x="0" y="17429"/>
                          <a:pt x="22" y="16372"/>
                          <a:pt x="90" y="15315"/>
                        </a:cubicBezTo>
                        <a:cubicBezTo>
                          <a:pt x="135" y="14281"/>
                          <a:pt x="270" y="13246"/>
                          <a:pt x="472" y="12234"/>
                        </a:cubicBezTo>
                        <a:cubicBezTo>
                          <a:pt x="675" y="11222"/>
                          <a:pt x="967" y="10255"/>
                          <a:pt x="1372" y="9288"/>
                        </a:cubicBezTo>
                        <a:cubicBezTo>
                          <a:pt x="1776" y="8344"/>
                          <a:pt x="2294" y="7399"/>
                          <a:pt x="2946" y="6499"/>
                        </a:cubicBezTo>
                        <a:cubicBezTo>
                          <a:pt x="3891" y="5195"/>
                          <a:pt x="5015" y="4138"/>
                          <a:pt x="6364" y="3306"/>
                        </a:cubicBezTo>
                        <a:cubicBezTo>
                          <a:pt x="7714" y="2474"/>
                          <a:pt x="9131" y="1822"/>
                          <a:pt x="10638" y="1327"/>
                        </a:cubicBezTo>
                        <a:cubicBezTo>
                          <a:pt x="12122" y="832"/>
                          <a:pt x="13651" y="495"/>
                          <a:pt x="15180" y="292"/>
                        </a:cubicBezTo>
                        <a:cubicBezTo>
                          <a:pt x="16710" y="90"/>
                          <a:pt x="18126" y="0"/>
                          <a:pt x="19408" y="0"/>
                        </a:cubicBezTo>
                        <a:cubicBezTo>
                          <a:pt x="20690" y="0"/>
                          <a:pt x="22017" y="90"/>
                          <a:pt x="23344" y="247"/>
                        </a:cubicBezTo>
                        <a:cubicBezTo>
                          <a:pt x="24671" y="405"/>
                          <a:pt x="25975" y="675"/>
                          <a:pt x="27257" y="1035"/>
                        </a:cubicBezTo>
                        <a:cubicBezTo>
                          <a:pt x="28539" y="1394"/>
                          <a:pt x="29754" y="1867"/>
                          <a:pt x="30923" y="2474"/>
                        </a:cubicBezTo>
                        <a:cubicBezTo>
                          <a:pt x="32092" y="3059"/>
                          <a:pt x="33172" y="3823"/>
                          <a:pt x="34139" y="4723"/>
                        </a:cubicBezTo>
                        <a:cubicBezTo>
                          <a:pt x="35151" y="5622"/>
                          <a:pt x="35961" y="6612"/>
                          <a:pt x="36568" y="7669"/>
                        </a:cubicBezTo>
                        <a:cubicBezTo>
                          <a:pt x="37175" y="8726"/>
                          <a:pt x="37648" y="9850"/>
                          <a:pt x="38007" y="11020"/>
                        </a:cubicBezTo>
                        <a:cubicBezTo>
                          <a:pt x="38345" y="12189"/>
                          <a:pt x="38592" y="13404"/>
                          <a:pt x="38704" y="14663"/>
                        </a:cubicBezTo>
                        <a:cubicBezTo>
                          <a:pt x="38839" y="15923"/>
                          <a:pt x="38884" y="17205"/>
                          <a:pt x="38884" y="18486"/>
                        </a:cubicBezTo>
                        <a:lnTo>
                          <a:pt x="38884" y="31755"/>
                        </a:lnTo>
                        <a:close/>
                        <a:moveTo>
                          <a:pt x="35736" y="28112"/>
                        </a:moveTo>
                        <a:lnTo>
                          <a:pt x="35736" y="19319"/>
                        </a:lnTo>
                        <a:cubicBezTo>
                          <a:pt x="35736" y="17654"/>
                          <a:pt x="35646" y="16103"/>
                          <a:pt x="35443" y="14641"/>
                        </a:cubicBezTo>
                        <a:cubicBezTo>
                          <a:pt x="35241" y="13179"/>
                          <a:pt x="34746" y="11695"/>
                          <a:pt x="33959" y="10188"/>
                        </a:cubicBezTo>
                        <a:cubicBezTo>
                          <a:pt x="33307" y="8883"/>
                          <a:pt x="32430" y="7826"/>
                          <a:pt x="31305" y="6994"/>
                        </a:cubicBezTo>
                        <a:cubicBezTo>
                          <a:pt x="30181" y="6162"/>
                          <a:pt x="28966" y="5510"/>
                          <a:pt x="27662" y="5015"/>
                        </a:cubicBezTo>
                        <a:cubicBezTo>
                          <a:pt x="26358" y="4520"/>
                          <a:pt x="24963" y="4183"/>
                          <a:pt x="23524" y="3981"/>
                        </a:cubicBezTo>
                        <a:cubicBezTo>
                          <a:pt x="22085" y="3778"/>
                          <a:pt x="20690" y="3688"/>
                          <a:pt x="19363" y="3688"/>
                        </a:cubicBezTo>
                        <a:cubicBezTo>
                          <a:pt x="17969" y="3688"/>
                          <a:pt x="16530" y="3778"/>
                          <a:pt x="15068" y="3958"/>
                        </a:cubicBezTo>
                        <a:cubicBezTo>
                          <a:pt x="13606" y="4138"/>
                          <a:pt x="12234" y="4475"/>
                          <a:pt x="10907" y="4993"/>
                        </a:cubicBezTo>
                        <a:cubicBezTo>
                          <a:pt x="9603" y="5487"/>
                          <a:pt x="8389" y="6185"/>
                          <a:pt x="7287" y="7039"/>
                        </a:cubicBezTo>
                        <a:cubicBezTo>
                          <a:pt x="6185" y="7894"/>
                          <a:pt x="5285" y="9018"/>
                          <a:pt x="4565" y="10390"/>
                        </a:cubicBezTo>
                        <a:cubicBezTo>
                          <a:pt x="3958" y="11537"/>
                          <a:pt x="3553" y="12909"/>
                          <a:pt x="3373" y="14483"/>
                        </a:cubicBezTo>
                        <a:cubicBezTo>
                          <a:pt x="3193" y="16058"/>
                          <a:pt x="3103" y="17677"/>
                          <a:pt x="3103" y="19296"/>
                        </a:cubicBezTo>
                        <a:lnTo>
                          <a:pt x="3103" y="28089"/>
                        </a:lnTo>
                        <a:lnTo>
                          <a:pt x="35713" y="28089"/>
                        </a:lnTo>
                        <a:close/>
                      </a:path>
                    </a:pathLst>
                  </a:custGeom>
                  <a:solidFill>
                    <a:srgbClr val="231F20"/>
                  </a:solidFill>
                  <a:ln w="2249" cap="flat">
                    <a:noFill/>
                    <a:prstDash val="solid"/>
                    <a:miter/>
                  </a:ln>
                </p:spPr>
                <p:txBody>
                  <a:bodyPr rtlCol="0" anchor="ctr"/>
                  <a:lstStyle/>
                  <a:p>
                    <a:endParaRPr lang="en-US"/>
                  </a:p>
                </p:txBody>
              </p:sp>
              <p:sp>
                <p:nvSpPr>
                  <p:cNvPr id="3499" name="Freeform 3498">
                    <a:extLst>
                      <a:ext uri="{FF2B5EF4-FFF2-40B4-BE49-F238E27FC236}">
                        <a16:creationId xmlns:a16="http://schemas.microsoft.com/office/drawing/2014/main" id="{632BEA0C-8627-4C45-533B-65DCB6B1E149}"/>
                      </a:ext>
                    </a:extLst>
                  </p:cNvPr>
                  <p:cNvSpPr/>
                  <p:nvPr/>
                </p:nvSpPr>
                <p:spPr>
                  <a:xfrm>
                    <a:off x="3395632" y="2870291"/>
                    <a:ext cx="38861" cy="3553"/>
                  </a:xfrm>
                  <a:custGeom>
                    <a:avLst/>
                    <a:gdLst>
                      <a:gd name="connsiteX0" fmla="*/ 4813 w 38861"/>
                      <a:gd name="connsiteY0" fmla="*/ 3553 h 3553"/>
                      <a:gd name="connsiteX1" fmla="*/ 0 w 38861"/>
                      <a:gd name="connsiteY1" fmla="*/ 3553 h 3553"/>
                      <a:gd name="connsiteX2" fmla="*/ 0 w 38861"/>
                      <a:gd name="connsiteY2" fmla="*/ 0 h 3553"/>
                      <a:gd name="connsiteX3" fmla="*/ 4813 w 38861"/>
                      <a:gd name="connsiteY3" fmla="*/ 0 h 3553"/>
                      <a:gd name="connsiteX4" fmla="*/ 4813 w 38861"/>
                      <a:gd name="connsiteY4" fmla="*/ 3553 h 3553"/>
                      <a:gd name="connsiteX5" fmla="*/ 38862 w 38861"/>
                      <a:gd name="connsiteY5" fmla="*/ 3396 h 3553"/>
                      <a:gd name="connsiteX6" fmla="*/ 10907 w 38861"/>
                      <a:gd name="connsiteY6" fmla="*/ 3396 h 3553"/>
                      <a:gd name="connsiteX7" fmla="*/ 10907 w 38861"/>
                      <a:gd name="connsiteY7" fmla="*/ 157 h 3553"/>
                      <a:gd name="connsiteX8" fmla="*/ 38862 w 38861"/>
                      <a:gd name="connsiteY8" fmla="*/ 157 h 3553"/>
                      <a:gd name="connsiteX9" fmla="*/ 38862 w 38861"/>
                      <a:gd name="connsiteY9" fmla="*/ 3396 h 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61" h="3553">
                        <a:moveTo>
                          <a:pt x="4813" y="3553"/>
                        </a:moveTo>
                        <a:lnTo>
                          <a:pt x="0" y="3553"/>
                        </a:lnTo>
                        <a:lnTo>
                          <a:pt x="0" y="0"/>
                        </a:lnTo>
                        <a:lnTo>
                          <a:pt x="4813" y="0"/>
                        </a:lnTo>
                        <a:lnTo>
                          <a:pt x="4813" y="3553"/>
                        </a:lnTo>
                        <a:close/>
                        <a:moveTo>
                          <a:pt x="38862" y="3396"/>
                        </a:moveTo>
                        <a:lnTo>
                          <a:pt x="10907" y="3396"/>
                        </a:lnTo>
                        <a:lnTo>
                          <a:pt x="10907" y="157"/>
                        </a:lnTo>
                        <a:lnTo>
                          <a:pt x="38862" y="157"/>
                        </a:lnTo>
                        <a:lnTo>
                          <a:pt x="38862" y="3396"/>
                        </a:lnTo>
                        <a:close/>
                      </a:path>
                    </a:pathLst>
                  </a:custGeom>
                  <a:solidFill>
                    <a:srgbClr val="231F20"/>
                  </a:solidFill>
                  <a:ln w="2249" cap="flat">
                    <a:noFill/>
                    <a:prstDash val="solid"/>
                    <a:miter/>
                  </a:ln>
                </p:spPr>
                <p:txBody>
                  <a:bodyPr rtlCol="0" anchor="ctr"/>
                  <a:lstStyle/>
                  <a:p>
                    <a:endParaRPr lang="en-US"/>
                  </a:p>
                </p:txBody>
              </p:sp>
              <p:sp>
                <p:nvSpPr>
                  <p:cNvPr id="3500" name="Freeform 3499">
                    <a:extLst>
                      <a:ext uri="{FF2B5EF4-FFF2-40B4-BE49-F238E27FC236}">
                        <a16:creationId xmlns:a16="http://schemas.microsoft.com/office/drawing/2014/main" id="{618FA281-A9A8-AA10-9D1B-227A8AA41637}"/>
                      </a:ext>
                    </a:extLst>
                  </p:cNvPr>
                  <p:cNvSpPr/>
                  <p:nvPr/>
                </p:nvSpPr>
                <p:spPr>
                  <a:xfrm>
                    <a:off x="3405752" y="2841572"/>
                    <a:ext cx="29438" cy="22039"/>
                  </a:xfrm>
                  <a:custGeom>
                    <a:avLst/>
                    <a:gdLst>
                      <a:gd name="connsiteX0" fmla="*/ 19993 w 29438"/>
                      <a:gd name="connsiteY0" fmla="*/ 18734 h 22039"/>
                      <a:gd name="connsiteX1" fmla="*/ 25098 w 29438"/>
                      <a:gd name="connsiteY1" fmla="*/ 16013 h 22039"/>
                      <a:gd name="connsiteX2" fmla="*/ 26583 w 29438"/>
                      <a:gd name="connsiteY2" fmla="*/ 10368 h 22039"/>
                      <a:gd name="connsiteX3" fmla="*/ 26155 w 29438"/>
                      <a:gd name="connsiteY3" fmla="*/ 7287 h 22039"/>
                      <a:gd name="connsiteX4" fmla="*/ 24986 w 29438"/>
                      <a:gd name="connsiteY4" fmla="*/ 5150 h 22039"/>
                      <a:gd name="connsiteX5" fmla="*/ 23344 w 29438"/>
                      <a:gd name="connsiteY5" fmla="*/ 3891 h 22039"/>
                      <a:gd name="connsiteX6" fmla="*/ 21410 w 29438"/>
                      <a:gd name="connsiteY6" fmla="*/ 3463 h 22039"/>
                      <a:gd name="connsiteX7" fmla="*/ 18351 w 29438"/>
                      <a:gd name="connsiteY7" fmla="*/ 4790 h 22039"/>
                      <a:gd name="connsiteX8" fmla="*/ 16777 w 29438"/>
                      <a:gd name="connsiteY8" fmla="*/ 8119 h 22039"/>
                      <a:gd name="connsiteX9" fmla="*/ 15810 w 29438"/>
                      <a:gd name="connsiteY9" fmla="*/ 12437 h 22039"/>
                      <a:gd name="connsiteX10" fmla="*/ 14596 w 29438"/>
                      <a:gd name="connsiteY10" fmla="*/ 16755 h 22039"/>
                      <a:gd name="connsiteX11" fmla="*/ 12279 w 29438"/>
                      <a:gd name="connsiteY11" fmla="*/ 20083 h 22039"/>
                      <a:gd name="connsiteX12" fmla="*/ 8006 w 29438"/>
                      <a:gd name="connsiteY12" fmla="*/ 21410 h 22039"/>
                      <a:gd name="connsiteX13" fmla="*/ 2249 w 29438"/>
                      <a:gd name="connsiteY13" fmla="*/ 18846 h 22039"/>
                      <a:gd name="connsiteX14" fmla="*/ 0 w 29438"/>
                      <a:gd name="connsiteY14" fmla="*/ 11582 h 22039"/>
                      <a:gd name="connsiteX15" fmla="*/ 2024 w 29438"/>
                      <a:gd name="connsiteY15" fmla="*/ 4206 h 22039"/>
                      <a:gd name="connsiteX16" fmla="*/ 8793 w 29438"/>
                      <a:gd name="connsiteY16" fmla="*/ 787 h 22039"/>
                      <a:gd name="connsiteX17" fmla="*/ 8793 w 29438"/>
                      <a:gd name="connsiteY17" fmla="*/ 4071 h 22039"/>
                      <a:gd name="connsiteX18" fmla="*/ 4228 w 29438"/>
                      <a:gd name="connsiteY18" fmla="*/ 6522 h 22039"/>
                      <a:gd name="connsiteX19" fmla="*/ 2901 w 29438"/>
                      <a:gd name="connsiteY19" fmla="*/ 11627 h 22039"/>
                      <a:gd name="connsiteX20" fmla="*/ 4228 w 29438"/>
                      <a:gd name="connsiteY20" fmla="*/ 16327 h 22039"/>
                      <a:gd name="connsiteX21" fmla="*/ 7714 w 29438"/>
                      <a:gd name="connsiteY21" fmla="*/ 17947 h 22039"/>
                      <a:gd name="connsiteX22" fmla="*/ 10593 w 29438"/>
                      <a:gd name="connsiteY22" fmla="*/ 16620 h 22039"/>
                      <a:gd name="connsiteX23" fmla="*/ 12212 w 29438"/>
                      <a:gd name="connsiteY23" fmla="*/ 13291 h 22039"/>
                      <a:gd name="connsiteX24" fmla="*/ 13314 w 29438"/>
                      <a:gd name="connsiteY24" fmla="*/ 8973 h 22039"/>
                      <a:gd name="connsiteX25" fmla="*/ 14685 w 29438"/>
                      <a:gd name="connsiteY25" fmla="*/ 4655 h 22039"/>
                      <a:gd name="connsiteX26" fmla="*/ 17092 w 29438"/>
                      <a:gd name="connsiteY26" fmla="*/ 1327 h 22039"/>
                      <a:gd name="connsiteX27" fmla="*/ 21298 w 29438"/>
                      <a:gd name="connsiteY27" fmla="*/ 0 h 22039"/>
                      <a:gd name="connsiteX28" fmla="*/ 24828 w 29438"/>
                      <a:gd name="connsiteY28" fmla="*/ 855 h 22039"/>
                      <a:gd name="connsiteX29" fmla="*/ 27392 w 29438"/>
                      <a:gd name="connsiteY29" fmla="*/ 3239 h 22039"/>
                      <a:gd name="connsiteX30" fmla="*/ 28922 w 29438"/>
                      <a:gd name="connsiteY30" fmla="*/ 6837 h 22039"/>
                      <a:gd name="connsiteX31" fmla="*/ 29439 w 29438"/>
                      <a:gd name="connsiteY31" fmla="*/ 11402 h 22039"/>
                      <a:gd name="connsiteX32" fmla="*/ 28719 w 29438"/>
                      <a:gd name="connsiteY32" fmla="*/ 15810 h 22039"/>
                      <a:gd name="connsiteX33" fmla="*/ 26695 w 29438"/>
                      <a:gd name="connsiteY33" fmla="*/ 19071 h 22039"/>
                      <a:gd name="connsiteX34" fmla="*/ 23681 w 29438"/>
                      <a:gd name="connsiteY34" fmla="*/ 21185 h 22039"/>
                      <a:gd name="connsiteX35" fmla="*/ 19948 w 29438"/>
                      <a:gd name="connsiteY35" fmla="*/ 22040 h 22039"/>
                      <a:gd name="connsiteX36" fmla="*/ 19948 w 29438"/>
                      <a:gd name="connsiteY36" fmla="*/ 18756 h 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438" h="22039">
                        <a:moveTo>
                          <a:pt x="19993" y="18734"/>
                        </a:moveTo>
                        <a:cubicBezTo>
                          <a:pt x="22400" y="18239"/>
                          <a:pt x="24109" y="17317"/>
                          <a:pt x="25098" y="16013"/>
                        </a:cubicBezTo>
                        <a:cubicBezTo>
                          <a:pt x="26088" y="14708"/>
                          <a:pt x="26583" y="12819"/>
                          <a:pt x="26583" y="10368"/>
                        </a:cubicBezTo>
                        <a:cubicBezTo>
                          <a:pt x="26583" y="9176"/>
                          <a:pt x="26447" y="8164"/>
                          <a:pt x="26155" y="7287"/>
                        </a:cubicBezTo>
                        <a:cubicBezTo>
                          <a:pt x="25863" y="6432"/>
                          <a:pt x="25481" y="5712"/>
                          <a:pt x="24986" y="5150"/>
                        </a:cubicBezTo>
                        <a:cubicBezTo>
                          <a:pt x="24491" y="4588"/>
                          <a:pt x="23951" y="4161"/>
                          <a:pt x="23344" y="3891"/>
                        </a:cubicBezTo>
                        <a:cubicBezTo>
                          <a:pt x="22737" y="3598"/>
                          <a:pt x="22085" y="3463"/>
                          <a:pt x="21410" y="3463"/>
                        </a:cubicBezTo>
                        <a:cubicBezTo>
                          <a:pt x="20038" y="3463"/>
                          <a:pt x="19026" y="3913"/>
                          <a:pt x="18351" y="4790"/>
                        </a:cubicBezTo>
                        <a:cubicBezTo>
                          <a:pt x="17677" y="5667"/>
                          <a:pt x="17159" y="6769"/>
                          <a:pt x="16777" y="8119"/>
                        </a:cubicBezTo>
                        <a:cubicBezTo>
                          <a:pt x="16395" y="9468"/>
                          <a:pt x="16080" y="10885"/>
                          <a:pt x="15810" y="12437"/>
                        </a:cubicBezTo>
                        <a:cubicBezTo>
                          <a:pt x="15540" y="13989"/>
                          <a:pt x="15135" y="15428"/>
                          <a:pt x="14596" y="16755"/>
                        </a:cubicBezTo>
                        <a:cubicBezTo>
                          <a:pt x="14056" y="18082"/>
                          <a:pt x="13291" y="19184"/>
                          <a:pt x="12279" y="20083"/>
                        </a:cubicBezTo>
                        <a:cubicBezTo>
                          <a:pt x="11267" y="20983"/>
                          <a:pt x="9850" y="21410"/>
                          <a:pt x="8006" y="21410"/>
                        </a:cubicBezTo>
                        <a:cubicBezTo>
                          <a:pt x="5667" y="21410"/>
                          <a:pt x="3756" y="20556"/>
                          <a:pt x="2249" y="18846"/>
                        </a:cubicBezTo>
                        <a:cubicBezTo>
                          <a:pt x="765" y="17137"/>
                          <a:pt x="0" y="14708"/>
                          <a:pt x="0" y="11582"/>
                        </a:cubicBezTo>
                        <a:cubicBezTo>
                          <a:pt x="0" y="8456"/>
                          <a:pt x="675" y="6095"/>
                          <a:pt x="2024" y="4206"/>
                        </a:cubicBezTo>
                        <a:cubicBezTo>
                          <a:pt x="3373" y="2316"/>
                          <a:pt x="5622" y="1169"/>
                          <a:pt x="8793" y="787"/>
                        </a:cubicBezTo>
                        <a:lnTo>
                          <a:pt x="8793" y="4071"/>
                        </a:lnTo>
                        <a:cubicBezTo>
                          <a:pt x="6634" y="4363"/>
                          <a:pt x="5105" y="5173"/>
                          <a:pt x="4228" y="6522"/>
                        </a:cubicBezTo>
                        <a:cubicBezTo>
                          <a:pt x="3351" y="7871"/>
                          <a:pt x="2901" y="9581"/>
                          <a:pt x="2901" y="11627"/>
                        </a:cubicBezTo>
                        <a:cubicBezTo>
                          <a:pt x="2901" y="13674"/>
                          <a:pt x="3351" y="15248"/>
                          <a:pt x="4228" y="16327"/>
                        </a:cubicBezTo>
                        <a:cubicBezTo>
                          <a:pt x="5105" y="17407"/>
                          <a:pt x="6274" y="17947"/>
                          <a:pt x="7714" y="17947"/>
                        </a:cubicBezTo>
                        <a:cubicBezTo>
                          <a:pt x="8973" y="17947"/>
                          <a:pt x="9940" y="17497"/>
                          <a:pt x="10593" y="16620"/>
                        </a:cubicBezTo>
                        <a:cubicBezTo>
                          <a:pt x="11267" y="15743"/>
                          <a:pt x="11807" y="14641"/>
                          <a:pt x="12212" y="13291"/>
                        </a:cubicBezTo>
                        <a:cubicBezTo>
                          <a:pt x="12617" y="11964"/>
                          <a:pt x="12999" y="10525"/>
                          <a:pt x="13314" y="8973"/>
                        </a:cubicBezTo>
                        <a:cubicBezTo>
                          <a:pt x="13629" y="7422"/>
                          <a:pt x="14101" y="5982"/>
                          <a:pt x="14685" y="4655"/>
                        </a:cubicBezTo>
                        <a:cubicBezTo>
                          <a:pt x="15270" y="3328"/>
                          <a:pt x="16080" y="2226"/>
                          <a:pt x="17092" y="1327"/>
                        </a:cubicBezTo>
                        <a:cubicBezTo>
                          <a:pt x="18104" y="450"/>
                          <a:pt x="19498" y="0"/>
                          <a:pt x="21298" y="0"/>
                        </a:cubicBezTo>
                        <a:cubicBezTo>
                          <a:pt x="22624" y="0"/>
                          <a:pt x="23816" y="292"/>
                          <a:pt x="24828" y="855"/>
                        </a:cubicBezTo>
                        <a:cubicBezTo>
                          <a:pt x="25863" y="1439"/>
                          <a:pt x="26717" y="2226"/>
                          <a:pt x="27392" y="3239"/>
                        </a:cubicBezTo>
                        <a:cubicBezTo>
                          <a:pt x="28067" y="4251"/>
                          <a:pt x="28584" y="5443"/>
                          <a:pt x="28922" y="6837"/>
                        </a:cubicBezTo>
                        <a:cubicBezTo>
                          <a:pt x="29259" y="8231"/>
                          <a:pt x="29439" y="9738"/>
                          <a:pt x="29439" y="11402"/>
                        </a:cubicBezTo>
                        <a:cubicBezTo>
                          <a:pt x="29439" y="13066"/>
                          <a:pt x="29191" y="14528"/>
                          <a:pt x="28719" y="15810"/>
                        </a:cubicBezTo>
                        <a:cubicBezTo>
                          <a:pt x="28224" y="17092"/>
                          <a:pt x="27550" y="18172"/>
                          <a:pt x="26695" y="19071"/>
                        </a:cubicBezTo>
                        <a:cubicBezTo>
                          <a:pt x="25841" y="19971"/>
                          <a:pt x="24828" y="20668"/>
                          <a:pt x="23681" y="21185"/>
                        </a:cubicBezTo>
                        <a:cubicBezTo>
                          <a:pt x="22534" y="21680"/>
                          <a:pt x="21298" y="21972"/>
                          <a:pt x="19948" y="22040"/>
                        </a:cubicBezTo>
                        <a:lnTo>
                          <a:pt x="19948" y="18756"/>
                        </a:lnTo>
                        <a:close/>
                      </a:path>
                    </a:pathLst>
                  </a:custGeom>
                  <a:solidFill>
                    <a:srgbClr val="231F20"/>
                  </a:solidFill>
                  <a:ln w="2249" cap="flat">
                    <a:noFill/>
                    <a:prstDash val="solid"/>
                    <a:miter/>
                  </a:ln>
                </p:spPr>
                <p:txBody>
                  <a:bodyPr rtlCol="0" anchor="ctr"/>
                  <a:lstStyle/>
                  <a:p>
                    <a:endParaRPr lang="en-US"/>
                  </a:p>
                </p:txBody>
              </p:sp>
              <p:sp>
                <p:nvSpPr>
                  <p:cNvPr id="3501" name="Freeform 3500">
                    <a:extLst>
                      <a:ext uri="{FF2B5EF4-FFF2-40B4-BE49-F238E27FC236}">
                        <a16:creationId xmlns:a16="http://schemas.microsoft.com/office/drawing/2014/main" id="{FE2E06AF-8326-7069-D8C5-0CB9DD54D125}"/>
                      </a:ext>
                    </a:extLst>
                  </p:cNvPr>
                  <p:cNvSpPr/>
                  <p:nvPr/>
                </p:nvSpPr>
                <p:spPr>
                  <a:xfrm>
                    <a:off x="3405774" y="2811661"/>
                    <a:ext cx="29461" cy="24895"/>
                  </a:xfrm>
                  <a:custGeom>
                    <a:avLst/>
                    <a:gdLst>
                      <a:gd name="connsiteX0" fmla="*/ 9558 w 29461"/>
                      <a:gd name="connsiteY0" fmla="*/ 3733 h 24895"/>
                      <a:gd name="connsiteX1" fmla="*/ 4678 w 29461"/>
                      <a:gd name="connsiteY1" fmla="*/ 6702 h 24895"/>
                      <a:gd name="connsiteX2" fmla="*/ 2924 w 29461"/>
                      <a:gd name="connsiteY2" fmla="*/ 12054 h 24895"/>
                      <a:gd name="connsiteX3" fmla="*/ 3958 w 29461"/>
                      <a:gd name="connsiteY3" fmla="*/ 16327 h 24895"/>
                      <a:gd name="connsiteX4" fmla="*/ 6680 w 29461"/>
                      <a:gd name="connsiteY4" fmla="*/ 19251 h 24895"/>
                      <a:gd name="connsiteX5" fmla="*/ 10503 w 29461"/>
                      <a:gd name="connsiteY5" fmla="*/ 20915 h 24895"/>
                      <a:gd name="connsiteX6" fmla="*/ 14798 w 29461"/>
                      <a:gd name="connsiteY6" fmla="*/ 21455 h 24895"/>
                      <a:gd name="connsiteX7" fmla="*/ 19116 w 29461"/>
                      <a:gd name="connsiteY7" fmla="*/ 20938 h 24895"/>
                      <a:gd name="connsiteX8" fmla="*/ 22895 w 29461"/>
                      <a:gd name="connsiteY8" fmla="*/ 19296 h 24895"/>
                      <a:gd name="connsiteX9" fmla="*/ 25571 w 29461"/>
                      <a:gd name="connsiteY9" fmla="*/ 16372 h 24895"/>
                      <a:gd name="connsiteX10" fmla="*/ 26560 w 29461"/>
                      <a:gd name="connsiteY10" fmla="*/ 12054 h 24895"/>
                      <a:gd name="connsiteX11" fmla="*/ 24559 w 29461"/>
                      <a:gd name="connsiteY11" fmla="*/ 6252 h 24895"/>
                      <a:gd name="connsiteX12" fmla="*/ 19049 w 29461"/>
                      <a:gd name="connsiteY12" fmla="*/ 3463 h 24895"/>
                      <a:gd name="connsiteX13" fmla="*/ 19049 w 29461"/>
                      <a:gd name="connsiteY13" fmla="*/ 0 h 24895"/>
                      <a:gd name="connsiteX14" fmla="*/ 23277 w 29461"/>
                      <a:gd name="connsiteY14" fmla="*/ 1372 h 24895"/>
                      <a:gd name="connsiteX15" fmla="*/ 26560 w 29461"/>
                      <a:gd name="connsiteY15" fmla="*/ 3801 h 24895"/>
                      <a:gd name="connsiteX16" fmla="*/ 28697 w 29461"/>
                      <a:gd name="connsiteY16" fmla="*/ 7332 h 24895"/>
                      <a:gd name="connsiteX17" fmla="*/ 29462 w 29461"/>
                      <a:gd name="connsiteY17" fmla="*/ 12032 h 24895"/>
                      <a:gd name="connsiteX18" fmla="*/ 28337 w 29461"/>
                      <a:gd name="connsiteY18" fmla="*/ 17812 h 24895"/>
                      <a:gd name="connsiteX19" fmla="*/ 25234 w 29461"/>
                      <a:gd name="connsiteY19" fmla="*/ 21815 h 24895"/>
                      <a:gd name="connsiteX20" fmla="*/ 20556 w 29461"/>
                      <a:gd name="connsiteY20" fmla="*/ 24131 h 24895"/>
                      <a:gd name="connsiteX21" fmla="*/ 14776 w 29461"/>
                      <a:gd name="connsiteY21" fmla="*/ 24896 h 24895"/>
                      <a:gd name="connsiteX22" fmla="*/ 9198 w 29461"/>
                      <a:gd name="connsiteY22" fmla="*/ 24064 h 24895"/>
                      <a:gd name="connsiteX23" fmla="*/ 4476 w 29461"/>
                      <a:gd name="connsiteY23" fmla="*/ 21612 h 24895"/>
                      <a:gd name="connsiteX24" fmla="*/ 1215 w 29461"/>
                      <a:gd name="connsiteY24" fmla="*/ 17587 h 24895"/>
                      <a:gd name="connsiteX25" fmla="*/ 0 w 29461"/>
                      <a:gd name="connsiteY25" fmla="*/ 12054 h 24895"/>
                      <a:gd name="connsiteX26" fmla="*/ 2316 w 29461"/>
                      <a:gd name="connsiteY26" fmla="*/ 4206 h 24895"/>
                      <a:gd name="connsiteX27" fmla="*/ 9558 w 29461"/>
                      <a:gd name="connsiteY27" fmla="*/ 450 h 24895"/>
                      <a:gd name="connsiteX28" fmla="*/ 9558 w 29461"/>
                      <a:gd name="connsiteY28" fmla="*/ 3733 h 2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9461" h="24895">
                        <a:moveTo>
                          <a:pt x="9558" y="3733"/>
                        </a:moveTo>
                        <a:cubicBezTo>
                          <a:pt x="7467" y="4318"/>
                          <a:pt x="5848" y="5308"/>
                          <a:pt x="4678" y="6702"/>
                        </a:cubicBezTo>
                        <a:cubicBezTo>
                          <a:pt x="3509" y="8096"/>
                          <a:pt x="2924" y="9895"/>
                          <a:pt x="2924" y="12054"/>
                        </a:cubicBezTo>
                        <a:cubicBezTo>
                          <a:pt x="2924" y="13719"/>
                          <a:pt x="3261" y="15135"/>
                          <a:pt x="3958" y="16327"/>
                        </a:cubicBezTo>
                        <a:cubicBezTo>
                          <a:pt x="4633" y="17519"/>
                          <a:pt x="5555" y="18486"/>
                          <a:pt x="6680" y="19251"/>
                        </a:cubicBezTo>
                        <a:cubicBezTo>
                          <a:pt x="7804" y="20016"/>
                          <a:pt x="9086" y="20555"/>
                          <a:pt x="10503" y="20915"/>
                        </a:cubicBezTo>
                        <a:cubicBezTo>
                          <a:pt x="11920" y="21275"/>
                          <a:pt x="13359" y="21455"/>
                          <a:pt x="14798" y="21455"/>
                        </a:cubicBezTo>
                        <a:cubicBezTo>
                          <a:pt x="16238" y="21455"/>
                          <a:pt x="17722" y="21275"/>
                          <a:pt x="19116" y="20938"/>
                        </a:cubicBezTo>
                        <a:cubicBezTo>
                          <a:pt x="20510" y="20600"/>
                          <a:pt x="21770" y="20038"/>
                          <a:pt x="22895" y="19296"/>
                        </a:cubicBezTo>
                        <a:cubicBezTo>
                          <a:pt x="24019" y="18554"/>
                          <a:pt x="24896" y="17564"/>
                          <a:pt x="25571" y="16372"/>
                        </a:cubicBezTo>
                        <a:cubicBezTo>
                          <a:pt x="26245" y="15180"/>
                          <a:pt x="26560" y="13741"/>
                          <a:pt x="26560" y="12054"/>
                        </a:cubicBezTo>
                        <a:cubicBezTo>
                          <a:pt x="26560" y="9648"/>
                          <a:pt x="25886" y="7714"/>
                          <a:pt x="24559" y="6252"/>
                        </a:cubicBezTo>
                        <a:cubicBezTo>
                          <a:pt x="23232" y="4790"/>
                          <a:pt x="21388" y="3868"/>
                          <a:pt x="19049" y="3463"/>
                        </a:cubicBezTo>
                        <a:lnTo>
                          <a:pt x="19049" y="0"/>
                        </a:lnTo>
                        <a:cubicBezTo>
                          <a:pt x="20601" y="292"/>
                          <a:pt x="22017" y="742"/>
                          <a:pt x="23277" y="1372"/>
                        </a:cubicBezTo>
                        <a:cubicBezTo>
                          <a:pt x="24559" y="2002"/>
                          <a:pt x="25661" y="2811"/>
                          <a:pt x="26560" y="3801"/>
                        </a:cubicBezTo>
                        <a:cubicBezTo>
                          <a:pt x="27482" y="4790"/>
                          <a:pt x="28180" y="5960"/>
                          <a:pt x="28697" y="7332"/>
                        </a:cubicBezTo>
                        <a:cubicBezTo>
                          <a:pt x="29192" y="8703"/>
                          <a:pt x="29462" y="10255"/>
                          <a:pt x="29462" y="12032"/>
                        </a:cubicBezTo>
                        <a:cubicBezTo>
                          <a:pt x="29462" y="14258"/>
                          <a:pt x="29079" y="16192"/>
                          <a:pt x="28337" y="17812"/>
                        </a:cubicBezTo>
                        <a:cubicBezTo>
                          <a:pt x="27595" y="19431"/>
                          <a:pt x="26538" y="20758"/>
                          <a:pt x="25234" y="21815"/>
                        </a:cubicBezTo>
                        <a:cubicBezTo>
                          <a:pt x="23929" y="22849"/>
                          <a:pt x="22355" y="23637"/>
                          <a:pt x="20556" y="24131"/>
                        </a:cubicBezTo>
                        <a:cubicBezTo>
                          <a:pt x="18757" y="24626"/>
                          <a:pt x="16822" y="24896"/>
                          <a:pt x="14776" y="24896"/>
                        </a:cubicBezTo>
                        <a:cubicBezTo>
                          <a:pt x="12842" y="24896"/>
                          <a:pt x="10975" y="24626"/>
                          <a:pt x="9198" y="24064"/>
                        </a:cubicBezTo>
                        <a:cubicBezTo>
                          <a:pt x="7422" y="23502"/>
                          <a:pt x="5848" y="22692"/>
                          <a:pt x="4476" y="21612"/>
                        </a:cubicBezTo>
                        <a:cubicBezTo>
                          <a:pt x="3104" y="20533"/>
                          <a:pt x="2024" y="19184"/>
                          <a:pt x="1215" y="17587"/>
                        </a:cubicBezTo>
                        <a:cubicBezTo>
                          <a:pt x="405" y="15990"/>
                          <a:pt x="0" y="14146"/>
                          <a:pt x="0" y="12054"/>
                        </a:cubicBezTo>
                        <a:cubicBezTo>
                          <a:pt x="0" y="8816"/>
                          <a:pt x="765" y="6207"/>
                          <a:pt x="2316" y="4206"/>
                        </a:cubicBezTo>
                        <a:cubicBezTo>
                          <a:pt x="3868" y="2204"/>
                          <a:pt x="6275" y="967"/>
                          <a:pt x="9558" y="450"/>
                        </a:cubicBezTo>
                        <a:lnTo>
                          <a:pt x="9558" y="3733"/>
                        </a:lnTo>
                        <a:close/>
                      </a:path>
                    </a:pathLst>
                  </a:custGeom>
                  <a:solidFill>
                    <a:srgbClr val="231F20"/>
                  </a:solidFill>
                  <a:ln w="2249" cap="flat">
                    <a:noFill/>
                    <a:prstDash val="solid"/>
                    <a:miter/>
                  </a:ln>
                </p:spPr>
                <p:txBody>
                  <a:bodyPr rtlCol="0" anchor="ctr"/>
                  <a:lstStyle/>
                  <a:p>
                    <a:endParaRPr lang="en-US"/>
                  </a:p>
                </p:txBody>
              </p:sp>
              <p:sp>
                <p:nvSpPr>
                  <p:cNvPr id="3502" name="Freeform 3501">
                    <a:extLst>
                      <a:ext uri="{FF2B5EF4-FFF2-40B4-BE49-F238E27FC236}">
                        <a16:creationId xmlns:a16="http://schemas.microsoft.com/office/drawing/2014/main" id="{214F7137-81E5-6414-E63E-DB473E08E505}"/>
                      </a:ext>
                    </a:extLst>
                  </p:cNvPr>
                  <p:cNvSpPr/>
                  <p:nvPr/>
                </p:nvSpPr>
                <p:spPr>
                  <a:xfrm>
                    <a:off x="3405774" y="2792545"/>
                    <a:ext cx="28719" cy="12481"/>
                  </a:xfrm>
                  <a:custGeom>
                    <a:avLst/>
                    <a:gdLst>
                      <a:gd name="connsiteX0" fmla="*/ 28719 w 28719"/>
                      <a:gd name="connsiteY0" fmla="*/ 9243 h 12481"/>
                      <a:gd name="connsiteX1" fmla="*/ 28719 w 28719"/>
                      <a:gd name="connsiteY1" fmla="*/ 12482 h 12481"/>
                      <a:gd name="connsiteX2" fmla="*/ 765 w 28719"/>
                      <a:gd name="connsiteY2" fmla="*/ 12482 h 12481"/>
                      <a:gd name="connsiteX3" fmla="*/ 765 w 28719"/>
                      <a:gd name="connsiteY3" fmla="*/ 9243 h 12481"/>
                      <a:gd name="connsiteX4" fmla="*/ 6005 w 28719"/>
                      <a:gd name="connsiteY4" fmla="*/ 9243 h 12481"/>
                      <a:gd name="connsiteX5" fmla="*/ 6005 w 28719"/>
                      <a:gd name="connsiteY5" fmla="*/ 9131 h 12481"/>
                      <a:gd name="connsiteX6" fmla="*/ 1327 w 28719"/>
                      <a:gd name="connsiteY6" fmla="*/ 5645 h 12481"/>
                      <a:gd name="connsiteX7" fmla="*/ 0 w 28719"/>
                      <a:gd name="connsiteY7" fmla="*/ 0 h 12481"/>
                      <a:gd name="connsiteX8" fmla="*/ 3509 w 28719"/>
                      <a:gd name="connsiteY8" fmla="*/ 0 h 12481"/>
                      <a:gd name="connsiteX9" fmla="*/ 4363 w 28719"/>
                      <a:gd name="connsiteY9" fmla="*/ 4543 h 12481"/>
                      <a:gd name="connsiteX10" fmla="*/ 6837 w 28719"/>
                      <a:gd name="connsiteY10" fmla="*/ 7377 h 12481"/>
                      <a:gd name="connsiteX11" fmla="*/ 10525 w 28719"/>
                      <a:gd name="connsiteY11" fmla="*/ 8838 h 12481"/>
                      <a:gd name="connsiteX12" fmla="*/ 14978 w 28719"/>
                      <a:gd name="connsiteY12" fmla="*/ 9243 h 12481"/>
                      <a:gd name="connsiteX13" fmla="*/ 28697 w 28719"/>
                      <a:gd name="connsiteY13" fmla="*/ 9243 h 1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19" h="12481">
                        <a:moveTo>
                          <a:pt x="28719" y="9243"/>
                        </a:moveTo>
                        <a:lnTo>
                          <a:pt x="28719" y="12482"/>
                        </a:lnTo>
                        <a:lnTo>
                          <a:pt x="765" y="12482"/>
                        </a:lnTo>
                        <a:lnTo>
                          <a:pt x="765" y="9243"/>
                        </a:lnTo>
                        <a:lnTo>
                          <a:pt x="6005" y="9243"/>
                        </a:lnTo>
                        <a:lnTo>
                          <a:pt x="6005" y="9131"/>
                        </a:lnTo>
                        <a:cubicBezTo>
                          <a:pt x="3778" y="8231"/>
                          <a:pt x="2227" y="7062"/>
                          <a:pt x="1327" y="5645"/>
                        </a:cubicBezTo>
                        <a:cubicBezTo>
                          <a:pt x="450" y="4228"/>
                          <a:pt x="0" y="2339"/>
                          <a:pt x="0" y="0"/>
                        </a:cubicBezTo>
                        <a:lnTo>
                          <a:pt x="3509" y="0"/>
                        </a:lnTo>
                        <a:cubicBezTo>
                          <a:pt x="3463" y="1844"/>
                          <a:pt x="3756" y="3351"/>
                          <a:pt x="4363" y="4543"/>
                        </a:cubicBezTo>
                        <a:cubicBezTo>
                          <a:pt x="4970" y="5735"/>
                          <a:pt x="5802" y="6679"/>
                          <a:pt x="6837" y="7377"/>
                        </a:cubicBezTo>
                        <a:cubicBezTo>
                          <a:pt x="7871" y="8074"/>
                          <a:pt x="9108" y="8569"/>
                          <a:pt x="10525" y="8838"/>
                        </a:cubicBezTo>
                        <a:cubicBezTo>
                          <a:pt x="11942" y="9108"/>
                          <a:pt x="13426" y="9243"/>
                          <a:pt x="14978" y="9243"/>
                        </a:cubicBezTo>
                        <a:lnTo>
                          <a:pt x="28697" y="9243"/>
                        </a:lnTo>
                        <a:close/>
                      </a:path>
                    </a:pathLst>
                  </a:custGeom>
                  <a:solidFill>
                    <a:srgbClr val="231F20"/>
                  </a:solidFill>
                  <a:ln w="2249" cap="flat">
                    <a:noFill/>
                    <a:prstDash val="solid"/>
                    <a:miter/>
                  </a:ln>
                </p:spPr>
                <p:txBody>
                  <a:bodyPr rtlCol="0" anchor="ctr"/>
                  <a:lstStyle/>
                  <a:p>
                    <a:endParaRPr lang="en-US"/>
                  </a:p>
                </p:txBody>
              </p:sp>
              <p:sp>
                <p:nvSpPr>
                  <p:cNvPr id="3503" name="Freeform 3502">
                    <a:extLst>
                      <a:ext uri="{FF2B5EF4-FFF2-40B4-BE49-F238E27FC236}">
                        <a16:creationId xmlns:a16="http://schemas.microsoft.com/office/drawing/2014/main" id="{22326D47-6382-2AF3-321A-624A408698FE}"/>
                      </a:ext>
                    </a:extLst>
                  </p:cNvPr>
                  <p:cNvSpPr/>
                  <p:nvPr/>
                </p:nvSpPr>
                <p:spPr>
                  <a:xfrm>
                    <a:off x="3395632" y="2783347"/>
                    <a:ext cx="38861" cy="3553"/>
                  </a:xfrm>
                  <a:custGeom>
                    <a:avLst/>
                    <a:gdLst>
                      <a:gd name="connsiteX0" fmla="*/ 4813 w 38861"/>
                      <a:gd name="connsiteY0" fmla="*/ 3553 h 3553"/>
                      <a:gd name="connsiteX1" fmla="*/ 0 w 38861"/>
                      <a:gd name="connsiteY1" fmla="*/ 3553 h 3553"/>
                      <a:gd name="connsiteX2" fmla="*/ 0 w 38861"/>
                      <a:gd name="connsiteY2" fmla="*/ 0 h 3553"/>
                      <a:gd name="connsiteX3" fmla="*/ 4813 w 38861"/>
                      <a:gd name="connsiteY3" fmla="*/ 0 h 3553"/>
                      <a:gd name="connsiteX4" fmla="*/ 4813 w 38861"/>
                      <a:gd name="connsiteY4" fmla="*/ 3553 h 3553"/>
                      <a:gd name="connsiteX5" fmla="*/ 38862 w 38861"/>
                      <a:gd name="connsiteY5" fmla="*/ 3396 h 3553"/>
                      <a:gd name="connsiteX6" fmla="*/ 10907 w 38861"/>
                      <a:gd name="connsiteY6" fmla="*/ 3396 h 3553"/>
                      <a:gd name="connsiteX7" fmla="*/ 10907 w 38861"/>
                      <a:gd name="connsiteY7" fmla="*/ 157 h 3553"/>
                      <a:gd name="connsiteX8" fmla="*/ 38862 w 38861"/>
                      <a:gd name="connsiteY8" fmla="*/ 157 h 3553"/>
                      <a:gd name="connsiteX9" fmla="*/ 38862 w 38861"/>
                      <a:gd name="connsiteY9" fmla="*/ 3396 h 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61" h="3553">
                        <a:moveTo>
                          <a:pt x="4813" y="3553"/>
                        </a:moveTo>
                        <a:lnTo>
                          <a:pt x="0" y="3553"/>
                        </a:lnTo>
                        <a:lnTo>
                          <a:pt x="0" y="0"/>
                        </a:lnTo>
                        <a:lnTo>
                          <a:pt x="4813" y="0"/>
                        </a:lnTo>
                        <a:lnTo>
                          <a:pt x="4813" y="3553"/>
                        </a:lnTo>
                        <a:close/>
                        <a:moveTo>
                          <a:pt x="38862" y="3396"/>
                        </a:moveTo>
                        <a:lnTo>
                          <a:pt x="10907" y="3396"/>
                        </a:lnTo>
                        <a:lnTo>
                          <a:pt x="10907" y="157"/>
                        </a:lnTo>
                        <a:lnTo>
                          <a:pt x="38862" y="157"/>
                        </a:lnTo>
                        <a:lnTo>
                          <a:pt x="38862" y="3396"/>
                        </a:lnTo>
                        <a:close/>
                      </a:path>
                    </a:pathLst>
                  </a:custGeom>
                  <a:solidFill>
                    <a:srgbClr val="231F20"/>
                  </a:solidFill>
                  <a:ln w="2249" cap="flat">
                    <a:noFill/>
                    <a:prstDash val="solid"/>
                    <a:miter/>
                  </a:ln>
                </p:spPr>
                <p:txBody>
                  <a:bodyPr rtlCol="0" anchor="ctr"/>
                  <a:lstStyle/>
                  <a:p>
                    <a:endParaRPr lang="en-US"/>
                  </a:p>
                </p:txBody>
              </p:sp>
              <p:sp>
                <p:nvSpPr>
                  <p:cNvPr id="3504" name="Freeform 3503">
                    <a:extLst>
                      <a:ext uri="{FF2B5EF4-FFF2-40B4-BE49-F238E27FC236}">
                        <a16:creationId xmlns:a16="http://schemas.microsoft.com/office/drawing/2014/main" id="{414DCB6A-CE34-3450-8B14-20E483D1EE00}"/>
                      </a:ext>
                    </a:extLst>
                  </p:cNvPr>
                  <p:cNvSpPr/>
                  <p:nvPr/>
                </p:nvSpPr>
                <p:spPr>
                  <a:xfrm>
                    <a:off x="3405797" y="2737670"/>
                    <a:ext cx="28764" cy="38007"/>
                  </a:xfrm>
                  <a:custGeom>
                    <a:avLst/>
                    <a:gdLst>
                      <a:gd name="connsiteX0" fmla="*/ 28697 w 28764"/>
                      <a:gd name="connsiteY0" fmla="*/ 34769 h 38007"/>
                      <a:gd name="connsiteX1" fmla="*/ 28697 w 28764"/>
                      <a:gd name="connsiteY1" fmla="*/ 38007 h 38007"/>
                      <a:gd name="connsiteX2" fmla="*/ 742 w 28764"/>
                      <a:gd name="connsiteY2" fmla="*/ 38007 h 38007"/>
                      <a:gd name="connsiteX3" fmla="*/ 742 w 28764"/>
                      <a:gd name="connsiteY3" fmla="*/ 34769 h 38007"/>
                      <a:gd name="connsiteX4" fmla="*/ 4948 w 28764"/>
                      <a:gd name="connsiteY4" fmla="*/ 34769 h 38007"/>
                      <a:gd name="connsiteX5" fmla="*/ 4948 w 28764"/>
                      <a:gd name="connsiteY5" fmla="*/ 34656 h 38007"/>
                      <a:gd name="connsiteX6" fmla="*/ 1260 w 28764"/>
                      <a:gd name="connsiteY6" fmla="*/ 31103 h 38007"/>
                      <a:gd name="connsiteX7" fmla="*/ 0 w 28764"/>
                      <a:gd name="connsiteY7" fmla="*/ 26020 h 38007"/>
                      <a:gd name="connsiteX8" fmla="*/ 427 w 28764"/>
                      <a:gd name="connsiteY8" fmla="*/ 22737 h 38007"/>
                      <a:gd name="connsiteX9" fmla="*/ 1597 w 28764"/>
                      <a:gd name="connsiteY9" fmla="*/ 20443 h 38007"/>
                      <a:gd name="connsiteX10" fmla="*/ 3306 w 28764"/>
                      <a:gd name="connsiteY10" fmla="*/ 18869 h 38007"/>
                      <a:gd name="connsiteX11" fmla="*/ 5420 w 28764"/>
                      <a:gd name="connsiteY11" fmla="*/ 17812 h 38007"/>
                      <a:gd name="connsiteX12" fmla="*/ 1350 w 28764"/>
                      <a:gd name="connsiteY12" fmla="*/ 14056 h 38007"/>
                      <a:gd name="connsiteX13" fmla="*/ 23 w 28764"/>
                      <a:gd name="connsiteY13" fmla="*/ 8681 h 38007"/>
                      <a:gd name="connsiteX14" fmla="*/ 967 w 28764"/>
                      <a:gd name="connsiteY14" fmla="*/ 4116 h 38007"/>
                      <a:gd name="connsiteX15" fmla="*/ 3441 w 28764"/>
                      <a:gd name="connsiteY15" fmla="*/ 1507 h 38007"/>
                      <a:gd name="connsiteX16" fmla="*/ 6972 w 28764"/>
                      <a:gd name="connsiteY16" fmla="*/ 292 h 38007"/>
                      <a:gd name="connsiteX17" fmla="*/ 11065 w 28764"/>
                      <a:gd name="connsiteY17" fmla="*/ 0 h 38007"/>
                      <a:gd name="connsiteX18" fmla="*/ 28719 w 28764"/>
                      <a:gd name="connsiteY18" fmla="*/ 0 h 38007"/>
                      <a:gd name="connsiteX19" fmla="*/ 28719 w 28764"/>
                      <a:gd name="connsiteY19" fmla="*/ 3239 h 38007"/>
                      <a:gd name="connsiteX20" fmla="*/ 9401 w 28764"/>
                      <a:gd name="connsiteY20" fmla="*/ 3239 h 38007"/>
                      <a:gd name="connsiteX21" fmla="*/ 4655 w 28764"/>
                      <a:gd name="connsiteY21" fmla="*/ 4498 h 38007"/>
                      <a:gd name="connsiteX22" fmla="*/ 2924 w 28764"/>
                      <a:gd name="connsiteY22" fmla="*/ 9221 h 38007"/>
                      <a:gd name="connsiteX23" fmla="*/ 3711 w 28764"/>
                      <a:gd name="connsiteY23" fmla="*/ 12639 h 38007"/>
                      <a:gd name="connsiteX24" fmla="*/ 6117 w 28764"/>
                      <a:gd name="connsiteY24" fmla="*/ 15518 h 38007"/>
                      <a:gd name="connsiteX25" fmla="*/ 7759 w 28764"/>
                      <a:gd name="connsiteY25" fmla="*/ 16417 h 38007"/>
                      <a:gd name="connsiteX26" fmla="*/ 9738 w 28764"/>
                      <a:gd name="connsiteY26" fmla="*/ 16980 h 38007"/>
                      <a:gd name="connsiteX27" fmla="*/ 11785 w 28764"/>
                      <a:gd name="connsiteY27" fmla="*/ 17272 h 38007"/>
                      <a:gd name="connsiteX28" fmla="*/ 13674 w 28764"/>
                      <a:gd name="connsiteY28" fmla="*/ 17362 h 38007"/>
                      <a:gd name="connsiteX29" fmla="*/ 28742 w 28764"/>
                      <a:gd name="connsiteY29" fmla="*/ 17362 h 38007"/>
                      <a:gd name="connsiteX30" fmla="*/ 28742 w 28764"/>
                      <a:gd name="connsiteY30" fmla="*/ 20600 h 38007"/>
                      <a:gd name="connsiteX31" fmla="*/ 9423 w 28764"/>
                      <a:gd name="connsiteY31" fmla="*/ 20600 h 38007"/>
                      <a:gd name="connsiteX32" fmla="*/ 4678 w 28764"/>
                      <a:gd name="connsiteY32" fmla="*/ 21860 h 38007"/>
                      <a:gd name="connsiteX33" fmla="*/ 2946 w 28764"/>
                      <a:gd name="connsiteY33" fmla="*/ 26583 h 38007"/>
                      <a:gd name="connsiteX34" fmla="*/ 3733 w 28764"/>
                      <a:gd name="connsiteY34" fmla="*/ 30001 h 38007"/>
                      <a:gd name="connsiteX35" fmla="*/ 6140 w 28764"/>
                      <a:gd name="connsiteY35" fmla="*/ 32880 h 38007"/>
                      <a:gd name="connsiteX36" fmla="*/ 7782 w 28764"/>
                      <a:gd name="connsiteY36" fmla="*/ 33779 h 38007"/>
                      <a:gd name="connsiteX37" fmla="*/ 9761 w 28764"/>
                      <a:gd name="connsiteY37" fmla="*/ 34342 h 38007"/>
                      <a:gd name="connsiteX38" fmla="*/ 11807 w 28764"/>
                      <a:gd name="connsiteY38" fmla="*/ 34634 h 38007"/>
                      <a:gd name="connsiteX39" fmla="*/ 13696 w 28764"/>
                      <a:gd name="connsiteY39" fmla="*/ 34724 h 38007"/>
                      <a:gd name="connsiteX40" fmla="*/ 28764 w 28764"/>
                      <a:gd name="connsiteY40" fmla="*/ 34724 h 38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8764" h="38007">
                        <a:moveTo>
                          <a:pt x="28697" y="34769"/>
                        </a:moveTo>
                        <a:lnTo>
                          <a:pt x="28697" y="38007"/>
                        </a:lnTo>
                        <a:lnTo>
                          <a:pt x="742" y="38007"/>
                        </a:lnTo>
                        <a:lnTo>
                          <a:pt x="742" y="34769"/>
                        </a:lnTo>
                        <a:lnTo>
                          <a:pt x="4948" y="34769"/>
                        </a:lnTo>
                        <a:lnTo>
                          <a:pt x="4948" y="34656"/>
                        </a:lnTo>
                        <a:cubicBezTo>
                          <a:pt x="3329" y="33824"/>
                          <a:pt x="2092" y="32632"/>
                          <a:pt x="1260" y="31103"/>
                        </a:cubicBezTo>
                        <a:cubicBezTo>
                          <a:pt x="405" y="29551"/>
                          <a:pt x="0" y="27865"/>
                          <a:pt x="0" y="26020"/>
                        </a:cubicBezTo>
                        <a:cubicBezTo>
                          <a:pt x="0" y="24716"/>
                          <a:pt x="135" y="23637"/>
                          <a:pt x="427" y="22737"/>
                        </a:cubicBezTo>
                        <a:cubicBezTo>
                          <a:pt x="720" y="21837"/>
                          <a:pt x="1102" y="21073"/>
                          <a:pt x="1597" y="20443"/>
                        </a:cubicBezTo>
                        <a:cubicBezTo>
                          <a:pt x="2092" y="19813"/>
                          <a:pt x="2654" y="19296"/>
                          <a:pt x="3306" y="18869"/>
                        </a:cubicBezTo>
                        <a:cubicBezTo>
                          <a:pt x="3958" y="18464"/>
                          <a:pt x="4655" y="18104"/>
                          <a:pt x="5420" y="17812"/>
                        </a:cubicBezTo>
                        <a:cubicBezTo>
                          <a:pt x="3576" y="16867"/>
                          <a:pt x="2226" y="15630"/>
                          <a:pt x="1350" y="14056"/>
                        </a:cubicBezTo>
                        <a:cubicBezTo>
                          <a:pt x="472" y="12482"/>
                          <a:pt x="23" y="10705"/>
                          <a:pt x="23" y="8681"/>
                        </a:cubicBezTo>
                        <a:cubicBezTo>
                          <a:pt x="23" y="6769"/>
                          <a:pt x="337" y="5263"/>
                          <a:pt x="967" y="4116"/>
                        </a:cubicBezTo>
                        <a:cubicBezTo>
                          <a:pt x="1597" y="2991"/>
                          <a:pt x="2429" y="2114"/>
                          <a:pt x="3441" y="1507"/>
                        </a:cubicBezTo>
                        <a:cubicBezTo>
                          <a:pt x="4453" y="900"/>
                          <a:pt x="5645" y="495"/>
                          <a:pt x="6972" y="292"/>
                        </a:cubicBezTo>
                        <a:cubicBezTo>
                          <a:pt x="8299" y="90"/>
                          <a:pt x="9671" y="0"/>
                          <a:pt x="11065" y="0"/>
                        </a:cubicBezTo>
                        <a:lnTo>
                          <a:pt x="28719" y="0"/>
                        </a:lnTo>
                        <a:lnTo>
                          <a:pt x="28719" y="3239"/>
                        </a:lnTo>
                        <a:lnTo>
                          <a:pt x="9401" y="3239"/>
                        </a:lnTo>
                        <a:cubicBezTo>
                          <a:pt x="7377" y="3239"/>
                          <a:pt x="5802" y="3666"/>
                          <a:pt x="4655" y="4498"/>
                        </a:cubicBezTo>
                        <a:cubicBezTo>
                          <a:pt x="3509" y="5353"/>
                          <a:pt x="2924" y="6927"/>
                          <a:pt x="2924" y="9221"/>
                        </a:cubicBezTo>
                        <a:cubicBezTo>
                          <a:pt x="2924" y="10413"/>
                          <a:pt x="3194" y="11560"/>
                          <a:pt x="3711" y="12639"/>
                        </a:cubicBezTo>
                        <a:cubicBezTo>
                          <a:pt x="4228" y="13741"/>
                          <a:pt x="5038" y="14708"/>
                          <a:pt x="6117" y="15518"/>
                        </a:cubicBezTo>
                        <a:cubicBezTo>
                          <a:pt x="6590" y="15878"/>
                          <a:pt x="7129" y="16170"/>
                          <a:pt x="7759" y="16417"/>
                        </a:cubicBezTo>
                        <a:cubicBezTo>
                          <a:pt x="8389" y="16642"/>
                          <a:pt x="9041" y="16845"/>
                          <a:pt x="9738" y="16980"/>
                        </a:cubicBezTo>
                        <a:cubicBezTo>
                          <a:pt x="10413" y="17115"/>
                          <a:pt x="11110" y="17227"/>
                          <a:pt x="11785" y="17272"/>
                        </a:cubicBezTo>
                        <a:cubicBezTo>
                          <a:pt x="12459" y="17317"/>
                          <a:pt x="13089" y="17362"/>
                          <a:pt x="13674" y="17362"/>
                        </a:cubicBezTo>
                        <a:lnTo>
                          <a:pt x="28742" y="17362"/>
                        </a:lnTo>
                        <a:lnTo>
                          <a:pt x="28742" y="20600"/>
                        </a:lnTo>
                        <a:lnTo>
                          <a:pt x="9423" y="20600"/>
                        </a:lnTo>
                        <a:cubicBezTo>
                          <a:pt x="7399" y="20600"/>
                          <a:pt x="5825" y="21028"/>
                          <a:pt x="4678" y="21860"/>
                        </a:cubicBezTo>
                        <a:cubicBezTo>
                          <a:pt x="3531" y="22714"/>
                          <a:pt x="2946" y="24289"/>
                          <a:pt x="2946" y="26583"/>
                        </a:cubicBezTo>
                        <a:cubicBezTo>
                          <a:pt x="2946" y="27775"/>
                          <a:pt x="3216" y="28922"/>
                          <a:pt x="3733" y="30001"/>
                        </a:cubicBezTo>
                        <a:cubicBezTo>
                          <a:pt x="4251" y="31103"/>
                          <a:pt x="5060" y="32070"/>
                          <a:pt x="6140" y="32880"/>
                        </a:cubicBezTo>
                        <a:cubicBezTo>
                          <a:pt x="6612" y="33240"/>
                          <a:pt x="7152" y="33532"/>
                          <a:pt x="7782" y="33779"/>
                        </a:cubicBezTo>
                        <a:cubicBezTo>
                          <a:pt x="8411" y="34004"/>
                          <a:pt x="9063" y="34207"/>
                          <a:pt x="9761" y="34342"/>
                        </a:cubicBezTo>
                        <a:cubicBezTo>
                          <a:pt x="10435" y="34477"/>
                          <a:pt x="11133" y="34589"/>
                          <a:pt x="11807" y="34634"/>
                        </a:cubicBezTo>
                        <a:cubicBezTo>
                          <a:pt x="12482" y="34679"/>
                          <a:pt x="13112" y="34724"/>
                          <a:pt x="13696" y="34724"/>
                        </a:cubicBezTo>
                        <a:lnTo>
                          <a:pt x="28764" y="34724"/>
                        </a:lnTo>
                        <a:close/>
                      </a:path>
                    </a:pathLst>
                  </a:custGeom>
                  <a:solidFill>
                    <a:srgbClr val="231F20"/>
                  </a:solidFill>
                  <a:ln w="2249" cap="flat">
                    <a:noFill/>
                    <a:prstDash val="solid"/>
                    <a:miter/>
                  </a:ln>
                </p:spPr>
                <p:txBody>
                  <a:bodyPr rtlCol="0" anchor="ctr"/>
                  <a:lstStyle/>
                  <a:p>
                    <a:endParaRPr lang="en-US"/>
                  </a:p>
                </p:txBody>
              </p:sp>
              <p:sp>
                <p:nvSpPr>
                  <p:cNvPr id="3505" name="Freeform 3504">
                    <a:extLst>
                      <a:ext uri="{FF2B5EF4-FFF2-40B4-BE49-F238E27FC236}">
                        <a16:creationId xmlns:a16="http://schemas.microsoft.com/office/drawing/2014/main" id="{E937AF49-E635-DB01-BCBD-33B225DE1AF2}"/>
                      </a:ext>
                    </a:extLst>
                  </p:cNvPr>
                  <p:cNvSpPr/>
                  <p:nvPr/>
                </p:nvSpPr>
                <p:spPr>
                  <a:xfrm>
                    <a:off x="3395632" y="2726403"/>
                    <a:ext cx="38861" cy="3553"/>
                  </a:xfrm>
                  <a:custGeom>
                    <a:avLst/>
                    <a:gdLst>
                      <a:gd name="connsiteX0" fmla="*/ 4813 w 38861"/>
                      <a:gd name="connsiteY0" fmla="*/ 3553 h 3553"/>
                      <a:gd name="connsiteX1" fmla="*/ 0 w 38861"/>
                      <a:gd name="connsiteY1" fmla="*/ 3553 h 3553"/>
                      <a:gd name="connsiteX2" fmla="*/ 0 w 38861"/>
                      <a:gd name="connsiteY2" fmla="*/ 0 h 3553"/>
                      <a:gd name="connsiteX3" fmla="*/ 4813 w 38861"/>
                      <a:gd name="connsiteY3" fmla="*/ 0 h 3553"/>
                      <a:gd name="connsiteX4" fmla="*/ 4813 w 38861"/>
                      <a:gd name="connsiteY4" fmla="*/ 3553 h 3553"/>
                      <a:gd name="connsiteX5" fmla="*/ 38862 w 38861"/>
                      <a:gd name="connsiteY5" fmla="*/ 3396 h 3553"/>
                      <a:gd name="connsiteX6" fmla="*/ 10907 w 38861"/>
                      <a:gd name="connsiteY6" fmla="*/ 3396 h 3553"/>
                      <a:gd name="connsiteX7" fmla="*/ 10907 w 38861"/>
                      <a:gd name="connsiteY7" fmla="*/ 157 h 3553"/>
                      <a:gd name="connsiteX8" fmla="*/ 38862 w 38861"/>
                      <a:gd name="connsiteY8" fmla="*/ 157 h 3553"/>
                      <a:gd name="connsiteX9" fmla="*/ 38862 w 38861"/>
                      <a:gd name="connsiteY9" fmla="*/ 3396 h 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61" h="3553">
                        <a:moveTo>
                          <a:pt x="4813" y="3553"/>
                        </a:moveTo>
                        <a:lnTo>
                          <a:pt x="0" y="3553"/>
                        </a:lnTo>
                        <a:lnTo>
                          <a:pt x="0" y="0"/>
                        </a:lnTo>
                        <a:lnTo>
                          <a:pt x="4813" y="0"/>
                        </a:lnTo>
                        <a:lnTo>
                          <a:pt x="4813" y="3553"/>
                        </a:lnTo>
                        <a:close/>
                        <a:moveTo>
                          <a:pt x="38862" y="3396"/>
                        </a:moveTo>
                        <a:lnTo>
                          <a:pt x="10907" y="3396"/>
                        </a:lnTo>
                        <a:lnTo>
                          <a:pt x="10907" y="157"/>
                        </a:lnTo>
                        <a:lnTo>
                          <a:pt x="38862" y="157"/>
                        </a:lnTo>
                        <a:lnTo>
                          <a:pt x="38862" y="3396"/>
                        </a:lnTo>
                        <a:close/>
                      </a:path>
                    </a:pathLst>
                  </a:custGeom>
                  <a:solidFill>
                    <a:srgbClr val="231F20"/>
                  </a:solidFill>
                  <a:ln w="2249" cap="flat">
                    <a:noFill/>
                    <a:prstDash val="solid"/>
                    <a:miter/>
                  </a:ln>
                </p:spPr>
                <p:txBody>
                  <a:bodyPr rtlCol="0" anchor="ctr"/>
                  <a:lstStyle/>
                  <a:p>
                    <a:endParaRPr lang="en-US"/>
                  </a:p>
                </p:txBody>
              </p:sp>
              <p:sp>
                <p:nvSpPr>
                  <p:cNvPr id="3506" name="Freeform 3505">
                    <a:extLst>
                      <a:ext uri="{FF2B5EF4-FFF2-40B4-BE49-F238E27FC236}">
                        <a16:creationId xmlns:a16="http://schemas.microsoft.com/office/drawing/2014/main" id="{B035B85D-A5F8-DEDA-FECE-EF49529E1400}"/>
                      </a:ext>
                    </a:extLst>
                  </p:cNvPr>
                  <p:cNvSpPr/>
                  <p:nvPr/>
                </p:nvSpPr>
                <p:spPr>
                  <a:xfrm>
                    <a:off x="3405774" y="2696109"/>
                    <a:ext cx="28741" cy="22197"/>
                  </a:xfrm>
                  <a:custGeom>
                    <a:avLst/>
                    <a:gdLst>
                      <a:gd name="connsiteX0" fmla="*/ 28719 w 28741"/>
                      <a:gd name="connsiteY0" fmla="*/ 18959 h 22197"/>
                      <a:gd name="connsiteX1" fmla="*/ 28719 w 28741"/>
                      <a:gd name="connsiteY1" fmla="*/ 22197 h 22197"/>
                      <a:gd name="connsiteX2" fmla="*/ 765 w 28741"/>
                      <a:gd name="connsiteY2" fmla="*/ 22197 h 22197"/>
                      <a:gd name="connsiteX3" fmla="*/ 765 w 28741"/>
                      <a:gd name="connsiteY3" fmla="*/ 18959 h 22197"/>
                      <a:gd name="connsiteX4" fmla="*/ 4655 w 28741"/>
                      <a:gd name="connsiteY4" fmla="*/ 18959 h 22197"/>
                      <a:gd name="connsiteX5" fmla="*/ 1305 w 28741"/>
                      <a:gd name="connsiteY5" fmla="*/ 14933 h 22197"/>
                      <a:gd name="connsiteX6" fmla="*/ 0 w 28741"/>
                      <a:gd name="connsiteY6" fmla="*/ 9940 h 22197"/>
                      <a:gd name="connsiteX7" fmla="*/ 900 w 28741"/>
                      <a:gd name="connsiteY7" fmla="*/ 5128 h 22197"/>
                      <a:gd name="connsiteX8" fmla="*/ 4003 w 28741"/>
                      <a:gd name="connsiteY8" fmla="*/ 1394 h 22197"/>
                      <a:gd name="connsiteX9" fmla="*/ 7107 w 28741"/>
                      <a:gd name="connsiteY9" fmla="*/ 180 h 22197"/>
                      <a:gd name="connsiteX10" fmla="*/ 10435 w 28741"/>
                      <a:gd name="connsiteY10" fmla="*/ 0 h 22197"/>
                      <a:gd name="connsiteX11" fmla="*/ 28742 w 28741"/>
                      <a:gd name="connsiteY11" fmla="*/ 0 h 22197"/>
                      <a:gd name="connsiteX12" fmla="*/ 28742 w 28741"/>
                      <a:gd name="connsiteY12" fmla="*/ 3239 h 22197"/>
                      <a:gd name="connsiteX13" fmla="*/ 10503 w 28741"/>
                      <a:gd name="connsiteY13" fmla="*/ 3239 h 22197"/>
                      <a:gd name="connsiteX14" fmla="*/ 4835 w 28741"/>
                      <a:gd name="connsiteY14" fmla="*/ 4903 h 22197"/>
                      <a:gd name="connsiteX15" fmla="*/ 2946 w 28741"/>
                      <a:gd name="connsiteY15" fmla="*/ 10458 h 22197"/>
                      <a:gd name="connsiteX16" fmla="*/ 3396 w 28741"/>
                      <a:gd name="connsiteY16" fmla="*/ 13201 h 22197"/>
                      <a:gd name="connsiteX17" fmla="*/ 4610 w 28741"/>
                      <a:gd name="connsiteY17" fmla="*/ 15450 h 22197"/>
                      <a:gd name="connsiteX18" fmla="*/ 6342 w 28741"/>
                      <a:gd name="connsiteY18" fmla="*/ 17160 h 22197"/>
                      <a:gd name="connsiteX19" fmla="*/ 8389 w 28741"/>
                      <a:gd name="connsiteY19" fmla="*/ 18239 h 22197"/>
                      <a:gd name="connsiteX20" fmla="*/ 10975 w 28741"/>
                      <a:gd name="connsiteY20" fmla="*/ 18824 h 22197"/>
                      <a:gd name="connsiteX21" fmla="*/ 13674 w 28741"/>
                      <a:gd name="connsiteY21" fmla="*/ 18936 h 22197"/>
                      <a:gd name="connsiteX22" fmla="*/ 28742 w 28741"/>
                      <a:gd name="connsiteY22" fmla="*/ 18936 h 22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41" h="22197">
                        <a:moveTo>
                          <a:pt x="28719" y="18959"/>
                        </a:moveTo>
                        <a:lnTo>
                          <a:pt x="28719" y="22197"/>
                        </a:lnTo>
                        <a:lnTo>
                          <a:pt x="765" y="22197"/>
                        </a:lnTo>
                        <a:lnTo>
                          <a:pt x="765" y="18959"/>
                        </a:lnTo>
                        <a:lnTo>
                          <a:pt x="4655" y="18959"/>
                        </a:lnTo>
                        <a:cubicBezTo>
                          <a:pt x="3284" y="17654"/>
                          <a:pt x="2182" y="16327"/>
                          <a:pt x="1305" y="14933"/>
                        </a:cubicBezTo>
                        <a:cubicBezTo>
                          <a:pt x="450" y="13539"/>
                          <a:pt x="0" y="11874"/>
                          <a:pt x="0" y="9940"/>
                        </a:cubicBezTo>
                        <a:cubicBezTo>
                          <a:pt x="0" y="8209"/>
                          <a:pt x="292" y="6612"/>
                          <a:pt x="900" y="5128"/>
                        </a:cubicBezTo>
                        <a:cubicBezTo>
                          <a:pt x="1484" y="3643"/>
                          <a:pt x="2519" y="2406"/>
                          <a:pt x="4003" y="1394"/>
                        </a:cubicBezTo>
                        <a:cubicBezTo>
                          <a:pt x="5015" y="720"/>
                          <a:pt x="6050" y="315"/>
                          <a:pt x="7107" y="180"/>
                        </a:cubicBezTo>
                        <a:cubicBezTo>
                          <a:pt x="8164" y="45"/>
                          <a:pt x="9266" y="0"/>
                          <a:pt x="10435" y="0"/>
                        </a:cubicBezTo>
                        <a:lnTo>
                          <a:pt x="28742" y="0"/>
                        </a:lnTo>
                        <a:lnTo>
                          <a:pt x="28742" y="3239"/>
                        </a:lnTo>
                        <a:lnTo>
                          <a:pt x="10503" y="3239"/>
                        </a:lnTo>
                        <a:cubicBezTo>
                          <a:pt x="7984" y="3239"/>
                          <a:pt x="6095" y="3801"/>
                          <a:pt x="4835" y="4903"/>
                        </a:cubicBezTo>
                        <a:cubicBezTo>
                          <a:pt x="3576" y="6027"/>
                          <a:pt x="2946" y="7871"/>
                          <a:pt x="2946" y="10458"/>
                        </a:cubicBezTo>
                        <a:cubicBezTo>
                          <a:pt x="2946" y="11470"/>
                          <a:pt x="3104" y="12392"/>
                          <a:pt x="3396" y="13201"/>
                        </a:cubicBezTo>
                        <a:cubicBezTo>
                          <a:pt x="3711" y="14033"/>
                          <a:pt x="4116" y="14776"/>
                          <a:pt x="4610" y="15450"/>
                        </a:cubicBezTo>
                        <a:cubicBezTo>
                          <a:pt x="5105" y="16125"/>
                          <a:pt x="5690" y="16687"/>
                          <a:pt x="6342" y="17160"/>
                        </a:cubicBezTo>
                        <a:cubicBezTo>
                          <a:pt x="6995" y="17632"/>
                          <a:pt x="7669" y="17992"/>
                          <a:pt x="8389" y="18239"/>
                        </a:cubicBezTo>
                        <a:cubicBezTo>
                          <a:pt x="9288" y="18554"/>
                          <a:pt x="10143" y="18756"/>
                          <a:pt x="10975" y="18824"/>
                        </a:cubicBezTo>
                        <a:cubicBezTo>
                          <a:pt x="11807" y="18891"/>
                          <a:pt x="12707" y="18936"/>
                          <a:pt x="13674" y="18936"/>
                        </a:cubicBezTo>
                        <a:lnTo>
                          <a:pt x="28742" y="18936"/>
                        </a:lnTo>
                        <a:close/>
                      </a:path>
                    </a:pathLst>
                  </a:custGeom>
                  <a:solidFill>
                    <a:srgbClr val="231F20"/>
                  </a:solidFill>
                  <a:ln w="2249" cap="flat">
                    <a:noFill/>
                    <a:prstDash val="solid"/>
                    <a:miter/>
                  </a:ln>
                </p:spPr>
                <p:txBody>
                  <a:bodyPr rtlCol="0" anchor="ctr"/>
                  <a:lstStyle/>
                  <a:p>
                    <a:endParaRPr lang="en-US"/>
                  </a:p>
                </p:txBody>
              </p:sp>
              <p:sp>
                <p:nvSpPr>
                  <p:cNvPr id="3507" name="Freeform 3506">
                    <a:extLst>
                      <a:ext uri="{FF2B5EF4-FFF2-40B4-BE49-F238E27FC236}">
                        <a16:creationId xmlns:a16="http://schemas.microsoft.com/office/drawing/2014/main" id="{FC2FA675-B9A4-9D64-A778-1B08DA3CBB77}"/>
                      </a:ext>
                    </a:extLst>
                  </p:cNvPr>
                  <p:cNvSpPr/>
                  <p:nvPr/>
                </p:nvSpPr>
                <p:spPr>
                  <a:xfrm>
                    <a:off x="3405819" y="2663410"/>
                    <a:ext cx="29483" cy="26357"/>
                  </a:xfrm>
                  <a:custGeom>
                    <a:avLst/>
                    <a:gdLst>
                      <a:gd name="connsiteX0" fmla="*/ 12369 w 29483"/>
                      <a:gd name="connsiteY0" fmla="*/ 12032 h 26357"/>
                      <a:gd name="connsiteX1" fmla="*/ 12054 w 29483"/>
                      <a:gd name="connsiteY1" fmla="*/ 9850 h 26357"/>
                      <a:gd name="connsiteX2" fmla="*/ 11470 w 29483"/>
                      <a:gd name="connsiteY2" fmla="*/ 7781 h 26357"/>
                      <a:gd name="connsiteX3" fmla="*/ 10210 w 29483"/>
                      <a:gd name="connsiteY3" fmla="*/ 6792 h 26357"/>
                      <a:gd name="connsiteX4" fmla="*/ 8569 w 29483"/>
                      <a:gd name="connsiteY4" fmla="*/ 6612 h 26357"/>
                      <a:gd name="connsiteX5" fmla="*/ 4498 w 29483"/>
                      <a:gd name="connsiteY5" fmla="*/ 8209 h 26357"/>
                      <a:gd name="connsiteX6" fmla="*/ 2901 w 29483"/>
                      <a:gd name="connsiteY6" fmla="*/ 13584 h 26357"/>
                      <a:gd name="connsiteX7" fmla="*/ 3194 w 29483"/>
                      <a:gd name="connsiteY7" fmla="*/ 16665 h 26357"/>
                      <a:gd name="connsiteX8" fmla="*/ 4228 w 29483"/>
                      <a:gd name="connsiteY8" fmla="*/ 19116 h 26357"/>
                      <a:gd name="connsiteX9" fmla="*/ 6162 w 29483"/>
                      <a:gd name="connsiteY9" fmla="*/ 20848 h 26357"/>
                      <a:gd name="connsiteX10" fmla="*/ 9221 w 29483"/>
                      <a:gd name="connsiteY10" fmla="*/ 21747 h 26357"/>
                      <a:gd name="connsiteX11" fmla="*/ 9221 w 29483"/>
                      <a:gd name="connsiteY11" fmla="*/ 25031 h 26357"/>
                      <a:gd name="connsiteX12" fmla="*/ 4993 w 29483"/>
                      <a:gd name="connsiteY12" fmla="*/ 23906 h 26357"/>
                      <a:gd name="connsiteX13" fmla="*/ 2137 w 29483"/>
                      <a:gd name="connsiteY13" fmla="*/ 21388 h 26357"/>
                      <a:gd name="connsiteX14" fmla="*/ 517 w 29483"/>
                      <a:gd name="connsiteY14" fmla="*/ 17834 h 26357"/>
                      <a:gd name="connsiteX15" fmla="*/ 0 w 29483"/>
                      <a:gd name="connsiteY15" fmla="*/ 13539 h 26357"/>
                      <a:gd name="connsiteX16" fmla="*/ 450 w 29483"/>
                      <a:gd name="connsiteY16" fmla="*/ 9581 h 26357"/>
                      <a:gd name="connsiteX17" fmla="*/ 1912 w 29483"/>
                      <a:gd name="connsiteY17" fmla="*/ 6342 h 26357"/>
                      <a:gd name="connsiteX18" fmla="*/ 4588 w 29483"/>
                      <a:gd name="connsiteY18" fmla="*/ 4183 h 26357"/>
                      <a:gd name="connsiteX19" fmla="*/ 8681 w 29483"/>
                      <a:gd name="connsiteY19" fmla="*/ 3396 h 26357"/>
                      <a:gd name="connsiteX20" fmla="*/ 23906 w 29483"/>
                      <a:gd name="connsiteY20" fmla="*/ 3396 h 26357"/>
                      <a:gd name="connsiteX21" fmla="*/ 26313 w 29483"/>
                      <a:gd name="connsiteY21" fmla="*/ 2721 h 26357"/>
                      <a:gd name="connsiteX22" fmla="*/ 26066 w 29483"/>
                      <a:gd name="connsiteY22" fmla="*/ 0 h 26357"/>
                      <a:gd name="connsiteX23" fmla="*/ 28607 w 29483"/>
                      <a:gd name="connsiteY23" fmla="*/ 0 h 26357"/>
                      <a:gd name="connsiteX24" fmla="*/ 28922 w 29483"/>
                      <a:gd name="connsiteY24" fmla="*/ 1102 h 26357"/>
                      <a:gd name="connsiteX25" fmla="*/ 29147 w 29483"/>
                      <a:gd name="connsiteY25" fmla="*/ 2541 h 26357"/>
                      <a:gd name="connsiteX26" fmla="*/ 28989 w 29483"/>
                      <a:gd name="connsiteY26" fmla="*/ 4003 h 26357"/>
                      <a:gd name="connsiteX27" fmla="*/ 28472 w 29483"/>
                      <a:gd name="connsiteY27" fmla="*/ 5308 h 26357"/>
                      <a:gd name="connsiteX28" fmla="*/ 27505 w 29483"/>
                      <a:gd name="connsiteY28" fmla="*/ 6095 h 26357"/>
                      <a:gd name="connsiteX29" fmla="*/ 26268 w 29483"/>
                      <a:gd name="connsiteY29" fmla="*/ 6500 h 26357"/>
                      <a:gd name="connsiteX30" fmla="*/ 24829 w 29483"/>
                      <a:gd name="connsiteY30" fmla="*/ 6612 h 26357"/>
                      <a:gd name="connsiteX31" fmla="*/ 28292 w 29483"/>
                      <a:gd name="connsiteY31" fmla="*/ 11312 h 26357"/>
                      <a:gd name="connsiteX32" fmla="*/ 29484 w 29483"/>
                      <a:gd name="connsiteY32" fmla="*/ 17025 h 26357"/>
                      <a:gd name="connsiteX33" fmla="*/ 28989 w 29483"/>
                      <a:gd name="connsiteY33" fmla="*/ 20556 h 26357"/>
                      <a:gd name="connsiteX34" fmla="*/ 27482 w 29483"/>
                      <a:gd name="connsiteY34" fmla="*/ 23547 h 26357"/>
                      <a:gd name="connsiteX35" fmla="*/ 24963 w 29483"/>
                      <a:gd name="connsiteY35" fmla="*/ 25593 h 26357"/>
                      <a:gd name="connsiteX36" fmla="*/ 21433 w 29483"/>
                      <a:gd name="connsiteY36" fmla="*/ 26358 h 26357"/>
                      <a:gd name="connsiteX37" fmla="*/ 13022 w 29483"/>
                      <a:gd name="connsiteY37" fmla="*/ 16597 h 26357"/>
                      <a:gd name="connsiteX38" fmla="*/ 12437 w 29483"/>
                      <a:gd name="connsiteY38" fmla="*/ 12122 h 26357"/>
                      <a:gd name="connsiteX39" fmla="*/ 14011 w 29483"/>
                      <a:gd name="connsiteY39" fmla="*/ 6589 h 26357"/>
                      <a:gd name="connsiteX40" fmla="*/ 15135 w 29483"/>
                      <a:gd name="connsiteY40" fmla="*/ 10750 h 26357"/>
                      <a:gd name="connsiteX41" fmla="*/ 15563 w 29483"/>
                      <a:gd name="connsiteY41" fmla="*/ 14956 h 26357"/>
                      <a:gd name="connsiteX42" fmla="*/ 17227 w 29483"/>
                      <a:gd name="connsiteY42" fmla="*/ 20758 h 26357"/>
                      <a:gd name="connsiteX43" fmla="*/ 21500 w 29483"/>
                      <a:gd name="connsiteY43" fmla="*/ 22827 h 26357"/>
                      <a:gd name="connsiteX44" fmla="*/ 23749 w 29483"/>
                      <a:gd name="connsiteY44" fmla="*/ 22310 h 26357"/>
                      <a:gd name="connsiteX45" fmla="*/ 25323 w 29483"/>
                      <a:gd name="connsiteY45" fmla="*/ 20960 h 26357"/>
                      <a:gd name="connsiteX46" fmla="*/ 26245 w 29483"/>
                      <a:gd name="connsiteY46" fmla="*/ 19026 h 26357"/>
                      <a:gd name="connsiteX47" fmla="*/ 26538 w 29483"/>
                      <a:gd name="connsiteY47" fmla="*/ 16777 h 26357"/>
                      <a:gd name="connsiteX48" fmla="*/ 26043 w 29483"/>
                      <a:gd name="connsiteY48" fmla="*/ 12999 h 26357"/>
                      <a:gd name="connsiteX49" fmla="*/ 24559 w 29483"/>
                      <a:gd name="connsiteY49" fmla="*/ 9738 h 26357"/>
                      <a:gd name="connsiteX50" fmla="*/ 22017 w 29483"/>
                      <a:gd name="connsiteY50" fmla="*/ 7444 h 26357"/>
                      <a:gd name="connsiteX51" fmla="*/ 18374 w 29483"/>
                      <a:gd name="connsiteY51" fmla="*/ 6589 h 26357"/>
                      <a:gd name="connsiteX52" fmla="*/ 14011 w 29483"/>
                      <a:gd name="connsiteY52" fmla="*/ 6589 h 2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9483" h="26357">
                        <a:moveTo>
                          <a:pt x="12369" y="12032"/>
                        </a:moveTo>
                        <a:cubicBezTo>
                          <a:pt x="12302" y="11425"/>
                          <a:pt x="12189" y="10683"/>
                          <a:pt x="12054" y="9850"/>
                        </a:cubicBezTo>
                        <a:cubicBezTo>
                          <a:pt x="11920" y="8996"/>
                          <a:pt x="11717" y="8321"/>
                          <a:pt x="11470" y="7781"/>
                        </a:cubicBezTo>
                        <a:cubicBezTo>
                          <a:pt x="11222" y="7242"/>
                          <a:pt x="10795" y="6904"/>
                          <a:pt x="10210" y="6792"/>
                        </a:cubicBezTo>
                        <a:cubicBezTo>
                          <a:pt x="9626" y="6657"/>
                          <a:pt x="9063" y="6612"/>
                          <a:pt x="8569" y="6612"/>
                        </a:cubicBezTo>
                        <a:cubicBezTo>
                          <a:pt x="6904" y="6612"/>
                          <a:pt x="5555" y="7152"/>
                          <a:pt x="4498" y="8209"/>
                        </a:cubicBezTo>
                        <a:cubicBezTo>
                          <a:pt x="3441" y="9266"/>
                          <a:pt x="2901" y="11065"/>
                          <a:pt x="2901" y="13584"/>
                        </a:cubicBezTo>
                        <a:cubicBezTo>
                          <a:pt x="2901" y="14708"/>
                          <a:pt x="2991" y="15720"/>
                          <a:pt x="3194" y="16665"/>
                        </a:cubicBezTo>
                        <a:cubicBezTo>
                          <a:pt x="3396" y="17609"/>
                          <a:pt x="3733" y="18419"/>
                          <a:pt x="4228" y="19116"/>
                        </a:cubicBezTo>
                        <a:cubicBezTo>
                          <a:pt x="4723" y="19813"/>
                          <a:pt x="5353" y="20398"/>
                          <a:pt x="6162" y="20848"/>
                        </a:cubicBezTo>
                        <a:cubicBezTo>
                          <a:pt x="6972" y="21298"/>
                          <a:pt x="7984" y="21590"/>
                          <a:pt x="9221" y="21747"/>
                        </a:cubicBezTo>
                        <a:lnTo>
                          <a:pt x="9221" y="25031"/>
                        </a:lnTo>
                        <a:cubicBezTo>
                          <a:pt x="7556" y="24918"/>
                          <a:pt x="6162" y="24536"/>
                          <a:pt x="4993" y="23906"/>
                        </a:cubicBezTo>
                        <a:cubicBezTo>
                          <a:pt x="3823" y="23277"/>
                          <a:pt x="2879" y="22422"/>
                          <a:pt x="2137" y="21388"/>
                        </a:cubicBezTo>
                        <a:cubicBezTo>
                          <a:pt x="1394" y="20353"/>
                          <a:pt x="855" y="19184"/>
                          <a:pt x="517" y="17834"/>
                        </a:cubicBezTo>
                        <a:cubicBezTo>
                          <a:pt x="180" y="16485"/>
                          <a:pt x="0" y="15046"/>
                          <a:pt x="0" y="13539"/>
                        </a:cubicBezTo>
                        <a:cubicBezTo>
                          <a:pt x="0" y="12144"/>
                          <a:pt x="158" y="10817"/>
                          <a:pt x="450" y="9581"/>
                        </a:cubicBezTo>
                        <a:cubicBezTo>
                          <a:pt x="765" y="8344"/>
                          <a:pt x="1237" y="7264"/>
                          <a:pt x="1912" y="6342"/>
                        </a:cubicBezTo>
                        <a:cubicBezTo>
                          <a:pt x="2586" y="5420"/>
                          <a:pt x="3463" y="4700"/>
                          <a:pt x="4588" y="4183"/>
                        </a:cubicBezTo>
                        <a:cubicBezTo>
                          <a:pt x="5712" y="3666"/>
                          <a:pt x="7062" y="3396"/>
                          <a:pt x="8681" y="3396"/>
                        </a:cubicBezTo>
                        <a:lnTo>
                          <a:pt x="23906" y="3396"/>
                        </a:lnTo>
                        <a:cubicBezTo>
                          <a:pt x="25166" y="3396"/>
                          <a:pt x="25976" y="3171"/>
                          <a:pt x="26313" y="2721"/>
                        </a:cubicBezTo>
                        <a:cubicBezTo>
                          <a:pt x="26650" y="2271"/>
                          <a:pt x="26583" y="1372"/>
                          <a:pt x="26066" y="0"/>
                        </a:cubicBezTo>
                        <a:lnTo>
                          <a:pt x="28607" y="0"/>
                        </a:lnTo>
                        <a:cubicBezTo>
                          <a:pt x="28674" y="247"/>
                          <a:pt x="28787" y="630"/>
                          <a:pt x="28922" y="1102"/>
                        </a:cubicBezTo>
                        <a:cubicBezTo>
                          <a:pt x="29057" y="1597"/>
                          <a:pt x="29147" y="2069"/>
                          <a:pt x="29147" y="2541"/>
                        </a:cubicBezTo>
                        <a:cubicBezTo>
                          <a:pt x="29147" y="3036"/>
                          <a:pt x="29102" y="3531"/>
                          <a:pt x="28989" y="4003"/>
                        </a:cubicBezTo>
                        <a:cubicBezTo>
                          <a:pt x="28922" y="4543"/>
                          <a:pt x="28742" y="4970"/>
                          <a:pt x="28472" y="5308"/>
                        </a:cubicBezTo>
                        <a:cubicBezTo>
                          <a:pt x="28202" y="5645"/>
                          <a:pt x="27887" y="5892"/>
                          <a:pt x="27505" y="6095"/>
                        </a:cubicBezTo>
                        <a:cubicBezTo>
                          <a:pt x="27123" y="6297"/>
                          <a:pt x="26718" y="6432"/>
                          <a:pt x="26268" y="6500"/>
                        </a:cubicBezTo>
                        <a:cubicBezTo>
                          <a:pt x="25818" y="6567"/>
                          <a:pt x="25346" y="6612"/>
                          <a:pt x="24829" y="6612"/>
                        </a:cubicBezTo>
                        <a:cubicBezTo>
                          <a:pt x="26335" y="7984"/>
                          <a:pt x="27482" y="9536"/>
                          <a:pt x="28292" y="11312"/>
                        </a:cubicBezTo>
                        <a:cubicBezTo>
                          <a:pt x="29079" y="13066"/>
                          <a:pt x="29484" y="14978"/>
                          <a:pt x="29484" y="17025"/>
                        </a:cubicBezTo>
                        <a:cubicBezTo>
                          <a:pt x="29484" y="18239"/>
                          <a:pt x="29327" y="19431"/>
                          <a:pt x="28989" y="20556"/>
                        </a:cubicBezTo>
                        <a:cubicBezTo>
                          <a:pt x="28652" y="21680"/>
                          <a:pt x="28157" y="22692"/>
                          <a:pt x="27482" y="23547"/>
                        </a:cubicBezTo>
                        <a:cubicBezTo>
                          <a:pt x="26808" y="24401"/>
                          <a:pt x="25953" y="25098"/>
                          <a:pt x="24963" y="25593"/>
                        </a:cubicBezTo>
                        <a:cubicBezTo>
                          <a:pt x="23974" y="26088"/>
                          <a:pt x="22804" y="26358"/>
                          <a:pt x="21433" y="26358"/>
                        </a:cubicBezTo>
                        <a:cubicBezTo>
                          <a:pt x="16687" y="26358"/>
                          <a:pt x="13876" y="23097"/>
                          <a:pt x="13022" y="16597"/>
                        </a:cubicBezTo>
                        <a:lnTo>
                          <a:pt x="12437" y="12122"/>
                        </a:lnTo>
                        <a:close/>
                        <a:moveTo>
                          <a:pt x="14011" y="6589"/>
                        </a:moveTo>
                        <a:cubicBezTo>
                          <a:pt x="14596" y="7961"/>
                          <a:pt x="14956" y="9333"/>
                          <a:pt x="15135" y="10750"/>
                        </a:cubicBezTo>
                        <a:cubicBezTo>
                          <a:pt x="15316" y="12167"/>
                          <a:pt x="15450" y="13561"/>
                          <a:pt x="15563" y="14956"/>
                        </a:cubicBezTo>
                        <a:cubicBezTo>
                          <a:pt x="15743" y="17429"/>
                          <a:pt x="16305" y="19364"/>
                          <a:pt x="17227" y="20758"/>
                        </a:cubicBezTo>
                        <a:cubicBezTo>
                          <a:pt x="18172" y="22152"/>
                          <a:pt x="19589" y="22827"/>
                          <a:pt x="21500" y="22827"/>
                        </a:cubicBezTo>
                        <a:cubicBezTo>
                          <a:pt x="22355" y="22827"/>
                          <a:pt x="23119" y="22647"/>
                          <a:pt x="23749" y="22310"/>
                        </a:cubicBezTo>
                        <a:cubicBezTo>
                          <a:pt x="24379" y="21972"/>
                          <a:pt x="24896" y="21523"/>
                          <a:pt x="25323" y="20960"/>
                        </a:cubicBezTo>
                        <a:cubicBezTo>
                          <a:pt x="25728" y="20398"/>
                          <a:pt x="26043" y="19746"/>
                          <a:pt x="26245" y="19026"/>
                        </a:cubicBezTo>
                        <a:cubicBezTo>
                          <a:pt x="26448" y="18284"/>
                          <a:pt x="26538" y="17542"/>
                          <a:pt x="26538" y="16777"/>
                        </a:cubicBezTo>
                        <a:cubicBezTo>
                          <a:pt x="26538" y="15473"/>
                          <a:pt x="26380" y="14213"/>
                          <a:pt x="26043" y="12999"/>
                        </a:cubicBezTo>
                        <a:cubicBezTo>
                          <a:pt x="25728" y="11785"/>
                          <a:pt x="25234" y="10683"/>
                          <a:pt x="24559" y="9738"/>
                        </a:cubicBezTo>
                        <a:cubicBezTo>
                          <a:pt x="23884" y="8793"/>
                          <a:pt x="23052" y="8029"/>
                          <a:pt x="22017" y="7444"/>
                        </a:cubicBezTo>
                        <a:cubicBezTo>
                          <a:pt x="20983" y="6859"/>
                          <a:pt x="19768" y="6589"/>
                          <a:pt x="18374" y="6589"/>
                        </a:cubicBezTo>
                        <a:lnTo>
                          <a:pt x="14011" y="6589"/>
                        </a:lnTo>
                        <a:close/>
                      </a:path>
                    </a:pathLst>
                  </a:custGeom>
                  <a:solidFill>
                    <a:srgbClr val="231F20"/>
                  </a:solidFill>
                  <a:ln w="2249" cap="flat">
                    <a:noFill/>
                    <a:prstDash val="solid"/>
                    <a:miter/>
                  </a:ln>
                </p:spPr>
                <p:txBody>
                  <a:bodyPr rtlCol="0" anchor="ctr"/>
                  <a:lstStyle/>
                  <a:p>
                    <a:endParaRPr lang="en-US"/>
                  </a:p>
                </p:txBody>
              </p:sp>
              <p:sp>
                <p:nvSpPr>
                  <p:cNvPr id="3508" name="Freeform 3507">
                    <a:extLst>
                      <a:ext uri="{FF2B5EF4-FFF2-40B4-BE49-F238E27FC236}">
                        <a16:creationId xmlns:a16="http://schemas.microsoft.com/office/drawing/2014/main" id="{8487E9D5-7189-C08F-DC54-77357969B428}"/>
                      </a:ext>
                    </a:extLst>
                  </p:cNvPr>
                  <p:cNvSpPr/>
                  <p:nvPr/>
                </p:nvSpPr>
                <p:spPr>
                  <a:xfrm>
                    <a:off x="3398758" y="2648454"/>
                    <a:ext cx="36500" cy="12616"/>
                  </a:xfrm>
                  <a:custGeom>
                    <a:avLst/>
                    <a:gdLst>
                      <a:gd name="connsiteX0" fmla="*/ 35849 w 36500"/>
                      <a:gd name="connsiteY0" fmla="*/ 0 h 12616"/>
                      <a:gd name="connsiteX1" fmla="*/ 36231 w 36500"/>
                      <a:gd name="connsiteY1" fmla="*/ 1574 h 12616"/>
                      <a:gd name="connsiteX2" fmla="*/ 36501 w 36500"/>
                      <a:gd name="connsiteY2" fmla="*/ 3733 h 12616"/>
                      <a:gd name="connsiteX3" fmla="*/ 35286 w 36500"/>
                      <a:gd name="connsiteY3" fmla="*/ 7422 h 12616"/>
                      <a:gd name="connsiteX4" fmla="*/ 30946 w 36500"/>
                      <a:gd name="connsiteY4" fmla="*/ 8681 h 12616"/>
                      <a:gd name="connsiteX5" fmla="*/ 10480 w 36500"/>
                      <a:gd name="connsiteY5" fmla="*/ 8681 h 12616"/>
                      <a:gd name="connsiteX6" fmla="*/ 10480 w 36500"/>
                      <a:gd name="connsiteY6" fmla="*/ 12617 h 12616"/>
                      <a:gd name="connsiteX7" fmla="*/ 7782 w 36500"/>
                      <a:gd name="connsiteY7" fmla="*/ 12617 h 12616"/>
                      <a:gd name="connsiteX8" fmla="*/ 7782 w 36500"/>
                      <a:gd name="connsiteY8" fmla="*/ 8681 h 12616"/>
                      <a:gd name="connsiteX9" fmla="*/ 0 w 36500"/>
                      <a:gd name="connsiteY9" fmla="*/ 8681 h 12616"/>
                      <a:gd name="connsiteX10" fmla="*/ 0 w 36500"/>
                      <a:gd name="connsiteY10" fmla="*/ 5442 h 12616"/>
                      <a:gd name="connsiteX11" fmla="*/ 7782 w 36500"/>
                      <a:gd name="connsiteY11" fmla="*/ 5442 h 12616"/>
                      <a:gd name="connsiteX12" fmla="*/ 7782 w 36500"/>
                      <a:gd name="connsiteY12" fmla="*/ 202 h 12616"/>
                      <a:gd name="connsiteX13" fmla="*/ 10480 w 36500"/>
                      <a:gd name="connsiteY13" fmla="*/ 202 h 12616"/>
                      <a:gd name="connsiteX14" fmla="*/ 10480 w 36500"/>
                      <a:gd name="connsiteY14" fmla="*/ 5442 h 12616"/>
                      <a:gd name="connsiteX15" fmla="*/ 29641 w 36500"/>
                      <a:gd name="connsiteY15" fmla="*/ 5442 h 12616"/>
                      <a:gd name="connsiteX16" fmla="*/ 31418 w 36500"/>
                      <a:gd name="connsiteY16" fmla="*/ 5397 h 12616"/>
                      <a:gd name="connsiteX17" fmla="*/ 32655 w 36500"/>
                      <a:gd name="connsiteY17" fmla="*/ 5083 h 12616"/>
                      <a:gd name="connsiteX18" fmla="*/ 33352 w 36500"/>
                      <a:gd name="connsiteY18" fmla="*/ 4250 h 12616"/>
                      <a:gd name="connsiteX19" fmla="*/ 33577 w 36500"/>
                      <a:gd name="connsiteY19" fmla="*/ 2654 h 12616"/>
                      <a:gd name="connsiteX20" fmla="*/ 33465 w 36500"/>
                      <a:gd name="connsiteY20" fmla="*/ 1327 h 12616"/>
                      <a:gd name="connsiteX21" fmla="*/ 33195 w 36500"/>
                      <a:gd name="connsiteY21" fmla="*/ 0 h 12616"/>
                      <a:gd name="connsiteX22" fmla="*/ 35849 w 36500"/>
                      <a:gd name="connsiteY22" fmla="*/ 0 h 1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500" h="12616">
                        <a:moveTo>
                          <a:pt x="35849" y="0"/>
                        </a:moveTo>
                        <a:cubicBezTo>
                          <a:pt x="35916" y="405"/>
                          <a:pt x="36051" y="922"/>
                          <a:pt x="36231" y="1574"/>
                        </a:cubicBezTo>
                        <a:cubicBezTo>
                          <a:pt x="36411" y="2226"/>
                          <a:pt x="36501" y="2946"/>
                          <a:pt x="36501" y="3733"/>
                        </a:cubicBezTo>
                        <a:cubicBezTo>
                          <a:pt x="36501" y="5353"/>
                          <a:pt x="36096" y="6589"/>
                          <a:pt x="35286" y="7422"/>
                        </a:cubicBezTo>
                        <a:cubicBezTo>
                          <a:pt x="34477" y="8254"/>
                          <a:pt x="33037" y="8681"/>
                          <a:pt x="30946" y="8681"/>
                        </a:cubicBezTo>
                        <a:lnTo>
                          <a:pt x="10480" y="8681"/>
                        </a:lnTo>
                        <a:lnTo>
                          <a:pt x="10480" y="12617"/>
                        </a:lnTo>
                        <a:lnTo>
                          <a:pt x="7782" y="12617"/>
                        </a:lnTo>
                        <a:lnTo>
                          <a:pt x="7782" y="8681"/>
                        </a:lnTo>
                        <a:lnTo>
                          <a:pt x="0" y="8681"/>
                        </a:lnTo>
                        <a:lnTo>
                          <a:pt x="0" y="5442"/>
                        </a:lnTo>
                        <a:lnTo>
                          <a:pt x="7782" y="5442"/>
                        </a:lnTo>
                        <a:lnTo>
                          <a:pt x="7782" y="202"/>
                        </a:lnTo>
                        <a:lnTo>
                          <a:pt x="10480" y="202"/>
                        </a:lnTo>
                        <a:lnTo>
                          <a:pt x="10480" y="5442"/>
                        </a:lnTo>
                        <a:lnTo>
                          <a:pt x="29641" y="5442"/>
                        </a:lnTo>
                        <a:cubicBezTo>
                          <a:pt x="30316" y="5442"/>
                          <a:pt x="30923" y="5442"/>
                          <a:pt x="31418" y="5397"/>
                        </a:cubicBezTo>
                        <a:cubicBezTo>
                          <a:pt x="31913" y="5353"/>
                          <a:pt x="32340" y="5263"/>
                          <a:pt x="32655" y="5083"/>
                        </a:cubicBezTo>
                        <a:cubicBezTo>
                          <a:pt x="32970" y="4903"/>
                          <a:pt x="33217" y="4633"/>
                          <a:pt x="33352" y="4250"/>
                        </a:cubicBezTo>
                        <a:cubicBezTo>
                          <a:pt x="33487" y="3868"/>
                          <a:pt x="33577" y="3351"/>
                          <a:pt x="33577" y="2654"/>
                        </a:cubicBezTo>
                        <a:cubicBezTo>
                          <a:pt x="33577" y="2226"/>
                          <a:pt x="33532" y="1777"/>
                          <a:pt x="33465" y="1327"/>
                        </a:cubicBezTo>
                        <a:cubicBezTo>
                          <a:pt x="33397" y="877"/>
                          <a:pt x="33307" y="427"/>
                          <a:pt x="33195" y="0"/>
                        </a:cubicBezTo>
                        <a:lnTo>
                          <a:pt x="35849" y="0"/>
                        </a:lnTo>
                        <a:close/>
                      </a:path>
                    </a:pathLst>
                  </a:custGeom>
                  <a:solidFill>
                    <a:srgbClr val="231F20"/>
                  </a:solidFill>
                  <a:ln w="2249" cap="flat">
                    <a:noFill/>
                    <a:prstDash val="solid"/>
                    <a:miter/>
                  </a:ln>
                </p:spPr>
                <p:txBody>
                  <a:bodyPr rtlCol="0" anchor="ctr"/>
                  <a:lstStyle/>
                  <a:p>
                    <a:endParaRPr lang="en-US"/>
                  </a:p>
                </p:txBody>
              </p:sp>
              <p:sp>
                <p:nvSpPr>
                  <p:cNvPr id="3509" name="Freeform 3508">
                    <a:extLst>
                      <a:ext uri="{FF2B5EF4-FFF2-40B4-BE49-F238E27FC236}">
                        <a16:creationId xmlns:a16="http://schemas.microsoft.com/office/drawing/2014/main" id="{A16FEE6E-FB08-CF56-A1C5-0B1D8B61FE31}"/>
                      </a:ext>
                    </a:extLst>
                  </p:cNvPr>
                  <p:cNvSpPr/>
                  <p:nvPr/>
                </p:nvSpPr>
                <p:spPr>
                  <a:xfrm>
                    <a:off x="3395632" y="2639391"/>
                    <a:ext cx="38861" cy="3553"/>
                  </a:xfrm>
                  <a:custGeom>
                    <a:avLst/>
                    <a:gdLst>
                      <a:gd name="connsiteX0" fmla="*/ 4813 w 38861"/>
                      <a:gd name="connsiteY0" fmla="*/ 3553 h 3553"/>
                      <a:gd name="connsiteX1" fmla="*/ 0 w 38861"/>
                      <a:gd name="connsiteY1" fmla="*/ 3553 h 3553"/>
                      <a:gd name="connsiteX2" fmla="*/ 0 w 38861"/>
                      <a:gd name="connsiteY2" fmla="*/ 0 h 3553"/>
                      <a:gd name="connsiteX3" fmla="*/ 4813 w 38861"/>
                      <a:gd name="connsiteY3" fmla="*/ 0 h 3553"/>
                      <a:gd name="connsiteX4" fmla="*/ 4813 w 38861"/>
                      <a:gd name="connsiteY4" fmla="*/ 3553 h 3553"/>
                      <a:gd name="connsiteX5" fmla="*/ 38862 w 38861"/>
                      <a:gd name="connsiteY5" fmla="*/ 3396 h 3553"/>
                      <a:gd name="connsiteX6" fmla="*/ 10907 w 38861"/>
                      <a:gd name="connsiteY6" fmla="*/ 3396 h 3553"/>
                      <a:gd name="connsiteX7" fmla="*/ 10907 w 38861"/>
                      <a:gd name="connsiteY7" fmla="*/ 157 h 3553"/>
                      <a:gd name="connsiteX8" fmla="*/ 38862 w 38861"/>
                      <a:gd name="connsiteY8" fmla="*/ 157 h 3553"/>
                      <a:gd name="connsiteX9" fmla="*/ 38862 w 38861"/>
                      <a:gd name="connsiteY9" fmla="*/ 3396 h 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61" h="3553">
                        <a:moveTo>
                          <a:pt x="4813" y="3553"/>
                        </a:moveTo>
                        <a:lnTo>
                          <a:pt x="0" y="3553"/>
                        </a:lnTo>
                        <a:lnTo>
                          <a:pt x="0" y="0"/>
                        </a:lnTo>
                        <a:lnTo>
                          <a:pt x="4813" y="0"/>
                        </a:lnTo>
                        <a:lnTo>
                          <a:pt x="4813" y="3553"/>
                        </a:lnTo>
                        <a:close/>
                        <a:moveTo>
                          <a:pt x="38862" y="3396"/>
                        </a:moveTo>
                        <a:lnTo>
                          <a:pt x="10907" y="3396"/>
                        </a:lnTo>
                        <a:lnTo>
                          <a:pt x="10907" y="157"/>
                        </a:lnTo>
                        <a:lnTo>
                          <a:pt x="38862" y="157"/>
                        </a:lnTo>
                        <a:lnTo>
                          <a:pt x="38862" y="3396"/>
                        </a:lnTo>
                        <a:close/>
                      </a:path>
                    </a:pathLst>
                  </a:custGeom>
                  <a:solidFill>
                    <a:srgbClr val="231F20"/>
                  </a:solidFill>
                  <a:ln w="2249" cap="flat">
                    <a:noFill/>
                    <a:prstDash val="solid"/>
                    <a:miter/>
                  </a:ln>
                </p:spPr>
                <p:txBody>
                  <a:bodyPr rtlCol="0" anchor="ctr"/>
                  <a:lstStyle/>
                  <a:p>
                    <a:endParaRPr lang="en-US"/>
                  </a:p>
                </p:txBody>
              </p:sp>
              <p:sp>
                <p:nvSpPr>
                  <p:cNvPr id="3510" name="Freeform 3509">
                    <a:extLst>
                      <a:ext uri="{FF2B5EF4-FFF2-40B4-BE49-F238E27FC236}">
                        <a16:creationId xmlns:a16="http://schemas.microsoft.com/office/drawing/2014/main" id="{51FA5727-53BA-DBC5-12F7-5E61CD2D537A}"/>
                      </a:ext>
                    </a:extLst>
                  </p:cNvPr>
                  <p:cNvSpPr/>
                  <p:nvPr/>
                </p:nvSpPr>
                <p:spPr>
                  <a:xfrm>
                    <a:off x="3405774" y="2607231"/>
                    <a:ext cx="29484" cy="25908"/>
                  </a:xfrm>
                  <a:custGeom>
                    <a:avLst/>
                    <a:gdLst>
                      <a:gd name="connsiteX0" fmla="*/ 29484 w 29484"/>
                      <a:gd name="connsiteY0" fmla="*/ 12954 h 25908"/>
                      <a:gd name="connsiteX1" fmla="*/ 28517 w 29484"/>
                      <a:gd name="connsiteY1" fmla="*/ 17992 h 25908"/>
                      <a:gd name="connsiteX2" fmla="*/ 25773 w 29484"/>
                      <a:gd name="connsiteY2" fmla="*/ 22085 h 25908"/>
                      <a:gd name="connsiteX3" fmla="*/ 21185 w 29484"/>
                      <a:gd name="connsiteY3" fmla="*/ 24874 h 25908"/>
                      <a:gd name="connsiteX4" fmla="*/ 14753 w 29484"/>
                      <a:gd name="connsiteY4" fmla="*/ 25908 h 25908"/>
                      <a:gd name="connsiteX5" fmla="*/ 8996 w 29484"/>
                      <a:gd name="connsiteY5" fmla="*/ 25098 h 25908"/>
                      <a:gd name="connsiteX6" fmla="*/ 4318 w 29484"/>
                      <a:gd name="connsiteY6" fmla="*/ 22670 h 25908"/>
                      <a:gd name="connsiteX7" fmla="*/ 1170 w 29484"/>
                      <a:gd name="connsiteY7" fmla="*/ 18621 h 25908"/>
                      <a:gd name="connsiteX8" fmla="*/ 0 w 29484"/>
                      <a:gd name="connsiteY8" fmla="*/ 12954 h 25908"/>
                      <a:gd name="connsiteX9" fmla="*/ 1170 w 29484"/>
                      <a:gd name="connsiteY9" fmla="*/ 7242 h 25908"/>
                      <a:gd name="connsiteX10" fmla="*/ 4296 w 29484"/>
                      <a:gd name="connsiteY10" fmla="*/ 3194 h 25908"/>
                      <a:gd name="connsiteX11" fmla="*/ 8974 w 29484"/>
                      <a:gd name="connsiteY11" fmla="*/ 787 h 25908"/>
                      <a:gd name="connsiteX12" fmla="*/ 14753 w 29484"/>
                      <a:gd name="connsiteY12" fmla="*/ 0 h 25908"/>
                      <a:gd name="connsiteX13" fmla="*/ 20803 w 29484"/>
                      <a:gd name="connsiteY13" fmla="*/ 922 h 25908"/>
                      <a:gd name="connsiteX14" fmla="*/ 25436 w 29484"/>
                      <a:gd name="connsiteY14" fmla="*/ 3531 h 25908"/>
                      <a:gd name="connsiteX15" fmla="*/ 28427 w 29484"/>
                      <a:gd name="connsiteY15" fmla="*/ 7624 h 25908"/>
                      <a:gd name="connsiteX16" fmla="*/ 29484 w 29484"/>
                      <a:gd name="connsiteY16" fmla="*/ 12932 h 25908"/>
                      <a:gd name="connsiteX17" fmla="*/ 14753 w 29484"/>
                      <a:gd name="connsiteY17" fmla="*/ 3441 h 25908"/>
                      <a:gd name="connsiteX18" fmla="*/ 10120 w 29484"/>
                      <a:gd name="connsiteY18" fmla="*/ 3981 h 25908"/>
                      <a:gd name="connsiteX19" fmla="*/ 6365 w 29484"/>
                      <a:gd name="connsiteY19" fmla="*/ 5645 h 25908"/>
                      <a:gd name="connsiteX20" fmla="*/ 3846 w 29484"/>
                      <a:gd name="connsiteY20" fmla="*/ 8569 h 25908"/>
                      <a:gd name="connsiteX21" fmla="*/ 2924 w 29484"/>
                      <a:gd name="connsiteY21" fmla="*/ 12932 h 25908"/>
                      <a:gd name="connsiteX22" fmla="*/ 3913 w 29484"/>
                      <a:gd name="connsiteY22" fmla="*/ 17272 h 25908"/>
                      <a:gd name="connsiteX23" fmla="*/ 6567 w 29484"/>
                      <a:gd name="connsiteY23" fmla="*/ 20218 h 25908"/>
                      <a:gd name="connsiteX24" fmla="*/ 10345 w 29484"/>
                      <a:gd name="connsiteY24" fmla="*/ 21882 h 25908"/>
                      <a:gd name="connsiteX25" fmla="*/ 14753 w 29484"/>
                      <a:gd name="connsiteY25" fmla="*/ 22422 h 25908"/>
                      <a:gd name="connsiteX26" fmla="*/ 19521 w 29484"/>
                      <a:gd name="connsiteY26" fmla="*/ 21792 h 25908"/>
                      <a:gd name="connsiteX27" fmla="*/ 23277 w 29484"/>
                      <a:gd name="connsiteY27" fmla="*/ 19993 h 25908"/>
                      <a:gd name="connsiteX28" fmla="*/ 25706 w 29484"/>
                      <a:gd name="connsiteY28" fmla="*/ 17025 h 25908"/>
                      <a:gd name="connsiteX29" fmla="*/ 26560 w 29484"/>
                      <a:gd name="connsiteY29" fmla="*/ 12932 h 25908"/>
                      <a:gd name="connsiteX30" fmla="*/ 25571 w 29484"/>
                      <a:gd name="connsiteY30" fmla="*/ 8591 h 25908"/>
                      <a:gd name="connsiteX31" fmla="*/ 22895 w 29484"/>
                      <a:gd name="connsiteY31" fmla="*/ 5645 h 25908"/>
                      <a:gd name="connsiteX32" fmla="*/ 19116 w 29484"/>
                      <a:gd name="connsiteY32" fmla="*/ 3981 h 25908"/>
                      <a:gd name="connsiteX33" fmla="*/ 14753 w 29484"/>
                      <a:gd name="connsiteY33" fmla="*/ 3441 h 2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484" h="25908">
                        <a:moveTo>
                          <a:pt x="29484" y="12954"/>
                        </a:moveTo>
                        <a:cubicBezTo>
                          <a:pt x="29439" y="14753"/>
                          <a:pt x="29124" y="16440"/>
                          <a:pt x="28517" y="17992"/>
                        </a:cubicBezTo>
                        <a:cubicBezTo>
                          <a:pt x="27910" y="19566"/>
                          <a:pt x="26988" y="20915"/>
                          <a:pt x="25773" y="22085"/>
                        </a:cubicBezTo>
                        <a:cubicBezTo>
                          <a:pt x="24559" y="23254"/>
                          <a:pt x="23030" y="24176"/>
                          <a:pt x="21185" y="24874"/>
                        </a:cubicBezTo>
                        <a:cubicBezTo>
                          <a:pt x="19341" y="25548"/>
                          <a:pt x="17205" y="25908"/>
                          <a:pt x="14753" y="25908"/>
                        </a:cubicBezTo>
                        <a:cubicBezTo>
                          <a:pt x="12707" y="25908"/>
                          <a:pt x="10795" y="25638"/>
                          <a:pt x="8996" y="25098"/>
                        </a:cubicBezTo>
                        <a:cubicBezTo>
                          <a:pt x="7219" y="24559"/>
                          <a:pt x="5667" y="23749"/>
                          <a:pt x="4318" y="22670"/>
                        </a:cubicBezTo>
                        <a:cubicBezTo>
                          <a:pt x="2991" y="21590"/>
                          <a:pt x="1934" y="20241"/>
                          <a:pt x="1170" y="18621"/>
                        </a:cubicBezTo>
                        <a:cubicBezTo>
                          <a:pt x="405" y="17002"/>
                          <a:pt x="0" y="15113"/>
                          <a:pt x="0" y="12954"/>
                        </a:cubicBezTo>
                        <a:cubicBezTo>
                          <a:pt x="0" y="10795"/>
                          <a:pt x="382" y="8861"/>
                          <a:pt x="1170" y="7242"/>
                        </a:cubicBezTo>
                        <a:cubicBezTo>
                          <a:pt x="1934" y="5622"/>
                          <a:pt x="2991" y="4273"/>
                          <a:pt x="4296" y="3194"/>
                        </a:cubicBezTo>
                        <a:cubicBezTo>
                          <a:pt x="5600" y="2114"/>
                          <a:pt x="7174" y="1304"/>
                          <a:pt x="8974" y="787"/>
                        </a:cubicBezTo>
                        <a:cubicBezTo>
                          <a:pt x="10773" y="270"/>
                          <a:pt x="12707" y="0"/>
                          <a:pt x="14753" y="0"/>
                        </a:cubicBezTo>
                        <a:cubicBezTo>
                          <a:pt x="16980" y="0"/>
                          <a:pt x="19004" y="315"/>
                          <a:pt x="20803" y="922"/>
                        </a:cubicBezTo>
                        <a:cubicBezTo>
                          <a:pt x="22602" y="1529"/>
                          <a:pt x="24154" y="2406"/>
                          <a:pt x="25436" y="3531"/>
                        </a:cubicBezTo>
                        <a:cubicBezTo>
                          <a:pt x="26740" y="4655"/>
                          <a:pt x="27730" y="6027"/>
                          <a:pt x="28427" y="7624"/>
                        </a:cubicBezTo>
                        <a:cubicBezTo>
                          <a:pt x="29124" y="9221"/>
                          <a:pt x="29484" y="10997"/>
                          <a:pt x="29484" y="12932"/>
                        </a:cubicBezTo>
                        <a:close/>
                        <a:moveTo>
                          <a:pt x="14753" y="3441"/>
                        </a:moveTo>
                        <a:cubicBezTo>
                          <a:pt x="13089" y="3441"/>
                          <a:pt x="11560" y="3621"/>
                          <a:pt x="10120" y="3981"/>
                        </a:cubicBezTo>
                        <a:cubicBezTo>
                          <a:pt x="8681" y="4340"/>
                          <a:pt x="7422" y="4903"/>
                          <a:pt x="6365" y="5645"/>
                        </a:cubicBezTo>
                        <a:cubicBezTo>
                          <a:pt x="5308" y="6410"/>
                          <a:pt x="4476" y="7377"/>
                          <a:pt x="3846" y="8569"/>
                        </a:cubicBezTo>
                        <a:cubicBezTo>
                          <a:pt x="3239" y="9760"/>
                          <a:pt x="2924" y="11222"/>
                          <a:pt x="2924" y="12932"/>
                        </a:cubicBezTo>
                        <a:cubicBezTo>
                          <a:pt x="2924" y="14641"/>
                          <a:pt x="3261" y="16080"/>
                          <a:pt x="3913" y="17272"/>
                        </a:cubicBezTo>
                        <a:cubicBezTo>
                          <a:pt x="4588" y="18486"/>
                          <a:pt x="5465" y="19453"/>
                          <a:pt x="6567" y="20218"/>
                        </a:cubicBezTo>
                        <a:cubicBezTo>
                          <a:pt x="7669" y="20983"/>
                          <a:pt x="8929" y="21523"/>
                          <a:pt x="10345" y="21882"/>
                        </a:cubicBezTo>
                        <a:cubicBezTo>
                          <a:pt x="11762" y="22242"/>
                          <a:pt x="13224" y="22422"/>
                          <a:pt x="14753" y="22422"/>
                        </a:cubicBezTo>
                        <a:cubicBezTo>
                          <a:pt x="16485" y="22422"/>
                          <a:pt x="18082" y="22220"/>
                          <a:pt x="19521" y="21792"/>
                        </a:cubicBezTo>
                        <a:cubicBezTo>
                          <a:pt x="20983" y="21388"/>
                          <a:pt x="22220" y="20780"/>
                          <a:pt x="23277" y="19993"/>
                        </a:cubicBezTo>
                        <a:cubicBezTo>
                          <a:pt x="24334" y="19206"/>
                          <a:pt x="25121" y="18217"/>
                          <a:pt x="25706" y="17025"/>
                        </a:cubicBezTo>
                        <a:cubicBezTo>
                          <a:pt x="26290" y="15833"/>
                          <a:pt x="26560" y="14461"/>
                          <a:pt x="26560" y="12932"/>
                        </a:cubicBezTo>
                        <a:cubicBezTo>
                          <a:pt x="26560" y="11245"/>
                          <a:pt x="26223" y="9783"/>
                          <a:pt x="25571" y="8591"/>
                        </a:cubicBezTo>
                        <a:cubicBezTo>
                          <a:pt x="24896" y="7377"/>
                          <a:pt x="24019" y="6410"/>
                          <a:pt x="22895" y="5645"/>
                        </a:cubicBezTo>
                        <a:cubicBezTo>
                          <a:pt x="21770" y="4880"/>
                          <a:pt x="20510" y="4340"/>
                          <a:pt x="19116" y="3981"/>
                        </a:cubicBezTo>
                        <a:cubicBezTo>
                          <a:pt x="17722" y="3621"/>
                          <a:pt x="16260" y="3441"/>
                          <a:pt x="14753" y="3441"/>
                        </a:cubicBezTo>
                        <a:close/>
                      </a:path>
                    </a:pathLst>
                  </a:custGeom>
                  <a:solidFill>
                    <a:srgbClr val="231F20"/>
                  </a:solidFill>
                  <a:ln w="2249" cap="flat">
                    <a:noFill/>
                    <a:prstDash val="solid"/>
                    <a:miter/>
                  </a:ln>
                </p:spPr>
                <p:txBody>
                  <a:bodyPr rtlCol="0" anchor="ctr"/>
                  <a:lstStyle/>
                  <a:p>
                    <a:endParaRPr lang="en-US"/>
                  </a:p>
                </p:txBody>
              </p:sp>
              <p:sp>
                <p:nvSpPr>
                  <p:cNvPr id="3511" name="Freeform 3510">
                    <a:extLst>
                      <a:ext uri="{FF2B5EF4-FFF2-40B4-BE49-F238E27FC236}">
                        <a16:creationId xmlns:a16="http://schemas.microsoft.com/office/drawing/2014/main" id="{443E257F-F2BB-614F-C797-DB84DD7B6931}"/>
                      </a:ext>
                    </a:extLst>
                  </p:cNvPr>
                  <p:cNvSpPr/>
                  <p:nvPr/>
                </p:nvSpPr>
                <p:spPr>
                  <a:xfrm>
                    <a:off x="3405774" y="2579096"/>
                    <a:ext cx="28741" cy="22197"/>
                  </a:xfrm>
                  <a:custGeom>
                    <a:avLst/>
                    <a:gdLst>
                      <a:gd name="connsiteX0" fmla="*/ 28719 w 28741"/>
                      <a:gd name="connsiteY0" fmla="*/ 18959 h 22197"/>
                      <a:gd name="connsiteX1" fmla="*/ 28719 w 28741"/>
                      <a:gd name="connsiteY1" fmla="*/ 22197 h 22197"/>
                      <a:gd name="connsiteX2" fmla="*/ 765 w 28741"/>
                      <a:gd name="connsiteY2" fmla="*/ 22197 h 22197"/>
                      <a:gd name="connsiteX3" fmla="*/ 765 w 28741"/>
                      <a:gd name="connsiteY3" fmla="*/ 18959 h 22197"/>
                      <a:gd name="connsiteX4" fmla="*/ 4655 w 28741"/>
                      <a:gd name="connsiteY4" fmla="*/ 18959 h 22197"/>
                      <a:gd name="connsiteX5" fmla="*/ 1305 w 28741"/>
                      <a:gd name="connsiteY5" fmla="*/ 14933 h 22197"/>
                      <a:gd name="connsiteX6" fmla="*/ 0 w 28741"/>
                      <a:gd name="connsiteY6" fmla="*/ 9940 h 22197"/>
                      <a:gd name="connsiteX7" fmla="*/ 900 w 28741"/>
                      <a:gd name="connsiteY7" fmla="*/ 5128 h 22197"/>
                      <a:gd name="connsiteX8" fmla="*/ 4003 w 28741"/>
                      <a:gd name="connsiteY8" fmla="*/ 1394 h 22197"/>
                      <a:gd name="connsiteX9" fmla="*/ 7107 w 28741"/>
                      <a:gd name="connsiteY9" fmla="*/ 180 h 22197"/>
                      <a:gd name="connsiteX10" fmla="*/ 10435 w 28741"/>
                      <a:gd name="connsiteY10" fmla="*/ 0 h 22197"/>
                      <a:gd name="connsiteX11" fmla="*/ 28742 w 28741"/>
                      <a:gd name="connsiteY11" fmla="*/ 0 h 22197"/>
                      <a:gd name="connsiteX12" fmla="*/ 28742 w 28741"/>
                      <a:gd name="connsiteY12" fmla="*/ 3238 h 22197"/>
                      <a:gd name="connsiteX13" fmla="*/ 10503 w 28741"/>
                      <a:gd name="connsiteY13" fmla="*/ 3238 h 22197"/>
                      <a:gd name="connsiteX14" fmla="*/ 4835 w 28741"/>
                      <a:gd name="connsiteY14" fmla="*/ 4903 h 22197"/>
                      <a:gd name="connsiteX15" fmla="*/ 2946 w 28741"/>
                      <a:gd name="connsiteY15" fmla="*/ 10458 h 22197"/>
                      <a:gd name="connsiteX16" fmla="*/ 3396 w 28741"/>
                      <a:gd name="connsiteY16" fmla="*/ 13201 h 22197"/>
                      <a:gd name="connsiteX17" fmla="*/ 4610 w 28741"/>
                      <a:gd name="connsiteY17" fmla="*/ 15450 h 22197"/>
                      <a:gd name="connsiteX18" fmla="*/ 6342 w 28741"/>
                      <a:gd name="connsiteY18" fmla="*/ 17160 h 22197"/>
                      <a:gd name="connsiteX19" fmla="*/ 8389 w 28741"/>
                      <a:gd name="connsiteY19" fmla="*/ 18239 h 22197"/>
                      <a:gd name="connsiteX20" fmla="*/ 10975 w 28741"/>
                      <a:gd name="connsiteY20" fmla="*/ 18824 h 22197"/>
                      <a:gd name="connsiteX21" fmla="*/ 13674 w 28741"/>
                      <a:gd name="connsiteY21" fmla="*/ 18936 h 22197"/>
                      <a:gd name="connsiteX22" fmla="*/ 28742 w 28741"/>
                      <a:gd name="connsiteY22" fmla="*/ 18936 h 22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41" h="22197">
                        <a:moveTo>
                          <a:pt x="28719" y="18959"/>
                        </a:moveTo>
                        <a:lnTo>
                          <a:pt x="28719" y="22197"/>
                        </a:lnTo>
                        <a:lnTo>
                          <a:pt x="765" y="22197"/>
                        </a:lnTo>
                        <a:lnTo>
                          <a:pt x="765" y="18959"/>
                        </a:lnTo>
                        <a:lnTo>
                          <a:pt x="4655" y="18959"/>
                        </a:lnTo>
                        <a:cubicBezTo>
                          <a:pt x="3284" y="17654"/>
                          <a:pt x="2182" y="16327"/>
                          <a:pt x="1305" y="14933"/>
                        </a:cubicBezTo>
                        <a:cubicBezTo>
                          <a:pt x="450" y="13539"/>
                          <a:pt x="0" y="11874"/>
                          <a:pt x="0" y="9940"/>
                        </a:cubicBezTo>
                        <a:cubicBezTo>
                          <a:pt x="0" y="8209"/>
                          <a:pt x="292" y="6612"/>
                          <a:pt x="900" y="5128"/>
                        </a:cubicBezTo>
                        <a:cubicBezTo>
                          <a:pt x="1484" y="3643"/>
                          <a:pt x="2519" y="2406"/>
                          <a:pt x="4003" y="1394"/>
                        </a:cubicBezTo>
                        <a:cubicBezTo>
                          <a:pt x="5015" y="720"/>
                          <a:pt x="6050" y="315"/>
                          <a:pt x="7107" y="180"/>
                        </a:cubicBezTo>
                        <a:cubicBezTo>
                          <a:pt x="8164" y="45"/>
                          <a:pt x="9266" y="0"/>
                          <a:pt x="10435" y="0"/>
                        </a:cubicBezTo>
                        <a:lnTo>
                          <a:pt x="28742" y="0"/>
                        </a:lnTo>
                        <a:lnTo>
                          <a:pt x="28742" y="3238"/>
                        </a:lnTo>
                        <a:lnTo>
                          <a:pt x="10503" y="3238"/>
                        </a:lnTo>
                        <a:cubicBezTo>
                          <a:pt x="7984" y="3238"/>
                          <a:pt x="6095" y="3801"/>
                          <a:pt x="4835" y="4903"/>
                        </a:cubicBezTo>
                        <a:cubicBezTo>
                          <a:pt x="3576" y="6027"/>
                          <a:pt x="2946" y="7871"/>
                          <a:pt x="2946" y="10458"/>
                        </a:cubicBezTo>
                        <a:cubicBezTo>
                          <a:pt x="2946" y="11470"/>
                          <a:pt x="3104" y="12392"/>
                          <a:pt x="3396" y="13201"/>
                        </a:cubicBezTo>
                        <a:cubicBezTo>
                          <a:pt x="3711" y="14033"/>
                          <a:pt x="4116" y="14776"/>
                          <a:pt x="4610" y="15450"/>
                        </a:cubicBezTo>
                        <a:cubicBezTo>
                          <a:pt x="5105" y="16125"/>
                          <a:pt x="5690" y="16687"/>
                          <a:pt x="6342" y="17160"/>
                        </a:cubicBezTo>
                        <a:cubicBezTo>
                          <a:pt x="6995" y="17632"/>
                          <a:pt x="7669" y="17992"/>
                          <a:pt x="8389" y="18239"/>
                        </a:cubicBezTo>
                        <a:cubicBezTo>
                          <a:pt x="9288" y="18554"/>
                          <a:pt x="10143" y="18756"/>
                          <a:pt x="10975" y="18824"/>
                        </a:cubicBezTo>
                        <a:cubicBezTo>
                          <a:pt x="11807" y="18891"/>
                          <a:pt x="12707" y="18936"/>
                          <a:pt x="13674" y="18936"/>
                        </a:cubicBezTo>
                        <a:lnTo>
                          <a:pt x="28742" y="18936"/>
                        </a:lnTo>
                        <a:close/>
                      </a:path>
                    </a:pathLst>
                  </a:custGeom>
                  <a:solidFill>
                    <a:srgbClr val="231F20"/>
                  </a:solidFill>
                  <a:ln w="2249" cap="flat">
                    <a:noFill/>
                    <a:prstDash val="solid"/>
                    <a:miter/>
                  </a:ln>
                </p:spPr>
                <p:txBody>
                  <a:bodyPr rtlCol="0" anchor="ctr"/>
                  <a:lstStyle/>
                  <a:p>
                    <a:endParaRPr lang="en-US"/>
                  </a:p>
                </p:txBody>
              </p:sp>
              <p:sp>
                <p:nvSpPr>
                  <p:cNvPr id="3512" name="Freeform 3511">
                    <a:extLst>
                      <a:ext uri="{FF2B5EF4-FFF2-40B4-BE49-F238E27FC236}">
                        <a16:creationId xmlns:a16="http://schemas.microsoft.com/office/drawing/2014/main" id="{C3364A3C-5B34-AF7C-2BBE-4DC2AB92F16D}"/>
                      </a:ext>
                    </a:extLst>
                  </p:cNvPr>
                  <p:cNvSpPr/>
                  <p:nvPr/>
                </p:nvSpPr>
                <p:spPr>
                  <a:xfrm>
                    <a:off x="3395632" y="2550827"/>
                    <a:ext cx="38861" cy="3665"/>
                  </a:xfrm>
                  <a:custGeom>
                    <a:avLst/>
                    <a:gdLst>
                      <a:gd name="connsiteX0" fmla="*/ 38862 w 38861"/>
                      <a:gd name="connsiteY0" fmla="*/ 3666 h 3665"/>
                      <a:gd name="connsiteX1" fmla="*/ 0 w 38861"/>
                      <a:gd name="connsiteY1" fmla="*/ 3666 h 3665"/>
                      <a:gd name="connsiteX2" fmla="*/ 0 w 38861"/>
                      <a:gd name="connsiteY2" fmla="*/ 0 h 3665"/>
                      <a:gd name="connsiteX3" fmla="*/ 38862 w 38861"/>
                      <a:gd name="connsiteY3" fmla="*/ 0 h 3665"/>
                      <a:gd name="connsiteX4" fmla="*/ 38862 w 38861"/>
                      <a:gd name="connsiteY4" fmla="*/ 3666 h 3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61" h="3665">
                        <a:moveTo>
                          <a:pt x="38862" y="3666"/>
                        </a:moveTo>
                        <a:lnTo>
                          <a:pt x="0" y="3666"/>
                        </a:lnTo>
                        <a:lnTo>
                          <a:pt x="0" y="0"/>
                        </a:lnTo>
                        <a:lnTo>
                          <a:pt x="38862" y="0"/>
                        </a:lnTo>
                        <a:lnTo>
                          <a:pt x="38862" y="3666"/>
                        </a:lnTo>
                        <a:close/>
                      </a:path>
                    </a:pathLst>
                  </a:custGeom>
                  <a:solidFill>
                    <a:srgbClr val="231F20"/>
                  </a:solidFill>
                  <a:ln w="2249" cap="flat">
                    <a:noFill/>
                    <a:prstDash val="solid"/>
                    <a:miter/>
                  </a:ln>
                </p:spPr>
                <p:txBody>
                  <a:bodyPr rtlCol="0" anchor="ctr"/>
                  <a:lstStyle/>
                  <a:p>
                    <a:endParaRPr lang="en-US"/>
                  </a:p>
                </p:txBody>
              </p:sp>
              <p:sp>
                <p:nvSpPr>
                  <p:cNvPr id="3513" name="Freeform 3512">
                    <a:extLst>
                      <a:ext uri="{FF2B5EF4-FFF2-40B4-BE49-F238E27FC236}">
                        <a16:creationId xmlns:a16="http://schemas.microsoft.com/office/drawing/2014/main" id="{8B12EFEC-AE44-3FB5-7FBE-6151AC51093A}"/>
                      </a:ext>
                    </a:extLst>
                  </p:cNvPr>
                  <p:cNvSpPr/>
                  <p:nvPr/>
                </p:nvSpPr>
                <p:spPr>
                  <a:xfrm>
                    <a:off x="3405774" y="2519071"/>
                    <a:ext cx="28741" cy="22197"/>
                  </a:xfrm>
                  <a:custGeom>
                    <a:avLst/>
                    <a:gdLst>
                      <a:gd name="connsiteX0" fmla="*/ 28719 w 28741"/>
                      <a:gd name="connsiteY0" fmla="*/ 18959 h 22197"/>
                      <a:gd name="connsiteX1" fmla="*/ 28719 w 28741"/>
                      <a:gd name="connsiteY1" fmla="*/ 22197 h 22197"/>
                      <a:gd name="connsiteX2" fmla="*/ 765 w 28741"/>
                      <a:gd name="connsiteY2" fmla="*/ 22197 h 22197"/>
                      <a:gd name="connsiteX3" fmla="*/ 765 w 28741"/>
                      <a:gd name="connsiteY3" fmla="*/ 18959 h 22197"/>
                      <a:gd name="connsiteX4" fmla="*/ 4655 w 28741"/>
                      <a:gd name="connsiteY4" fmla="*/ 18959 h 22197"/>
                      <a:gd name="connsiteX5" fmla="*/ 1305 w 28741"/>
                      <a:gd name="connsiteY5" fmla="*/ 14933 h 22197"/>
                      <a:gd name="connsiteX6" fmla="*/ 0 w 28741"/>
                      <a:gd name="connsiteY6" fmla="*/ 9940 h 22197"/>
                      <a:gd name="connsiteX7" fmla="*/ 900 w 28741"/>
                      <a:gd name="connsiteY7" fmla="*/ 5128 h 22197"/>
                      <a:gd name="connsiteX8" fmla="*/ 4003 w 28741"/>
                      <a:gd name="connsiteY8" fmla="*/ 1394 h 22197"/>
                      <a:gd name="connsiteX9" fmla="*/ 7107 w 28741"/>
                      <a:gd name="connsiteY9" fmla="*/ 180 h 22197"/>
                      <a:gd name="connsiteX10" fmla="*/ 10435 w 28741"/>
                      <a:gd name="connsiteY10" fmla="*/ 0 h 22197"/>
                      <a:gd name="connsiteX11" fmla="*/ 28742 w 28741"/>
                      <a:gd name="connsiteY11" fmla="*/ 0 h 22197"/>
                      <a:gd name="connsiteX12" fmla="*/ 28742 w 28741"/>
                      <a:gd name="connsiteY12" fmla="*/ 3239 h 22197"/>
                      <a:gd name="connsiteX13" fmla="*/ 10503 w 28741"/>
                      <a:gd name="connsiteY13" fmla="*/ 3239 h 22197"/>
                      <a:gd name="connsiteX14" fmla="*/ 4835 w 28741"/>
                      <a:gd name="connsiteY14" fmla="*/ 4903 h 22197"/>
                      <a:gd name="connsiteX15" fmla="*/ 2946 w 28741"/>
                      <a:gd name="connsiteY15" fmla="*/ 10458 h 22197"/>
                      <a:gd name="connsiteX16" fmla="*/ 3396 w 28741"/>
                      <a:gd name="connsiteY16" fmla="*/ 13201 h 22197"/>
                      <a:gd name="connsiteX17" fmla="*/ 4610 w 28741"/>
                      <a:gd name="connsiteY17" fmla="*/ 15450 h 22197"/>
                      <a:gd name="connsiteX18" fmla="*/ 6342 w 28741"/>
                      <a:gd name="connsiteY18" fmla="*/ 17160 h 22197"/>
                      <a:gd name="connsiteX19" fmla="*/ 8389 w 28741"/>
                      <a:gd name="connsiteY19" fmla="*/ 18239 h 22197"/>
                      <a:gd name="connsiteX20" fmla="*/ 10975 w 28741"/>
                      <a:gd name="connsiteY20" fmla="*/ 18824 h 22197"/>
                      <a:gd name="connsiteX21" fmla="*/ 13674 w 28741"/>
                      <a:gd name="connsiteY21" fmla="*/ 18936 h 22197"/>
                      <a:gd name="connsiteX22" fmla="*/ 28742 w 28741"/>
                      <a:gd name="connsiteY22" fmla="*/ 18936 h 22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41" h="22197">
                        <a:moveTo>
                          <a:pt x="28719" y="18959"/>
                        </a:moveTo>
                        <a:lnTo>
                          <a:pt x="28719" y="22197"/>
                        </a:lnTo>
                        <a:lnTo>
                          <a:pt x="765" y="22197"/>
                        </a:lnTo>
                        <a:lnTo>
                          <a:pt x="765" y="18959"/>
                        </a:lnTo>
                        <a:lnTo>
                          <a:pt x="4655" y="18959"/>
                        </a:lnTo>
                        <a:cubicBezTo>
                          <a:pt x="3284" y="17654"/>
                          <a:pt x="2182" y="16327"/>
                          <a:pt x="1305" y="14933"/>
                        </a:cubicBezTo>
                        <a:cubicBezTo>
                          <a:pt x="450" y="13539"/>
                          <a:pt x="0" y="11874"/>
                          <a:pt x="0" y="9940"/>
                        </a:cubicBezTo>
                        <a:cubicBezTo>
                          <a:pt x="0" y="8209"/>
                          <a:pt x="292" y="6612"/>
                          <a:pt x="900" y="5128"/>
                        </a:cubicBezTo>
                        <a:cubicBezTo>
                          <a:pt x="1484" y="3643"/>
                          <a:pt x="2519" y="2406"/>
                          <a:pt x="4003" y="1394"/>
                        </a:cubicBezTo>
                        <a:cubicBezTo>
                          <a:pt x="5015" y="720"/>
                          <a:pt x="6050" y="315"/>
                          <a:pt x="7107" y="180"/>
                        </a:cubicBezTo>
                        <a:cubicBezTo>
                          <a:pt x="8164" y="45"/>
                          <a:pt x="9266" y="0"/>
                          <a:pt x="10435" y="0"/>
                        </a:cubicBezTo>
                        <a:lnTo>
                          <a:pt x="28742" y="0"/>
                        </a:lnTo>
                        <a:lnTo>
                          <a:pt x="28742" y="3239"/>
                        </a:lnTo>
                        <a:lnTo>
                          <a:pt x="10503" y="3239"/>
                        </a:lnTo>
                        <a:cubicBezTo>
                          <a:pt x="7984" y="3239"/>
                          <a:pt x="6095" y="3801"/>
                          <a:pt x="4835" y="4903"/>
                        </a:cubicBezTo>
                        <a:cubicBezTo>
                          <a:pt x="3576" y="6027"/>
                          <a:pt x="2946" y="7871"/>
                          <a:pt x="2946" y="10458"/>
                        </a:cubicBezTo>
                        <a:cubicBezTo>
                          <a:pt x="2946" y="11470"/>
                          <a:pt x="3104" y="12392"/>
                          <a:pt x="3396" y="13201"/>
                        </a:cubicBezTo>
                        <a:cubicBezTo>
                          <a:pt x="3711" y="14033"/>
                          <a:pt x="4116" y="14776"/>
                          <a:pt x="4610" y="15450"/>
                        </a:cubicBezTo>
                        <a:cubicBezTo>
                          <a:pt x="5105" y="16125"/>
                          <a:pt x="5690" y="16687"/>
                          <a:pt x="6342" y="17160"/>
                        </a:cubicBezTo>
                        <a:cubicBezTo>
                          <a:pt x="6995" y="17632"/>
                          <a:pt x="7669" y="17992"/>
                          <a:pt x="8389" y="18239"/>
                        </a:cubicBezTo>
                        <a:cubicBezTo>
                          <a:pt x="9288" y="18554"/>
                          <a:pt x="10143" y="18756"/>
                          <a:pt x="10975" y="18824"/>
                        </a:cubicBezTo>
                        <a:cubicBezTo>
                          <a:pt x="11807" y="18891"/>
                          <a:pt x="12707" y="18936"/>
                          <a:pt x="13674" y="18936"/>
                        </a:cubicBezTo>
                        <a:lnTo>
                          <a:pt x="28742" y="18936"/>
                        </a:lnTo>
                        <a:close/>
                      </a:path>
                    </a:pathLst>
                  </a:custGeom>
                  <a:solidFill>
                    <a:srgbClr val="231F20"/>
                  </a:solidFill>
                  <a:ln w="2249" cap="flat">
                    <a:noFill/>
                    <a:prstDash val="solid"/>
                    <a:miter/>
                  </a:ln>
                </p:spPr>
                <p:txBody>
                  <a:bodyPr rtlCol="0" anchor="ctr"/>
                  <a:lstStyle/>
                  <a:p>
                    <a:endParaRPr lang="en-US"/>
                  </a:p>
                </p:txBody>
              </p:sp>
              <p:sp>
                <p:nvSpPr>
                  <p:cNvPr id="3514" name="Freeform 3513">
                    <a:extLst>
                      <a:ext uri="{FF2B5EF4-FFF2-40B4-BE49-F238E27FC236}">
                        <a16:creationId xmlns:a16="http://schemas.microsoft.com/office/drawing/2014/main" id="{21F9E13D-192B-4980-C120-A884C9E5EC93}"/>
                      </a:ext>
                    </a:extLst>
                  </p:cNvPr>
                  <p:cNvSpPr/>
                  <p:nvPr/>
                </p:nvSpPr>
                <p:spPr>
                  <a:xfrm>
                    <a:off x="3395632" y="2486417"/>
                    <a:ext cx="39626" cy="25683"/>
                  </a:xfrm>
                  <a:custGeom>
                    <a:avLst/>
                    <a:gdLst>
                      <a:gd name="connsiteX0" fmla="*/ 0 w 39626"/>
                      <a:gd name="connsiteY0" fmla="*/ 3239 h 25683"/>
                      <a:gd name="connsiteX1" fmla="*/ 0 w 39626"/>
                      <a:gd name="connsiteY1" fmla="*/ 0 h 25683"/>
                      <a:gd name="connsiteX2" fmla="*/ 38862 w 39626"/>
                      <a:gd name="connsiteY2" fmla="*/ 0 h 25683"/>
                      <a:gd name="connsiteX3" fmla="*/ 38862 w 39626"/>
                      <a:gd name="connsiteY3" fmla="*/ 3239 h 25683"/>
                      <a:gd name="connsiteX4" fmla="*/ 33959 w 39626"/>
                      <a:gd name="connsiteY4" fmla="*/ 3239 h 25683"/>
                      <a:gd name="connsiteX5" fmla="*/ 33959 w 39626"/>
                      <a:gd name="connsiteY5" fmla="*/ 3351 h 25683"/>
                      <a:gd name="connsiteX6" fmla="*/ 36411 w 39626"/>
                      <a:gd name="connsiteY6" fmla="*/ 5150 h 25683"/>
                      <a:gd name="connsiteX7" fmla="*/ 38165 w 39626"/>
                      <a:gd name="connsiteY7" fmla="*/ 7579 h 25683"/>
                      <a:gd name="connsiteX8" fmla="*/ 39244 w 39626"/>
                      <a:gd name="connsiteY8" fmla="*/ 10300 h 25683"/>
                      <a:gd name="connsiteX9" fmla="*/ 39627 w 39626"/>
                      <a:gd name="connsiteY9" fmla="*/ 13044 h 25683"/>
                      <a:gd name="connsiteX10" fmla="*/ 38502 w 39626"/>
                      <a:gd name="connsiteY10" fmla="*/ 18824 h 25683"/>
                      <a:gd name="connsiteX11" fmla="*/ 35399 w 39626"/>
                      <a:gd name="connsiteY11" fmla="*/ 22737 h 25683"/>
                      <a:gd name="connsiteX12" fmla="*/ 30721 w 39626"/>
                      <a:gd name="connsiteY12" fmla="*/ 24986 h 25683"/>
                      <a:gd name="connsiteX13" fmla="*/ 24941 w 39626"/>
                      <a:gd name="connsiteY13" fmla="*/ 25683 h 25683"/>
                      <a:gd name="connsiteX14" fmla="*/ 19318 w 39626"/>
                      <a:gd name="connsiteY14" fmla="*/ 24918 h 25683"/>
                      <a:gd name="connsiteX15" fmla="*/ 14596 w 39626"/>
                      <a:gd name="connsiteY15" fmla="*/ 22625 h 25683"/>
                      <a:gd name="connsiteX16" fmla="*/ 11357 w 39626"/>
                      <a:gd name="connsiteY16" fmla="*/ 18734 h 25683"/>
                      <a:gd name="connsiteX17" fmla="*/ 10143 w 39626"/>
                      <a:gd name="connsiteY17" fmla="*/ 13201 h 25683"/>
                      <a:gd name="connsiteX18" fmla="*/ 11470 w 39626"/>
                      <a:gd name="connsiteY18" fmla="*/ 7512 h 25683"/>
                      <a:gd name="connsiteX19" fmla="*/ 15383 w 39626"/>
                      <a:gd name="connsiteY19" fmla="*/ 3216 h 25683"/>
                      <a:gd name="connsiteX20" fmla="*/ 0 w 39626"/>
                      <a:gd name="connsiteY20" fmla="*/ 3216 h 25683"/>
                      <a:gd name="connsiteX21" fmla="*/ 24783 w 39626"/>
                      <a:gd name="connsiteY21" fmla="*/ 3239 h 25683"/>
                      <a:gd name="connsiteX22" fmla="*/ 20285 w 39626"/>
                      <a:gd name="connsiteY22" fmla="*/ 3891 h 25683"/>
                      <a:gd name="connsiteX23" fmla="*/ 16552 w 39626"/>
                      <a:gd name="connsiteY23" fmla="*/ 5757 h 25683"/>
                      <a:gd name="connsiteX24" fmla="*/ 14011 w 39626"/>
                      <a:gd name="connsiteY24" fmla="*/ 8726 h 25683"/>
                      <a:gd name="connsiteX25" fmla="*/ 13066 w 39626"/>
                      <a:gd name="connsiteY25" fmla="*/ 12684 h 25683"/>
                      <a:gd name="connsiteX26" fmla="*/ 14056 w 39626"/>
                      <a:gd name="connsiteY26" fmla="*/ 17047 h 25683"/>
                      <a:gd name="connsiteX27" fmla="*/ 16777 w 39626"/>
                      <a:gd name="connsiteY27" fmla="*/ 20061 h 25683"/>
                      <a:gd name="connsiteX28" fmla="*/ 20803 w 39626"/>
                      <a:gd name="connsiteY28" fmla="*/ 21792 h 25683"/>
                      <a:gd name="connsiteX29" fmla="*/ 25750 w 39626"/>
                      <a:gd name="connsiteY29" fmla="*/ 22220 h 25683"/>
                      <a:gd name="connsiteX30" fmla="*/ 30428 w 39626"/>
                      <a:gd name="connsiteY30" fmla="*/ 21500 h 25683"/>
                      <a:gd name="connsiteX31" fmla="*/ 33847 w 39626"/>
                      <a:gd name="connsiteY31" fmla="*/ 19476 h 25683"/>
                      <a:gd name="connsiteX32" fmla="*/ 35983 w 39626"/>
                      <a:gd name="connsiteY32" fmla="*/ 16462 h 25683"/>
                      <a:gd name="connsiteX33" fmla="*/ 36703 w 39626"/>
                      <a:gd name="connsiteY33" fmla="*/ 12684 h 25683"/>
                      <a:gd name="connsiteX34" fmla="*/ 35781 w 39626"/>
                      <a:gd name="connsiteY34" fmla="*/ 8636 h 25683"/>
                      <a:gd name="connsiteX35" fmla="*/ 33262 w 39626"/>
                      <a:gd name="connsiteY35" fmla="*/ 5667 h 25683"/>
                      <a:gd name="connsiteX36" fmla="*/ 29484 w 39626"/>
                      <a:gd name="connsiteY36" fmla="*/ 3868 h 25683"/>
                      <a:gd name="connsiteX37" fmla="*/ 24761 w 39626"/>
                      <a:gd name="connsiteY37" fmla="*/ 3239 h 25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6" h="25683">
                        <a:moveTo>
                          <a:pt x="0" y="3239"/>
                        </a:moveTo>
                        <a:lnTo>
                          <a:pt x="0" y="0"/>
                        </a:lnTo>
                        <a:lnTo>
                          <a:pt x="38862" y="0"/>
                        </a:lnTo>
                        <a:lnTo>
                          <a:pt x="38862" y="3239"/>
                        </a:lnTo>
                        <a:lnTo>
                          <a:pt x="33959" y="3239"/>
                        </a:lnTo>
                        <a:lnTo>
                          <a:pt x="33959" y="3351"/>
                        </a:lnTo>
                        <a:cubicBezTo>
                          <a:pt x="34904" y="3823"/>
                          <a:pt x="35713" y="4430"/>
                          <a:pt x="36411" y="5150"/>
                        </a:cubicBezTo>
                        <a:cubicBezTo>
                          <a:pt x="37108" y="5892"/>
                          <a:pt x="37692" y="6702"/>
                          <a:pt x="38165" y="7579"/>
                        </a:cubicBezTo>
                        <a:cubicBezTo>
                          <a:pt x="38637" y="8456"/>
                          <a:pt x="38997" y="9378"/>
                          <a:pt x="39244" y="10300"/>
                        </a:cubicBezTo>
                        <a:cubicBezTo>
                          <a:pt x="39492" y="11245"/>
                          <a:pt x="39627" y="12144"/>
                          <a:pt x="39627" y="13044"/>
                        </a:cubicBezTo>
                        <a:cubicBezTo>
                          <a:pt x="39627" y="15315"/>
                          <a:pt x="39244" y="17227"/>
                          <a:pt x="38502" y="18824"/>
                        </a:cubicBezTo>
                        <a:cubicBezTo>
                          <a:pt x="37737" y="20398"/>
                          <a:pt x="36703" y="21702"/>
                          <a:pt x="35399" y="22737"/>
                        </a:cubicBezTo>
                        <a:cubicBezTo>
                          <a:pt x="34094" y="23772"/>
                          <a:pt x="32520" y="24514"/>
                          <a:pt x="30721" y="24986"/>
                        </a:cubicBezTo>
                        <a:cubicBezTo>
                          <a:pt x="28922" y="25458"/>
                          <a:pt x="26988" y="25683"/>
                          <a:pt x="24941" y="25683"/>
                        </a:cubicBezTo>
                        <a:cubicBezTo>
                          <a:pt x="23007" y="25683"/>
                          <a:pt x="21117" y="25436"/>
                          <a:pt x="19318" y="24918"/>
                        </a:cubicBezTo>
                        <a:cubicBezTo>
                          <a:pt x="17519" y="24424"/>
                          <a:pt x="15945" y="23659"/>
                          <a:pt x="14596" y="22625"/>
                        </a:cubicBezTo>
                        <a:cubicBezTo>
                          <a:pt x="13246" y="21590"/>
                          <a:pt x="12167" y="20308"/>
                          <a:pt x="11357" y="18734"/>
                        </a:cubicBezTo>
                        <a:cubicBezTo>
                          <a:pt x="10547" y="17160"/>
                          <a:pt x="10143" y="15315"/>
                          <a:pt x="10143" y="13201"/>
                        </a:cubicBezTo>
                        <a:cubicBezTo>
                          <a:pt x="10143" y="11222"/>
                          <a:pt x="10593" y="9333"/>
                          <a:pt x="11470" y="7512"/>
                        </a:cubicBezTo>
                        <a:cubicBezTo>
                          <a:pt x="12347" y="5690"/>
                          <a:pt x="13651" y="4273"/>
                          <a:pt x="15383" y="3216"/>
                        </a:cubicBezTo>
                        <a:lnTo>
                          <a:pt x="0" y="3216"/>
                        </a:lnTo>
                        <a:close/>
                        <a:moveTo>
                          <a:pt x="24783" y="3239"/>
                        </a:moveTo>
                        <a:cubicBezTo>
                          <a:pt x="23209" y="3239"/>
                          <a:pt x="21702" y="3463"/>
                          <a:pt x="20285" y="3891"/>
                        </a:cubicBezTo>
                        <a:cubicBezTo>
                          <a:pt x="18869" y="4318"/>
                          <a:pt x="17632" y="4948"/>
                          <a:pt x="16552" y="5757"/>
                        </a:cubicBezTo>
                        <a:cubicBezTo>
                          <a:pt x="15495" y="6567"/>
                          <a:pt x="14640" y="7557"/>
                          <a:pt x="14011" y="8726"/>
                        </a:cubicBezTo>
                        <a:cubicBezTo>
                          <a:pt x="13381" y="9895"/>
                          <a:pt x="13066" y="11222"/>
                          <a:pt x="13066" y="12684"/>
                        </a:cubicBezTo>
                        <a:cubicBezTo>
                          <a:pt x="13066" y="14371"/>
                          <a:pt x="13404" y="15833"/>
                          <a:pt x="14056" y="17047"/>
                        </a:cubicBezTo>
                        <a:cubicBezTo>
                          <a:pt x="14731" y="18262"/>
                          <a:pt x="15630" y="19274"/>
                          <a:pt x="16777" y="20061"/>
                        </a:cubicBezTo>
                        <a:cubicBezTo>
                          <a:pt x="17924" y="20848"/>
                          <a:pt x="19273" y="21433"/>
                          <a:pt x="20803" y="21792"/>
                        </a:cubicBezTo>
                        <a:cubicBezTo>
                          <a:pt x="22332" y="22152"/>
                          <a:pt x="23974" y="22287"/>
                          <a:pt x="25750" y="22220"/>
                        </a:cubicBezTo>
                        <a:cubicBezTo>
                          <a:pt x="27505" y="22220"/>
                          <a:pt x="29079" y="21972"/>
                          <a:pt x="30428" y="21500"/>
                        </a:cubicBezTo>
                        <a:cubicBezTo>
                          <a:pt x="31778" y="21005"/>
                          <a:pt x="32925" y="20331"/>
                          <a:pt x="33847" y="19476"/>
                        </a:cubicBezTo>
                        <a:cubicBezTo>
                          <a:pt x="34769" y="18621"/>
                          <a:pt x="35488" y="17609"/>
                          <a:pt x="35983" y="16462"/>
                        </a:cubicBezTo>
                        <a:cubicBezTo>
                          <a:pt x="36478" y="15315"/>
                          <a:pt x="36703" y="14056"/>
                          <a:pt x="36703" y="12684"/>
                        </a:cubicBezTo>
                        <a:cubicBezTo>
                          <a:pt x="36703" y="11177"/>
                          <a:pt x="36388" y="9828"/>
                          <a:pt x="35781" y="8636"/>
                        </a:cubicBezTo>
                        <a:cubicBezTo>
                          <a:pt x="35173" y="7444"/>
                          <a:pt x="34341" y="6454"/>
                          <a:pt x="33262" y="5667"/>
                        </a:cubicBezTo>
                        <a:cubicBezTo>
                          <a:pt x="32205" y="4880"/>
                          <a:pt x="30945" y="4273"/>
                          <a:pt x="29484" y="3868"/>
                        </a:cubicBezTo>
                        <a:cubicBezTo>
                          <a:pt x="28022" y="3463"/>
                          <a:pt x="26447" y="3239"/>
                          <a:pt x="24761" y="3239"/>
                        </a:cubicBezTo>
                        <a:close/>
                      </a:path>
                    </a:pathLst>
                  </a:custGeom>
                  <a:solidFill>
                    <a:srgbClr val="231F20"/>
                  </a:solidFill>
                  <a:ln w="2249" cap="flat">
                    <a:noFill/>
                    <a:prstDash val="solid"/>
                    <a:miter/>
                  </a:ln>
                </p:spPr>
                <p:txBody>
                  <a:bodyPr rtlCol="0" anchor="ctr"/>
                  <a:lstStyle/>
                  <a:p>
                    <a:endParaRPr lang="en-US"/>
                  </a:p>
                </p:txBody>
              </p:sp>
              <p:sp>
                <p:nvSpPr>
                  <p:cNvPr id="3515" name="Freeform 3514">
                    <a:extLst>
                      <a:ext uri="{FF2B5EF4-FFF2-40B4-BE49-F238E27FC236}">
                        <a16:creationId xmlns:a16="http://schemas.microsoft.com/office/drawing/2014/main" id="{0F1DB79D-9F7C-5AB8-BE6F-68A170F64E7D}"/>
                      </a:ext>
                    </a:extLst>
                  </p:cNvPr>
                  <p:cNvSpPr/>
                  <p:nvPr/>
                </p:nvSpPr>
                <p:spPr>
                  <a:xfrm>
                    <a:off x="3405797" y="2454615"/>
                    <a:ext cx="29483" cy="25167"/>
                  </a:xfrm>
                  <a:custGeom>
                    <a:avLst/>
                    <a:gdLst>
                      <a:gd name="connsiteX0" fmla="*/ 15473 w 29483"/>
                      <a:gd name="connsiteY0" fmla="*/ 21659 h 25167"/>
                      <a:gd name="connsiteX1" fmla="*/ 19768 w 29483"/>
                      <a:gd name="connsiteY1" fmla="*/ 21074 h 25167"/>
                      <a:gd name="connsiteX2" fmla="*/ 23277 w 29483"/>
                      <a:gd name="connsiteY2" fmla="*/ 19320 h 25167"/>
                      <a:gd name="connsiteX3" fmla="*/ 25661 w 29483"/>
                      <a:gd name="connsiteY3" fmla="*/ 16374 h 25167"/>
                      <a:gd name="connsiteX4" fmla="*/ 26560 w 29483"/>
                      <a:gd name="connsiteY4" fmla="*/ 12281 h 25167"/>
                      <a:gd name="connsiteX5" fmla="*/ 24896 w 29483"/>
                      <a:gd name="connsiteY5" fmla="*/ 6838 h 25167"/>
                      <a:gd name="connsiteX6" fmla="*/ 20151 w 29483"/>
                      <a:gd name="connsiteY6" fmla="*/ 3825 h 25167"/>
                      <a:gd name="connsiteX7" fmla="*/ 20151 w 29483"/>
                      <a:gd name="connsiteY7" fmla="*/ 204 h 25167"/>
                      <a:gd name="connsiteX8" fmla="*/ 23839 w 29483"/>
                      <a:gd name="connsiteY8" fmla="*/ 1778 h 25167"/>
                      <a:gd name="connsiteX9" fmla="*/ 26808 w 29483"/>
                      <a:gd name="connsiteY9" fmla="*/ 4207 h 25167"/>
                      <a:gd name="connsiteX10" fmla="*/ 28787 w 29483"/>
                      <a:gd name="connsiteY10" fmla="*/ 7670 h 25167"/>
                      <a:gd name="connsiteX11" fmla="*/ 29484 w 29483"/>
                      <a:gd name="connsiteY11" fmla="*/ 12303 h 25167"/>
                      <a:gd name="connsiteX12" fmla="*/ 28359 w 29483"/>
                      <a:gd name="connsiteY12" fmla="*/ 18083 h 25167"/>
                      <a:gd name="connsiteX13" fmla="*/ 25256 w 29483"/>
                      <a:gd name="connsiteY13" fmla="*/ 22086 h 25167"/>
                      <a:gd name="connsiteX14" fmla="*/ 20623 w 29483"/>
                      <a:gd name="connsiteY14" fmla="*/ 24403 h 25167"/>
                      <a:gd name="connsiteX15" fmla="*/ 14866 w 29483"/>
                      <a:gd name="connsiteY15" fmla="*/ 25167 h 25167"/>
                      <a:gd name="connsiteX16" fmla="*/ 9086 w 29483"/>
                      <a:gd name="connsiteY16" fmla="*/ 24268 h 25167"/>
                      <a:gd name="connsiteX17" fmla="*/ 4363 w 29483"/>
                      <a:gd name="connsiteY17" fmla="*/ 21726 h 25167"/>
                      <a:gd name="connsiteX18" fmla="*/ 1170 w 29483"/>
                      <a:gd name="connsiteY18" fmla="*/ 17701 h 25167"/>
                      <a:gd name="connsiteX19" fmla="*/ 0 w 29483"/>
                      <a:gd name="connsiteY19" fmla="*/ 12303 h 25167"/>
                      <a:gd name="connsiteX20" fmla="*/ 3958 w 29483"/>
                      <a:gd name="connsiteY20" fmla="*/ 3240 h 25167"/>
                      <a:gd name="connsiteX21" fmla="*/ 15473 w 29483"/>
                      <a:gd name="connsiteY21" fmla="*/ 1 h 25167"/>
                      <a:gd name="connsiteX22" fmla="*/ 15473 w 29483"/>
                      <a:gd name="connsiteY22" fmla="*/ 21704 h 25167"/>
                      <a:gd name="connsiteX23" fmla="*/ 12774 w 29483"/>
                      <a:gd name="connsiteY23" fmla="*/ 3420 h 25167"/>
                      <a:gd name="connsiteX24" fmla="*/ 8906 w 29483"/>
                      <a:gd name="connsiteY24" fmla="*/ 3982 h 25167"/>
                      <a:gd name="connsiteX25" fmla="*/ 5780 w 29483"/>
                      <a:gd name="connsiteY25" fmla="*/ 5646 h 25167"/>
                      <a:gd name="connsiteX26" fmla="*/ 3666 w 29483"/>
                      <a:gd name="connsiteY26" fmla="*/ 8435 h 25167"/>
                      <a:gd name="connsiteX27" fmla="*/ 2879 w 29483"/>
                      <a:gd name="connsiteY27" fmla="*/ 12258 h 25167"/>
                      <a:gd name="connsiteX28" fmla="*/ 3688 w 29483"/>
                      <a:gd name="connsiteY28" fmla="*/ 16059 h 25167"/>
                      <a:gd name="connsiteX29" fmla="*/ 5848 w 29483"/>
                      <a:gd name="connsiteY29" fmla="*/ 18870 h 25167"/>
                      <a:gd name="connsiteX30" fmla="*/ 8973 w 29483"/>
                      <a:gd name="connsiteY30" fmla="*/ 20737 h 25167"/>
                      <a:gd name="connsiteX31" fmla="*/ 12752 w 29483"/>
                      <a:gd name="connsiteY31" fmla="*/ 21659 h 25167"/>
                      <a:gd name="connsiteX32" fmla="*/ 12752 w 29483"/>
                      <a:gd name="connsiteY32" fmla="*/ 3420 h 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483" h="25167">
                        <a:moveTo>
                          <a:pt x="15473" y="21659"/>
                        </a:moveTo>
                        <a:cubicBezTo>
                          <a:pt x="16980" y="21659"/>
                          <a:pt x="18419" y="21456"/>
                          <a:pt x="19768" y="21074"/>
                        </a:cubicBezTo>
                        <a:cubicBezTo>
                          <a:pt x="21118" y="20669"/>
                          <a:pt x="22287" y="20085"/>
                          <a:pt x="23277" y="19320"/>
                        </a:cubicBezTo>
                        <a:cubicBezTo>
                          <a:pt x="24266" y="18555"/>
                          <a:pt x="25053" y="17566"/>
                          <a:pt x="25661" y="16374"/>
                        </a:cubicBezTo>
                        <a:cubicBezTo>
                          <a:pt x="26245" y="15182"/>
                          <a:pt x="26560" y="13810"/>
                          <a:pt x="26560" y="12281"/>
                        </a:cubicBezTo>
                        <a:cubicBezTo>
                          <a:pt x="26560" y="10167"/>
                          <a:pt x="25998" y="8345"/>
                          <a:pt x="24896" y="6838"/>
                        </a:cubicBezTo>
                        <a:cubicBezTo>
                          <a:pt x="23772" y="5331"/>
                          <a:pt x="22197" y="4319"/>
                          <a:pt x="20151" y="3825"/>
                        </a:cubicBezTo>
                        <a:lnTo>
                          <a:pt x="20151" y="204"/>
                        </a:lnTo>
                        <a:cubicBezTo>
                          <a:pt x="21478" y="609"/>
                          <a:pt x="22715" y="1126"/>
                          <a:pt x="23839" y="1778"/>
                        </a:cubicBezTo>
                        <a:cubicBezTo>
                          <a:pt x="24964" y="2430"/>
                          <a:pt x="25953" y="3240"/>
                          <a:pt x="26808" y="4207"/>
                        </a:cubicBezTo>
                        <a:cubicBezTo>
                          <a:pt x="27662" y="5174"/>
                          <a:pt x="28315" y="6321"/>
                          <a:pt x="28787" y="7670"/>
                        </a:cubicBezTo>
                        <a:cubicBezTo>
                          <a:pt x="29259" y="8997"/>
                          <a:pt x="29484" y="10549"/>
                          <a:pt x="29484" y="12303"/>
                        </a:cubicBezTo>
                        <a:cubicBezTo>
                          <a:pt x="29484" y="14530"/>
                          <a:pt x="29102" y="16464"/>
                          <a:pt x="28359" y="18083"/>
                        </a:cubicBezTo>
                        <a:cubicBezTo>
                          <a:pt x="27595" y="19702"/>
                          <a:pt x="26560" y="21029"/>
                          <a:pt x="25256" y="22086"/>
                        </a:cubicBezTo>
                        <a:cubicBezTo>
                          <a:pt x="23951" y="23121"/>
                          <a:pt x="22400" y="23908"/>
                          <a:pt x="20623" y="24403"/>
                        </a:cubicBezTo>
                        <a:cubicBezTo>
                          <a:pt x="18846" y="24897"/>
                          <a:pt x="16935" y="25167"/>
                          <a:pt x="14866" y="25167"/>
                        </a:cubicBezTo>
                        <a:cubicBezTo>
                          <a:pt x="12797" y="25167"/>
                          <a:pt x="10885" y="24875"/>
                          <a:pt x="9086" y="24268"/>
                        </a:cubicBezTo>
                        <a:cubicBezTo>
                          <a:pt x="7287" y="23683"/>
                          <a:pt x="5712" y="22828"/>
                          <a:pt x="4363" y="21726"/>
                        </a:cubicBezTo>
                        <a:cubicBezTo>
                          <a:pt x="3014" y="20624"/>
                          <a:pt x="1957" y="19297"/>
                          <a:pt x="1170" y="17701"/>
                        </a:cubicBezTo>
                        <a:cubicBezTo>
                          <a:pt x="405" y="16126"/>
                          <a:pt x="0" y="14327"/>
                          <a:pt x="0" y="12303"/>
                        </a:cubicBezTo>
                        <a:cubicBezTo>
                          <a:pt x="0" y="8457"/>
                          <a:pt x="1327" y="5421"/>
                          <a:pt x="3958" y="3240"/>
                        </a:cubicBezTo>
                        <a:cubicBezTo>
                          <a:pt x="6612" y="1036"/>
                          <a:pt x="10435" y="-44"/>
                          <a:pt x="15473" y="1"/>
                        </a:cubicBezTo>
                        <a:lnTo>
                          <a:pt x="15473" y="21704"/>
                        </a:lnTo>
                        <a:close/>
                        <a:moveTo>
                          <a:pt x="12774" y="3420"/>
                        </a:moveTo>
                        <a:cubicBezTo>
                          <a:pt x="11402" y="3420"/>
                          <a:pt x="10120" y="3600"/>
                          <a:pt x="8906" y="3982"/>
                        </a:cubicBezTo>
                        <a:cubicBezTo>
                          <a:pt x="7692" y="4364"/>
                          <a:pt x="6657" y="4927"/>
                          <a:pt x="5780" y="5646"/>
                        </a:cubicBezTo>
                        <a:cubicBezTo>
                          <a:pt x="4903" y="6388"/>
                          <a:pt x="4206" y="7310"/>
                          <a:pt x="3666" y="8435"/>
                        </a:cubicBezTo>
                        <a:cubicBezTo>
                          <a:pt x="3149" y="9559"/>
                          <a:pt x="2879" y="10819"/>
                          <a:pt x="2879" y="12258"/>
                        </a:cubicBezTo>
                        <a:cubicBezTo>
                          <a:pt x="2879" y="13697"/>
                          <a:pt x="3149" y="14957"/>
                          <a:pt x="3688" y="16059"/>
                        </a:cubicBezTo>
                        <a:cubicBezTo>
                          <a:pt x="4228" y="17161"/>
                          <a:pt x="4948" y="18083"/>
                          <a:pt x="5848" y="18870"/>
                        </a:cubicBezTo>
                        <a:cubicBezTo>
                          <a:pt x="6747" y="19635"/>
                          <a:pt x="7782" y="20264"/>
                          <a:pt x="8973" y="20737"/>
                        </a:cubicBezTo>
                        <a:cubicBezTo>
                          <a:pt x="10165" y="21209"/>
                          <a:pt x="11425" y="21501"/>
                          <a:pt x="12752" y="21659"/>
                        </a:cubicBezTo>
                        <a:lnTo>
                          <a:pt x="12752" y="3420"/>
                        </a:lnTo>
                        <a:close/>
                      </a:path>
                    </a:pathLst>
                  </a:custGeom>
                  <a:solidFill>
                    <a:srgbClr val="231F20"/>
                  </a:solidFill>
                  <a:ln w="2249" cap="flat">
                    <a:noFill/>
                    <a:prstDash val="solid"/>
                    <a:miter/>
                  </a:ln>
                </p:spPr>
                <p:txBody>
                  <a:bodyPr rtlCol="0" anchor="ctr"/>
                  <a:lstStyle/>
                  <a:p>
                    <a:endParaRPr lang="en-US"/>
                  </a:p>
                </p:txBody>
              </p:sp>
              <p:sp>
                <p:nvSpPr>
                  <p:cNvPr id="3516" name="Freeform 3515">
                    <a:extLst>
                      <a:ext uri="{FF2B5EF4-FFF2-40B4-BE49-F238E27FC236}">
                        <a16:creationId xmlns:a16="http://schemas.microsoft.com/office/drawing/2014/main" id="{99BF6416-5067-640B-0331-479F14893A00}"/>
                      </a:ext>
                    </a:extLst>
                  </p:cNvPr>
                  <p:cNvSpPr/>
                  <p:nvPr/>
                </p:nvSpPr>
                <p:spPr>
                  <a:xfrm>
                    <a:off x="3406562" y="2426167"/>
                    <a:ext cx="27954" cy="25008"/>
                  </a:xfrm>
                  <a:custGeom>
                    <a:avLst/>
                    <a:gdLst>
                      <a:gd name="connsiteX0" fmla="*/ 15855 w 27954"/>
                      <a:gd name="connsiteY0" fmla="*/ 12392 h 25008"/>
                      <a:gd name="connsiteX1" fmla="*/ 27954 w 27954"/>
                      <a:gd name="connsiteY1" fmla="*/ 21073 h 25008"/>
                      <a:gd name="connsiteX2" fmla="*/ 27954 w 27954"/>
                      <a:gd name="connsiteY2" fmla="*/ 25008 h 25008"/>
                      <a:gd name="connsiteX3" fmla="*/ 13494 w 27954"/>
                      <a:gd name="connsiteY3" fmla="*/ 14258 h 25008"/>
                      <a:gd name="connsiteX4" fmla="*/ 0 w 27954"/>
                      <a:gd name="connsiteY4" fmla="*/ 24131 h 25008"/>
                      <a:gd name="connsiteX5" fmla="*/ 0 w 27954"/>
                      <a:gd name="connsiteY5" fmla="*/ 20128 h 25008"/>
                      <a:gd name="connsiteX6" fmla="*/ 11110 w 27954"/>
                      <a:gd name="connsiteY6" fmla="*/ 12414 h 25008"/>
                      <a:gd name="connsiteX7" fmla="*/ 0 w 27954"/>
                      <a:gd name="connsiteY7" fmla="*/ 4475 h 25008"/>
                      <a:gd name="connsiteX8" fmla="*/ 0 w 27954"/>
                      <a:gd name="connsiteY8" fmla="*/ 382 h 25008"/>
                      <a:gd name="connsiteX9" fmla="*/ 13494 w 27954"/>
                      <a:gd name="connsiteY9" fmla="*/ 10480 h 25008"/>
                      <a:gd name="connsiteX10" fmla="*/ 27954 w 27954"/>
                      <a:gd name="connsiteY10" fmla="*/ 0 h 25008"/>
                      <a:gd name="connsiteX11" fmla="*/ 27954 w 27954"/>
                      <a:gd name="connsiteY11" fmla="*/ 3891 h 25008"/>
                      <a:gd name="connsiteX12" fmla="*/ 15855 w 27954"/>
                      <a:gd name="connsiteY12" fmla="*/ 12369 h 2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954" h="25008">
                        <a:moveTo>
                          <a:pt x="15855" y="12392"/>
                        </a:moveTo>
                        <a:lnTo>
                          <a:pt x="27954" y="21073"/>
                        </a:lnTo>
                        <a:lnTo>
                          <a:pt x="27954" y="25008"/>
                        </a:lnTo>
                        <a:lnTo>
                          <a:pt x="13494" y="14258"/>
                        </a:lnTo>
                        <a:lnTo>
                          <a:pt x="0" y="24131"/>
                        </a:lnTo>
                        <a:lnTo>
                          <a:pt x="0" y="20128"/>
                        </a:lnTo>
                        <a:lnTo>
                          <a:pt x="11110" y="12414"/>
                        </a:lnTo>
                        <a:lnTo>
                          <a:pt x="0" y="4475"/>
                        </a:lnTo>
                        <a:lnTo>
                          <a:pt x="0" y="382"/>
                        </a:lnTo>
                        <a:lnTo>
                          <a:pt x="13494" y="10480"/>
                        </a:lnTo>
                        <a:lnTo>
                          <a:pt x="27954" y="0"/>
                        </a:lnTo>
                        <a:lnTo>
                          <a:pt x="27954" y="3891"/>
                        </a:lnTo>
                        <a:lnTo>
                          <a:pt x="15855" y="12369"/>
                        </a:lnTo>
                        <a:close/>
                      </a:path>
                    </a:pathLst>
                  </a:custGeom>
                  <a:solidFill>
                    <a:srgbClr val="231F20"/>
                  </a:solidFill>
                  <a:ln w="2249" cap="flat">
                    <a:noFill/>
                    <a:prstDash val="solid"/>
                    <a:miter/>
                  </a:ln>
                </p:spPr>
                <p:txBody>
                  <a:bodyPr rtlCol="0" anchor="ctr"/>
                  <a:lstStyle/>
                  <a:p>
                    <a:endParaRPr lang="en-US"/>
                  </a:p>
                </p:txBody>
              </p:sp>
            </p:grpSp>
            <p:sp>
              <p:nvSpPr>
                <p:cNvPr id="38" name="Freeform 37">
                  <a:extLst>
                    <a:ext uri="{FF2B5EF4-FFF2-40B4-BE49-F238E27FC236}">
                      <a16:creationId xmlns:a16="http://schemas.microsoft.com/office/drawing/2014/main" id="{8B2A5229-9789-3182-2EF1-C5816EFFC63A}"/>
                    </a:ext>
                  </a:extLst>
                </p:cNvPr>
                <p:cNvSpPr/>
                <p:nvPr/>
              </p:nvSpPr>
              <p:spPr>
                <a:xfrm>
                  <a:off x="7001850" y="6181772"/>
                  <a:ext cx="3342961" cy="8416"/>
                </a:xfrm>
                <a:custGeom>
                  <a:avLst/>
                  <a:gdLst>
                    <a:gd name="connsiteX0" fmla="*/ 0 w 892948"/>
                    <a:gd name="connsiteY0" fmla="*/ 0 h 2248"/>
                    <a:gd name="connsiteX1" fmla="*/ 892949 w 892948"/>
                    <a:gd name="connsiteY1" fmla="*/ 0 h 2248"/>
                  </a:gdLst>
                  <a:ahLst/>
                  <a:cxnLst>
                    <a:cxn ang="0">
                      <a:pos x="connsiteX0" y="connsiteY0"/>
                    </a:cxn>
                    <a:cxn ang="0">
                      <a:pos x="connsiteX1" y="connsiteY1"/>
                    </a:cxn>
                  </a:cxnLst>
                  <a:rect l="l" t="t" r="r" b="b"/>
                  <a:pathLst>
                    <a:path w="892948" h="2248">
                      <a:moveTo>
                        <a:pt x="0" y="0"/>
                      </a:moveTo>
                      <a:lnTo>
                        <a:pt x="892949" y="0"/>
                      </a:lnTo>
                    </a:path>
                  </a:pathLst>
                </a:custGeom>
                <a:ln w="4498" cap="sq">
                  <a:solidFill>
                    <a:srgbClr val="231F20"/>
                  </a:solidFill>
                  <a:prstDash val="solid"/>
                  <a:round/>
                </a:ln>
              </p:spPr>
              <p:txBody>
                <a:bodyPr rtlCol="0" anchor="ctr"/>
                <a:lstStyle/>
                <a:p>
                  <a:endParaRPr lang="en-US"/>
                </a:p>
              </p:txBody>
            </p:sp>
            <p:sp>
              <p:nvSpPr>
                <p:cNvPr id="39" name="Freeform 38">
                  <a:extLst>
                    <a:ext uri="{FF2B5EF4-FFF2-40B4-BE49-F238E27FC236}">
                      <a16:creationId xmlns:a16="http://schemas.microsoft.com/office/drawing/2014/main" id="{22F8940F-D599-2F09-5DE0-EE4A5DE37048}"/>
                    </a:ext>
                  </a:extLst>
                </p:cNvPr>
                <p:cNvSpPr/>
                <p:nvPr/>
              </p:nvSpPr>
              <p:spPr>
                <a:xfrm>
                  <a:off x="6977010" y="3271231"/>
                  <a:ext cx="25173" cy="2909778"/>
                </a:xfrm>
                <a:custGeom>
                  <a:avLst/>
                  <a:gdLst>
                    <a:gd name="connsiteX0" fmla="*/ 6724 w 6724"/>
                    <a:gd name="connsiteY0" fmla="*/ 777240 h 777239"/>
                    <a:gd name="connsiteX1" fmla="*/ 0 w 6724"/>
                    <a:gd name="connsiteY1" fmla="*/ 0 h 777239"/>
                  </a:gdLst>
                  <a:ahLst/>
                  <a:cxnLst>
                    <a:cxn ang="0">
                      <a:pos x="connsiteX0" y="connsiteY0"/>
                    </a:cxn>
                    <a:cxn ang="0">
                      <a:pos x="connsiteX1" y="connsiteY1"/>
                    </a:cxn>
                  </a:cxnLst>
                  <a:rect l="l" t="t" r="r" b="b"/>
                  <a:pathLst>
                    <a:path w="6724" h="777239">
                      <a:moveTo>
                        <a:pt x="6724" y="777240"/>
                      </a:moveTo>
                      <a:lnTo>
                        <a:pt x="0" y="0"/>
                      </a:lnTo>
                    </a:path>
                  </a:pathLst>
                </a:custGeom>
                <a:ln w="4498" cap="sq">
                  <a:solidFill>
                    <a:srgbClr val="231F20"/>
                  </a:solidFill>
                  <a:prstDash val="solid"/>
                  <a:round/>
                </a:ln>
              </p:spPr>
              <p:txBody>
                <a:bodyPr rtlCol="0" anchor="ctr"/>
                <a:lstStyle/>
                <a:p>
                  <a:endParaRPr lang="en-US"/>
                </a:p>
              </p:txBody>
            </p:sp>
            <p:sp>
              <p:nvSpPr>
                <p:cNvPr id="40" name="Freeform 39">
                  <a:extLst>
                    <a:ext uri="{FF2B5EF4-FFF2-40B4-BE49-F238E27FC236}">
                      <a16:creationId xmlns:a16="http://schemas.microsoft.com/office/drawing/2014/main" id="{1E55EC0E-0288-8C02-7879-E11D0E82BCCE}"/>
                    </a:ext>
                  </a:extLst>
                </p:cNvPr>
                <p:cNvSpPr/>
                <p:nvPr/>
              </p:nvSpPr>
              <p:spPr>
                <a:xfrm>
                  <a:off x="6993430" y="5025774"/>
                  <a:ext cx="39822" cy="333"/>
                </a:xfrm>
                <a:custGeom>
                  <a:avLst/>
                  <a:gdLst>
                    <a:gd name="connsiteX0" fmla="*/ 0 w 10637"/>
                    <a:gd name="connsiteY0" fmla="*/ 90 h 89"/>
                    <a:gd name="connsiteX1" fmla="*/ 10638 w 10637"/>
                    <a:gd name="connsiteY1" fmla="*/ 0 h 89"/>
                  </a:gdLst>
                  <a:ahLst/>
                  <a:cxnLst>
                    <a:cxn ang="0">
                      <a:pos x="connsiteX0" y="connsiteY0"/>
                    </a:cxn>
                    <a:cxn ang="0">
                      <a:pos x="connsiteX1" y="connsiteY1"/>
                    </a:cxn>
                  </a:cxnLst>
                  <a:rect l="l" t="t" r="r" b="b"/>
                  <a:pathLst>
                    <a:path w="10637" h="89">
                      <a:moveTo>
                        <a:pt x="0" y="90"/>
                      </a:moveTo>
                      <a:lnTo>
                        <a:pt x="10638" y="0"/>
                      </a:lnTo>
                    </a:path>
                  </a:pathLst>
                </a:custGeom>
                <a:ln w="4498" cap="sq">
                  <a:solidFill>
                    <a:srgbClr val="262626"/>
                  </a:solidFill>
                  <a:prstDash val="solid"/>
                  <a:round/>
                </a:ln>
              </p:spPr>
              <p:txBody>
                <a:bodyPr rtlCol="0" anchor="ctr"/>
                <a:lstStyle/>
                <a:p>
                  <a:endParaRPr lang="en-US"/>
                </a:p>
              </p:txBody>
            </p:sp>
            <p:sp>
              <p:nvSpPr>
                <p:cNvPr id="41" name="Freeform 40">
                  <a:extLst>
                    <a:ext uri="{FF2B5EF4-FFF2-40B4-BE49-F238E27FC236}">
                      <a16:creationId xmlns:a16="http://schemas.microsoft.com/office/drawing/2014/main" id="{9C6CC1D3-11DF-AB95-56F1-E817DD690D5D}"/>
                    </a:ext>
                  </a:extLst>
                </p:cNvPr>
                <p:cNvSpPr/>
                <p:nvPr/>
              </p:nvSpPr>
              <p:spPr>
                <a:xfrm>
                  <a:off x="6984756" y="3869270"/>
                  <a:ext cx="39822" cy="251"/>
                </a:xfrm>
                <a:custGeom>
                  <a:avLst/>
                  <a:gdLst>
                    <a:gd name="connsiteX0" fmla="*/ 0 w 10637"/>
                    <a:gd name="connsiteY0" fmla="*/ 67 h 67"/>
                    <a:gd name="connsiteX1" fmla="*/ 10638 w 10637"/>
                    <a:gd name="connsiteY1" fmla="*/ 0 h 67"/>
                  </a:gdLst>
                  <a:ahLst/>
                  <a:cxnLst>
                    <a:cxn ang="0">
                      <a:pos x="connsiteX0" y="connsiteY0"/>
                    </a:cxn>
                    <a:cxn ang="0">
                      <a:pos x="connsiteX1" y="connsiteY1"/>
                    </a:cxn>
                  </a:cxnLst>
                  <a:rect l="l" t="t" r="r" b="b"/>
                  <a:pathLst>
                    <a:path w="10637" h="67">
                      <a:moveTo>
                        <a:pt x="0" y="67"/>
                      </a:moveTo>
                      <a:lnTo>
                        <a:pt x="10638" y="0"/>
                      </a:lnTo>
                    </a:path>
                  </a:pathLst>
                </a:custGeom>
                <a:ln w="4498" cap="sq">
                  <a:solidFill>
                    <a:srgbClr val="262626"/>
                  </a:solidFill>
                  <a:prstDash val="solid"/>
                  <a:round/>
                </a:ln>
              </p:spPr>
              <p:txBody>
                <a:bodyPr rtlCol="0" anchor="ctr"/>
                <a:lstStyle/>
                <a:p>
                  <a:endParaRPr lang="en-US"/>
                </a:p>
              </p:txBody>
            </p:sp>
            <p:grpSp>
              <p:nvGrpSpPr>
                <p:cNvPr id="42" name="Graphic 4479">
                  <a:extLst>
                    <a:ext uri="{FF2B5EF4-FFF2-40B4-BE49-F238E27FC236}">
                      <a16:creationId xmlns:a16="http://schemas.microsoft.com/office/drawing/2014/main" id="{8BA575A8-9E85-F96A-4938-7F22DD42F5B7}"/>
                    </a:ext>
                  </a:extLst>
                </p:cNvPr>
                <p:cNvGrpSpPr/>
                <p:nvPr/>
              </p:nvGrpSpPr>
              <p:grpSpPr>
                <a:xfrm>
                  <a:off x="6555533" y="6158198"/>
                  <a:ext cx="263024" cy="145317"/>
                  <a:chOff x="4700815" y="2975003"/>
                  <a:chExt cx="70257" cy="38816"/>
                </a:xfrm>
                <a:solidFill>
                  <a:srgbClr val="231F20"/>
                </a:solidFill>
              </p:grpSpPr>
              <p:sp>
                <p:nvSpPr>
                  <p:cNvPr id="3494" name="Freeform 3493">
                    <a:extLst>
                      <a:ext uri="{FF2B5EF4-FFF2-40B4-BE49-F238E27FC236}">
                        <a16:creationId xmlns:a16="http://schemas.microsoft.com/office/drawing/2014/main" id="{F20DCB85-B174-8CE5-B19A-1E32C5163497}"/>
                      </a:ext>
                    </a:extLst>
                  </p:cNvPr>
                  <p:cNvSpPr/>
                  <p:nvPr/>
                </p:nvSpPr>
                <p:spPr>
                  <a:xfrm>
                    <a:off x="4700815" y="2975003"/>
                    <a:ext cx="25772" cy="38816"/>
                  </a:xfrm>
                  <a:custGeom>
                    <a:avLst/>
                    <a:gdLst>
                      <a:gd name="connsiteX0" fmla="*/ 12932 w 25772"/>
                      <a:gd name="connsiteY0" fmla="*/ 0 h 38816"/>
                      <a:gd name="connsiteX1" fmla="*/ 17789 w 25772"/>
                      <a:gd name="connsiteY1" fmla="*/ 832 h 38816"/>
                      <a:gd name="connsiteX2" fmla="*/ 21275 w 25772"/>
                      <a:gd name="connsiteY2" fmla="*/ 3126 h 38816"/>
                      <a:gd name="connsiteX3" fmla="*/ 23592 w 25772"/>
                      <a:gd name="connsiteY3" fmla="*/ 6522 h 38816"/>
                      <a:gd name="connsiteX4" fmla="*/ 24963 w 25772"/>
                      <a:gd name="connsiteY4" fmla="*/ 10660 h 38816"/>
                      <a:gd name="connsiteX5" fmla="*/ 25616 w 25772"/>
                      <a:gd name="connsiteY5" fmla="*/ 15158 h 38816"/>
                      <a:gd name="connsiteX6" fmla="*/ 25773 w 25772"/>
                      <a:gd name="connsiteY6" fmla="*/ 19701 h 38816"/>
                      <a:gd name="connsiteX7" fmla="*/ 25233 w 25772"/>
                      <a:gd name="connsiteY7" fmla="*/ 26942 h 38816"/>
                      <a:gd name="connsiteX8" fmla="*/ 23254 w 25772"/>
                      <a:gd name="connsiteY8" fmla="*/ 33037 h 38816"/>
                      <a:gd name="connsiteX9" fmla="*/ 19341 w 25772"/>
                      <a:gd name="connsiteY9" fmla="*/ 37243 h 38816"/>
                      <a:gd name="connsiteX10" fmla="*/ 12909 w 25772"/>
                      <a:gd name="connsiteY10" fmla="*/ 38817 h 38816"/>
                      <a:gd name="connsiteX11" fmla="*/ 6454 w 25772"/>
                      <a:gd name="connsiteY11" fmla="*/ 37243 h 38816"/>
                      <a:gd name="connsiteX12" fmla="*/ 2519 w 25772"/>
                      <a:gd name="connsiteY12" fmla="*/ 33015 h 38816"/>
                      <a:gd name="connsiteX13" fmla="*/ 540 w 25772"/>
                      <a:gd name="connsiteY13" fmla="*/ 26808 h 38816"/>
                      <a:gd name="connsiteX14" fmla="*/ 0 w 25772"/>
                      <a:gd name="connsiteY14" fmla="*/ 19341 h 38816"/>
                      <a:gd name="connsiteX15" fmla="*/ 495 w 25772"/>
                      <a:gd name="connsiteY15" fmla="*/ 12279 h 38816"/>
                      <a:gd name="connsiteX16" fmla="*/ 2361 w 25772"/>
                      <a:gd name="connsiteY16" fmla="*/ 6095 h 38816"/>
                      <a:gd name="connsiteX17" fmla="*/ 6274 w 25772"/>
                      <a:gd name="connsiteY17" fmla="*/ 1687 h 38816"/>
                      <a:gd name="connsiteX18" fmla="*/ 12909 w 25772"/>
                      <a:gd name="connsiteY18" fmla="*/ 22 h 38816"/>
                      <a:gd name="connsiteX19" fmla="*/ 22332 w 25772"/>
                      <a:gd name="connsiteY19" fmla="*/ 19319 h 38816"/>
                      <a:gd name="connsiteX20" fmla="*/ 21972 w 25772"/>
                      <a:gd name="connsiteY20" fmla="*/ 13291 h 38816"/>
                      <a:gd name="connsiteX21" fmla="*/ 20600 w 25772"/>
                      <a:gd name="connsiteY21" fmla="*/ 8029 h 38816"/>
                      <a:gd name="connsiteX22" fmla="*/ 17722 w 25772"/>
                      <a:gd name="connsiteY22" fmla="*/ 4295 h 38816"/>
                      <a:gd name="connsiteX23" fmla="*/ 12841 w 25772"/>
                      <a:gd name="connsiteY23" fmla="*/ 2901 h 38816"/>
                      <a:gd name="connsiteX24" fmla="*/ 8164 w 25772"/>
                      <a:gd name="connsiteY24" fmla="*/ 4340 h 38816"/>
                      <a:gd name="connsiteX25" fmla="*/ 5330 w 25772"/>
                      <a:gd name="connsiteY25" fmla="*/ 8141 h 38816"/>
                      <a:gd name="connsiteX26" fmla="*/ 3891 w 25772"/>
                      <a:gd name="connsiteY26" fmla="*/ 13539 h 38816"/>
                      <a:gd name="connsiteX27" fmla="*/ 3486 w 25772"/>
                      <a:gd name="connsiteY27" fmla="*/ 19701 h 38816"/>
                      <a:gd name="connsiteX28" fmla="*/ 3936 w 25772"/>
                      <a:gd name="connsiteY28" fmla="*/ 26358 h 38816"/>
                      <a:gd name="connsiteX29" fmla="*/ 5465 w 25772"/>
                      <a:gd name="connsiteY29" fmla="*/ 31463 h 38816"/>
                      <a:gd name="connsiteX30" fmla="*/ 8344 w 25772"/>
                      <a:gd name="connsiteY30" fmla="*/ 34724 h 38816"/>
                      <a:gd name="connsiteX31" fmla="*/ 12909 w 25772"/>
                      <a:gd name="connsiteY31" fmla="*/ 35893 h 38816"/>
                      <a:gd name="connsiteX32" fmla="*/ 17857 w 25772"/>
                      <a:gd name="connsiteY32" fmla="*/ 34387 h 38816"/>
                      <a:gd name="connsiteX33" fmla="*/ 20690 w 25772"/>
                      <a:gd name="connsiteY33" fmla="*/ 30496 h 38816"/>
                      <a:gd name="connsiteX34" fmla="*/ 21995 w 25772"/>
                      <a:gd name="connsiteY34" fmla="*/ 25143 h 38816"/>
                      <a:gd name="connsiteX35" fmla="*/ 22309 w 25772"/>
                      <a:gd name="connsiteY35" fmla="*/ 19319 h 38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772" h="38816">
                        <a:moveTo>
                          <a:pt x="12932" y="0"/>
                        </a:moveTo>
                        <a:cubicBezTo>
                          <a:pt x="14798" y="0"/>
                          <a:pt x="16417" y="270"/>
                          <a:pt x="17789" y="832"/>
                        </a:cubicBezTo>
                        <a:cubicBezTo>
                          <a:pt x="19161" y="1394"/>
                          <a:pt x="20308" y="2159"/>
                          <a:pt x="21275" y="3126"/>
                        </a:cubicBezTo>
                        <a:cubicBezTo>
                          <a:pt x="22220" y="4093"/>
                          <a:pt x="23007" y="5240"/>
                          <a:pt x="23592" y="6522"/>
                        </a:cubicBezTo>
                        <a:cubicBezTo>
                          <a:pt x="24176" y="7826"/>
                          <a:pt x="24648" y="9198"/>
                          <a:pt x="24963" y="10660"/>
                        </a:cubicBezTo>
                        <a:cubicBezTo>
                          <a:pt x="25278" y="12122"/>
                          <a:pt x="25503" y="13629"/>
                          <a:pt x="25616" y="15158"/>
                        </a:cubicBezTo>
                        <a:cubicBezTo>
                          <a:pt x="25728" y="16687"/>
                          <a:pt x="25773" y="18217"/>
                          <a:pt x="25773" y="19701"/>
                        </a:cubicBezTo>
                        <a:cubicBezTo>
                          <a:pt x="25773" y="22220"/>
                          <a:pt x="25593" y="24626"/>
                          <a:pt x="25233" y="26942"/>
                        </a:cubicBezTo>
                        <a:cubicBezTo>
                          <a:pt x="24873" y="29236"/>
                          <a:pt x="24221" y="31283"/>
                          <a:pt x="23254" y="33037"/>
                        </a:cubicBezTo>
                        <a:cubicBezTo>
                          <a:pt x="22309" y="34791"/>
                          <a:pt x="21005" y="36208"/>
                          <a:pt x="19341" y="37243"/>
                        </a:cubicBezTo>
                        <a:cubicBezTo>
                          <a:pt x="17677" y="38277"/>
                          <a:pt x="15540" y="38817"/>
                          <a:pt x="12909" y="38817"/>
                        </a:cubicBezTo>
                        <a:cubicBezTo>
                          <a:pt x="10278" y="38817"/>
                          <a:pt x="8141" y="38300"/>
                          <a:pt x="6454" y="37243"/>
                        </a:cubicBezTo>
                        <a:cubicBezTo>
                          <a:pt x="4790" y="36208"/>
                          <a:pt x="3463" y="34791"/>
                          <a:pt x="2519" y="33015"/>
                        </a:cubicBezTo>
                        <a:cubicBezTo>
                          <a:pt x="1574" y="31238"/>
                          <a:pt x="900" y="29169"/>
                          <a:pt x="540" y="26808"/>
                        </a:cubicBezTo>
                        <a:cubicBezTo>
                          <a:pt x="180" y="24446"/>
                          <a:pt x="0" y="21950"/>
                          <a:pt x="0" y="19341"/>
                        </a:cubicBezTo>
                        <a:cubicBezTo>
                          <a:pt x="0" y="16935"/>
                          <a:pt x="157" y="14573"/>
                          <a:pt x="495" y="12279"/>
                        </a:cubicBezTo>
                        <a:cubicBezTo>
                          <a:pt x="810" y="9985"/>
                          <a:pt x="1439" y="7916"/>
                          <a:pt x="2361" y="6095"/>
                        </a:cubicBezTo>
                        <a:cubicBezTo>
                          <a:pt x="3283" y="4273"/>
                          <a:pt x="4588" y="2811"/>
                          <a:pt x="6274" y="1687"/>
                        </a:cubicBezTo>
                        <a:cubicBezTo>
                          <a:pt x="7961" y="562"/>
                          <a:pt x="10188" y="22"/>
                          <a:pt x="12909" y="22"/>
                        </a:cubicBezTo>
                        <a:close/>
                        <a:moveTo>
                          <a:pt x="22332" y="19319"/>
                        </a:moveTo>
                        <a:cubicBezTo>
                          <a:pt x="22332" y="17272"/>
                          <a:pt x="22220" y="15270"/>
                          <a:pt x="21972" y="13291"/>
                        </a:cubicBezTo>
                        <a:cubicBezTo>
                          <a:pt x="21725" y="11312"/>
                          <a:pt x="21275" y="9581"/>
                          <a:pt x="20600" y="8029"/>
                        </a:cubicBezTo>
                        <a:cubicBezTo>
                          <a:pt x="19926" y="6477"/>
                          <a:pt x="18959" y="5240"/>
                          <a:pt x="17722" y="4295"/>
                        </a:cubicBezTo>
                        <a:cubicBezTo>
                          <a:pt x="16485" y="3351"/>
                          <a:pt x="14843" y="2901"/>
                          <a:pt x="12841" y="2901"/>
                        </a:cubicBezTo>
                        <a:cubicBezTo>
                          <a:pt x="10930" y="2901"/>
                          <a:pt x="9378" y="3373"/>
                          <a:pt x="8164" y="4340"/>
                        </a:cubicBezTo>
                        <a:cubicBezTo>
                          <a:pt x="6949" y="5308"/>
                          <a:pt x="6005" y="6567"/>
                          <a:pt x="5330" y="8141"/>
                        </a:cubicBezTo>
                        <a:cubicBezTo>
                          <a:pt x="4655" y="9715"/>
                          <a:pt x="4161" y="11515"/>
                          <a:pt x="3891" y="13539"/>
                        </a:cubicBezTo>
                        <a:cubicBezTo>
                          <a:pt x="3621" y="15563"/>
                          <a:pt x="3486" y="17609"/>
                          <a:pt x="3486" y="19701"/>
                        </a:cubicBezTo>
                        <a:cubicBezTo>
                          <a:pt x="3486" y="22152"/>
                          <a:pt x="3643" y="24379"/>
                          <a:pt x="3936" y="26358"/>
                        </a:cubicBezTo>
                        <a:cubicBezTo>
                          <a:pt x="4251" y="28359"/>
                          <a:pt x="4745" y="30046"/>
                          <a:pt x="5465" y="31463"/>
                        </a:cubicBezTo>
                        <a:cubicBezTo>
                          <a:pt x="6185" y="32857"/>
                          <a:pt x="7152" y="33959"/>
                          <a:pt x="8344" y="34724"/>
                        </a:cubicBezTo>
                        <a:cubicBezTo>
                          <a:pt x="9558" y="35489"/>
                          <a:pt x="11065" y="35893"/>
                          <a:pt x="12909" y="35893"/>
                        </a:cubicBezTo>
                        <a:cubicBezTo>
                          <a:pt x="14956" y="35893"/>
                          <a:pt x="16597" y="35399"/>
                          <a:pt x="17857" y="34387"/>
                        </a:cubicBezTo>
                        <a:cubicBezTo>
                          <a:pt x="19094" y="33375"/>
                          <a:pt x="20038" y="32093"/>
                          <a:pt x="20690" y="30496"/>
                        </a:cubicBezTo>
                        <a:cubicBezTo>
                          <a:pt x="21343" y="28899"/>
                          <a:pt x="21770" y="27122"/>
                          <a:pt x="21995" y="25143"/>
                        </a:cubicBezTo>
                        <a:cubicBezTo>
                          <a:pt x="22220" y="23164"/>
                          <a:pt x="22309" y="21230"/>
                          <a:pt x="22309" y="19319"/>
                        </a:cubicBezTo>
                        <a:close/>
                      </a:path>
                    </a:pathLst>
                  </a:custGeom>
                  <a:solidFill>
                    <a:srgbClr val="231F20"/>
                  </a:solidFill>
                  <a:ln w="2249" cap="flat">
                    <a:noFill/>
                    <a:prstDash val="solid"/>
                    <a:miter/>
                  </a:ln>
                </p:spPr>
                <p:txBody>
                  <a:bodyPr rtlCol="0" anchor="ctr"/>
                  <a:lstStyle/>
                  <a:p>
                    <a:endParaRPr lang="en-US"/>
                  </a:p>
                </p:txBody>
              </p:sp>
              <p:sp>
                <p:nvSpPr>
                  <p:cNvPr id="3495" name="Freeform 3494">
                    <a:extLst>
                      <a:ext uri="{FF2B5EF4-FFF2-40B4-BE49-F238E27FC236}">
                        <a16:creationId xmlns:a16="http://schemas.microsoft.com/office/drawing/2014/main" id="{23F2D9D2-70F7-5FC6-AF3A-509AB8AB3894}"/>
                      </a:ext>
                    </a:extLst>
                  </p:cNvPr>
                  <p:cNvSpPr/>
                  <p:nvPr/>
                </p:nvSpPr>
                <p:spPr>
                  <a:xfrm>
                    <a:off x="4734257" y="3008310"/>
                    <a:ext cx="3935" cy="4745"/>
                  </a:xfrm>
                  <a:custGeom>
                    <a:avLst/>
                    <a:gdLst>
                      <a:gd name="connsiteX0" fmla="*/ 0 w 3935"/>
                      <a:gd name="connsiteY0" fmla="*/ 4745 h 4745"/>
                      <a:gd name="connsiteX1" fmla="*/ 0 w 3935"/>
                      <a:gd name="connsiteY1" fmla="*/ 0 h 4745"/>
                      <a:gd name="connsiteX2" fmla="*/ 3936 w 3935"/>
                      <a:gd name="connsiteY2" fmla="*/ 0 h 4745"/>
                      <a:gd name="connsiteX3" fmla="*/ 3936 w 3935"/>
                      <a:gd name="connsiteY3" fmla="*/ 4745 h 4745"/>
                      <a:gd name="connsiteX4" fmla="*/ 0 w 3935"/>
                      <a:gd name="connsiteY4" fmla="*/ 4745 h 4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 h="4745">
                        <a:moveTo>
                          <a:pt x="0" y="4745"/>
                        </a:moveTo>
                        <a:lnTo>
                          <a:pt x="0" y="0"/>
                        </a:lnTo>
                        <a:lnTo>
                          <a:pt x="3936" y="0"/>
                        </a:lnTo>
                        <a:lnTo>
                          <a:pt x="3936" y="4745"/>
                        </a:lnTo>
                        <a:lnTo>
                          <a:pt x="0" y="4745"/>
                        </a:lnTo>
                        <a:close/>
                      </a:path>
                    </a:pathLst>
                  </a:custGeom>
                  <a:solidFill>
                    <a:srgbClr val="231F20"/>
                  </a:solidFill>
                  <a:ln w="2249" cap="flat">
                    <a:noFill/>
                    <a:prstDash val="solid"/>
                    <a:miter/>
                  </a:ln>
                </p:spPr>
                <p:txBody>
                  <a:bodyPr rtlCol="0" anchor="ctr"/>
                  <a:lstStyle/>
                  <a:p>
                    <a:endParaRPr lang="en-US"/>
                  </a:p>
                </p:txBody>
              </p:sp>
              <p:sp>
                <p:nvSpPr>
                  <p:cNvPr id="3497" name="Freeform 3496">
                    <a:extLst>
                      <a:ext uri="{FF2B5EF4-FFF2-40B4-BE49-F238E27FC236}">
                        <a16:creationId xmlns:a16="http://schemas.microsoft.com/office/drawing/2014/main" id="{8B94743C-EAAA-718B-739F-894B0BDD64F7}"/>
                      </a:ext>
                    </a:extLst>
                  </p:cNvPr>
                  <p:cNvSpPr/>
                  <p:nvPr/>
                </p:nvSpPr>
                <p:spPr>
                  <a:xfrm>
                    <a:off x="4745659" y="2975362"/>
                    <a:ext cx="25413" cy="38389"/>
                  </a:xfrm>
                  <a:custGeom>
                    <a:avLst/>
                    <a:gdLst>
                      <a:gd name="connsiteX0" fmla="*/ 3441 w 25413"/>
                      <a:gd name="connsiteY0" fmla="*/ 27820 h 38389"/>
                      <a:gd name="connsiteX1" fmla="*/ 6545 w 25413"/>
                      <a:gd name="connsiteY1" fmla="*/ 33622 h 38389"/>
                      <a:gd name="connsiteX2" fmla="*/ 12842 w 25413"/>
                      <a:gd name="connsiteY2" fmla="*/ 35534 h 38389"/>
                      <a:gd name="connsiteX3" fmla="*/ 16642 w 25413"/>
                      <a:gd name="connsiteY3" fmla="*/ 34769 h 38389"/>
                      <a:gd name="connsiteX4" fmla="*/ 19521 w 25413"/>
                      <a:gd name="connsiteY4" fmla="*/ 32700 h 38389"/>
                      <a:gd name="connsiteX5" fmla="*/ 21320 w 25413"/>
                      <a:gd name="connsiteY5" fmla="*/ 29619 h 38389"/>
                      <a:gd name="connsiteX6" fmla="*/ 21950 w 25413"/>
                      <a:gd name="connsiteY6" fmla="*/ 25818 h 38389"/>
                      <a:gd name="connsiteX7" fmla="*/ 21275 w 25413"/>
                      <a:gd name="connsiteY7" fmla="*/ 21927 h 38389"/>
                      <a:gd name="connsiteX8" fmla="*/ 19386 w 25413"/>
                      <a:gd name="connsiteY8" fmla="*/ 18846 h 38389"/>
                      <a:gd name="connsiteX9" fmla="*/ 16418 w 25413"/>
                      <a:gd name="connsiteY9" fmla="*/ 16845 h 38389"/>
                      <a:gd name="connsiteX10" fmla="*/ 12504 w 25413"/>
                      <a:gd name="connsiteY10" fmla="*/ 16148 h 38389"/>
                      <a:gd name="connsiteX11" fmla="*/ 7871 w 25413"/>
                      <a:gd name="connsiteY11" fmla="*/ 17092 h 38389"/>
                      <a:gd name="connsiteX12" fmla="*/ 4251 w 25413"/>
                      <a:gd name="connsiteY12" fmla="*/ 20083 h 38389"/>
                      <a:gd name="connsiteX13" fmla="*/ 1394 w 25413"/>
                      <a:gd name="connsiteY13" fmla="*/ 19701 h 38389"/>
                      <a:gd name="connsiteX14" fmla="*/ 4475 w 25413"/>
                      <a:gd name="connsiteY14" fmla="*/ 0 h 38389"/>
                      <a:gd name="connsiteX15" fmla="*/ 23367 w 25413"/>
                      <a:gd name="connsiteY15" fmla="*/ 0 h 38389"/>
                      <a:gd name="connsiteX16" fmla="*/ 23367 w 25413"/>
                      <a:gd name="connsiteY16" fmla="*/ 2924 h 38389"/>
                      <a:gd name="connsiteX17" fmla="*/ 7399 w 25413"/>
                      <a:gd name="connsiteY17" fmla="*/ 2924 h 38389"/>
                      <a:gd name="connsiteX18" fmla="*/ 5015 w 25413"/>
                      <a:gd name="connsiteY18" fmla="*/ 15720 h 38389"/>
                      <a:gd name="connsiteX19" fmla="*/ 7084 w 25413"/>
                      <a:gd name="connsiteY19" fmla="*/ 14528 h 38389"/>
                      <a:gd name="connsiteX20" fmla="*/ 8996 w 25413"/>
                      <a:gd name="connsiteY20" fmla="*/ 13741 h 38389"/>
                      <a:gd name="connsiteX21" fmla="*/ 11020 w 25413"/>
                      <a:gd name="connsiteY21" fmla="*/ 13336 h 38389"/>
                      <a:gd name="connsiteX22" fmla="*/ 13359 w 25413"/>
                      <a:gd name="connsiteY22" fmla="*/ 13224 h 38389"/>
                      <a:gd name="connsiteX23" fmla="*/ 18172 w 25413"/>
                      <a:gd name="connsiteY23" fmla="*/ 14078 h 38389"/>
                      <a:gd name="connsiteX24" fmla="*/ 21995 w 25413"/>
                      <a:gd name="connsiteY24" fmla="*/ 16552 h 38389"/>
                      <a:gd name="connsiteX25" fmla="*/ 24514 w 25413"/>
                      <a:gd name="connsiteY25" fmla="*/ 20511 h 38389"/>
                      <a:gd name="connsiteX26" fmla="*/ 25413 w 25413"/>
                      <a:gd name="connsiteY26" fmla="*/ 25773 h 38389"/>
                      <a:gd name="connsiteX27" fmla="*/ 24424 w 25413"/>
                      <a:gd name="connsiteY27" fmla="*/ 31148 h 38389"/>
                      <a:gd name="connsiteX28" fmla="*/ 21748 w 25413"/>
                      <a:gd name="connsiteY28" fmla="*/ 35106 h 38389"/>
                      <a:gd name="connsiteX29" fmla="*/ 17879 w 25413"/>
                      <a:gd name="connsiteY29" fmla="*/ 37558 h 38389"/>
                      <a:gd name="connsiteX30" fmla="*/ 13381 w 25413"/>
                      <a:gd name="connsiteY30" fmla="*/ 38390 h 38389"/>
                      <a:gd name="connsiteX31" fmla="*/ 8344 w 25413"/>
                      <a:gd name="connsiteY31" fmla="*/ 37850 h 38389"/>
                      <a:gd name="connsiteX32" fmla="*/ 4206 w 25413"/>
                      <a:gd name="connsiteY32" fmla="*/ 36051 h 38389"/>
                      <a:gd name="connsiteX33" fmla="*/ 1327 w 25413"/>
                      <a:gd name="connsiteY33" fmla="*/ 32767 h 38389"/>
                      <a:gd name="connsiteX34" fmla="*/ 0 w 25413"/>
                      <a:gd name="connsiteY34" fmla="*/ 27775 h 38389"/>
                      <a:gd name="connsiteX35" fmla="*/ 3463 w 25413"/>
                      <a:gd name="connsiteY35" fmla="*/ 27775 h 3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413" h="38389">
                        <a:moveTo>
                          <a:pt x="3441" y="27820"/>
                        </a:moveTo>
                        <a:cubicBezTo>
                          <a:pt x="3801" y="30406"/>
                          <a:pt x="4835" y="32340"/>
                          <a:pt x="6545" y="33622"/>
                        </a:cubicBezTo>
                        <a:cubicBezTo>
                          <a:pt x="8254" y="34904"/>
                          <a:pt x="10345" y="35534"/>
                          <a:pt x="12842" y="35534"/>
                        </a:cubicBezTo>
                        <a:cubicBezTo>
                          <a:pt x="14236" y="35534"/>
                          <a:pt x="15518" y="35286"/>
                          <a:pt x="16642" y="34769"/>
                        </a:cubicBezTo>
                        <a:cubicBezTo>
                          <a:pt x="17767" y="34252"/>
                          <a:pt x="18734" y="33577"/>
                          <a:pt x="19521" y="32700"/>
                        </a:cubicBezTo>
                        <a:cubicBezTo>
                          <a:pt x="20308" y="31823"/>
                          <a:pt x="20915" y="30788"/>
                          <a:pt x="21320" y="29619"/>
                        </a:cubicBezTo>
                        <a:cubicBezTo>
                          <a:pt x="21725" y="28449"/>
                          <a:pt x="21950" y="27190"/>
                          <a:pt x="21950" y="25818"/>
                        </a:cubicBezTo>
                        <a:cubicBezTo>
                          <a:pt x="21950" y="24446"/>
                          <a:pt x="21725" y="23119"/>
                          <a:pt x="21275" y="21927"/>
                        </a:cubicBezTo>
                        <a:cubicBezTo>
                          <a:pt x="20825" y="20735"/>
                          <a:pt x="20196" y="19723"/>
                          <a:pt x="19386" y="18846"/>
                        </a:cubicBezTo>
                        <a:cubicBezTo>
                          <a:pt x="18576" y="17992"/>
                          <a:pt x="17587" y="17317"/>
                          <a:pt x="16418" y="16845"/>
                        </a:cubicBezTo>
                        <a:cubicBezTo>
                          <a:pt x="15248" y="16372"/>
                          <a:pt x="13944" y="16148"/>
                          <a:pt x="12504" y="16148"/>
                        </a:cubicBezTo>
                        <a:cubicBezTo>
                          <a:pt x="10773" y="16148"/>
                          <a:pt x="9221" y="16462"/>
                          <a:pt x="7871" y="17092"/>
                        </a:cubicBezTo>
                        <a:cubicBezTo>
                          <a:pt x="6500" y="17722"/>
                          <a:pt x="5308" y="18711"/>
                          <a:pt x="4251" y="20083"/>
                        </a:cubicBezTo>
                        <a:lnTo>
                          <a:pt x="1394" y="19701"/>
                        </a:lnTo>
                        <a:lnTo>
                          <a:pt x="4475" y="0"/>
                        </a:lnTo>
                        <a:lnTo>
                          <a:pt x="23367" y="0"/>
                        </a:lnTo>
                        <a:lnTo>
                          <a:pt x="23367" y="2924"/>
                        </a:lnTo>
                        <a:lnTo>
                          <a:pt x="7399" y="2924"/>
                        </a:lnTo>
                        <a:lnTo>
                          <a:pt x="5015" y="15720"/>
                        </a:lnTo>
                        <a:cubicBezTo>
                          <a:pt x="5780" y="15248"/>
                          <a:pt x="6454" y="14866"/>
                          <a:pt x="7084" y="14528"/>
                        </a:cubicBezTo>
                        <a:cubicBezTo>
                          <a:pt x="7714" y="14213"/>
                          <a:pt x="8344" y="13944"/>
                          <a:pt x="8996" y="13741"/>
                        </a:cubicBezTo>
                        <a:cubicBezTo>
                          <a:pt x="9648" y="13539"/>
                          <a:pt x="10323" y="13404"/>
                          <a:pt x="11020" y="13336"/>
                        </a:cubicBezTo>
                        <a:cubicBezTo>
                          <a:pt x="11717" y="13269"/>
                          <a:pt x="12504" y="13224"/>
                          <a:pt x="13359" y="13224"/>
                        </a:cubicBezTo>
                        <a:cubicBezTo>
                          <a:pt x="15091" y="13224"/>
                          <a:pt x="16687" y="13516"/>
                          <a:pt x="18172" y="14078"/>
                        </a:cubicBezTo>
                        <a:cubicBezTo>
                          <a:pt x="19656" y="14663"/>
                          <a:pt x="20915" y="15473"/>
                          <a:pt x="21995" y="16552"/>
                        </a:cubicBezTo>
                        <a:cubicBezTo>
                          <a:pt x="23074" y="17632"/>
                          <a:pt x="23906" y="18959"/>
                          <a:pt x="24514" y="20511"/>
                        </a:cubicBezTo>
                        <a:cubicBezTo>
                          <a:pt x="25098" y="22085"/>
                          <a:pt x="25413" y="23839"/>
                          <a:pt x="25413" y="25773"/>
                        </a:cubicBezTo>
                        <a:cubicBezTo>
                          <a:pt x="25413" y="27707"/>
                          <a:pt x="25076" y="29574"/>
                          <a:pt x="24424" y="31148"/>
                        </a:cubicBezTo>
                        <a:cubicBezTo>
                          <a:pt x="23749" y="32722"/>
                          <a:pt x="22872" y="34027"/>
                          <a:pt x="21748" y="35106"/>
                        </a:cubicBezTo>
                        <a:cubicBezTo>
                          <a:pt x="20623" y="36186"/>
                          <a:pt x="19341" y="36995"/>
                          <a:pt x="17879" y="37558"/>
                        </a:cubicBezTo>
                        <a:cubicBezTo>
                          <a:pt x="16418" y="38120"/>
                          <a:pt x="14911" y="38390"/>
                          <a:pt x="13381" y="38390"/>
                        </a:cubicBezTo>
                        <a:cubicBezTo>
                          <a:pt x="11582" y="38390"/>
                          <a:pt x="9895" y="38210"/>
                          <a:pt x="8344" y="37850"/>
                        </a:cubicBezTo>
                        <a:cubicBezTo>
                          <a:pt x="6769" y="37490"/>
                          <a:pt x="5398" y="36883"/>
                          <a:pt x="4206" y="36051"/>
                        </a:cubicBezTo>
                        <a:cubicBezTo>
                          <a:pt x="3014" y="35196"/>
                          <a:pt x="2047" y="34117"/>
                          <a:pt x="1327" y="32767"/>
                        </a:cubicBezTo>
                        <a:cubicBezTo>
                          <a:pt x="585" y="31418"/>
                          <a:pt x="158" y="29754"/>
                          <a:pt x="0" y="27775"/>
                        </a:cubicBezTo>
                        <a:lnTo>
                          <a:pt x="3463" y="27775"/>
                        </a:lnTo>
                        <a:close/>
                      </a:path>
                    </a:pathLst>
                  </a:custGeom>
                  <a:solidFill>
                    <a:srgbClr val="231F20"/>
                  </a:solidFill>
                  <a:ln w="2249" cap="flat">
                    <a:noFill/>
                    <a:prstDash val="solid"/>
                    <a:miter/>
                  </a:ln>
                </p:spPr>
                <p:txBody>
                  <a:bodyPr rtlCol="0" anchor="ctr"/>
                  <a:lstStyle/>
                  <a:p>
                    <a:endParaRPr lang="en-US"/>
                  </a:p>
                </p:txBody>
              </p:sp>
            </p:grpSp>
            <p:grpSp>
              <p:nvGrpSpPr>
                <p:cNvPr id="43" name="Graphic 4479">
                  <a:extLst>
                    <a:ext uri="{FF2B5EF4-FFF2-40B4-BE49-F238E27FC236}">
                      <a16:creationId xmlns:a16="http://schemas.microsoft.com/office/drawing/2014/main" id="{28CF2FD5-2F9F-60D4-555C-C2C0788665ED}"/>
                    </a:ext>
                  </a:extLst>
                </p:cNvPr>
                <p:cNvGrpSpPr/>
                <p:nvPr/>
              </p:nvGrpSpPr>
              <p:grpSpPr>
                <a:xfrm>
                  <a:off x="6555533" y="4945452"/>
                  <a:ext cx="264791" cy="145317"/>
                  <a:chOff x="4700815" y="2651063"/>
                  <a:chExt cx="70729" cy="38816"/>
                </a:xfrm>
                <a:solidFill>
                  <a:srgbClr val="231F20"/>
                </a:solidFill>
              </p:grpSpPr>
              <p:sp>
                <p:nvSpPr>
                  <p:cNvPr id="3491" name="Freeform 3490">
                    <a:extLst>
                      <a:ext uri="{FF2B5EF4-FFF2-40B4-BE49-F238E27FC236}">
                        <a16:creationId xmlns:a16="http://schemas.microsoft.com/office/drawing/2014/main" id="{741F9162-345A-6F17-7F2C-D2AEC09E9BF9}"/>
                      </a:ext>
                    </a:extLst>
                  </p:cNvPr>
                  <p:cNvSpPr/>
                  <p:nvPr/>
                </p:nvSpPr>
                <p:spPr>
                  <a:xfrm>
                    <a:off x="4700815" y="2651063"/>
                    <a:ext cx="25772" cy="38816"/>
                  </a:xfrm>
                  <a:custGeom>
                    <a:avLst/>
                    <a:gdLst>
                      <a:gd name="connsiteX0" fmla="*/ 12932 w 25772"/>
                      <a:gd name="connsiteY0" fmla="*/ 0 h 38816"/>
                      <a:gd name="connsiteX1" fmla="*/ 17789 w 25772"/>
                      <a:gd name="connsiteY1" fmla="*/ 832 h 38816"/>
                      <a:gd name="connsiteX2" fmla="*/ 21275 w 25772"/>
                      <a:gd name="connsiteY2" fmla="*/ 3126 h 38816"/>
                      <a:gd name="connsiteX3" fmla="*/ 23592 w 25772"/>
                      <a:gd name="connsiteY3" fmla="*/ 6522 h 38816"/>
                      <a:gd name="connsiteX4" fmla="*/ 24963 w 25772"/>
                      <a:gd name="connsiteY4" fmla="*/ 10660 h 38816"/>
                      <a:gd name="connsiteX5" fmla="*/ 25616 w 25772"/>
                      <a:gd name="connsiteY5" fmla="*/ 15158 h 38816"/>
                      <a:gd name="connsiteX6" fmla="*/ 25773 w 25772"/>
                      <a:gd name="connsiteY6" fmla="*/ 19701 h 38816"/>
                      <a:gd name="connsiteX7" fmla="*/ 25233 w 25772"/>
                      <a:gd name="connsiteY7" fmla="*/ 26942 h 38816"/>
                      <a:gd name="connsiteX8" fmla="*/ 23254 w 25772"/>
                      <a:gd name="connsiteY8" fmla="*/ 33037 h 38816"/>
                      <a:gd name="connsiteX9" fmla="*/ 19341 w 25772"/>
                      <a:gd name="connsiteY9" fmla="*/ 37243 h 38816"/>
                      <a:gd name="connsiteX10" fmla="*/ 12909 w 25772"/>
                      <a:gd name="connsiteY10" fmla="*/ 38817 h 38816"/>
                      <a:gd name="connsiteX11" fmla="*/ 6454 w 25772"/>
                      <a:gd name="connsiteY11" fmla="*/ 37243 h 38816"/>
                      <a:gd name="connsiteX12" fmla="*/ 2519 w 25772"/>
                      <a:gd name="connsiteY12" fmla="*/ 33015 h 38816"/>
                      <a:gd name="connsiteX13" fmla="*/ 540 w 25772"/>
                      <a:gd name="connsiteY13" fmla="*/ 26808 h 38816"/>
                      <a:gd name="connsiteX14" fmla="*/ 0 w 25772"/>
                      <a:gd name="connsiteY14" fmla="*/ 19341 h 38816"/>
                      <a:gd name="connsiteX15" fmla="*/ 495 w 25772"/>
                      <a:gd name="connsiteY15" fmla="*/ 12279 h 38816"/>
                      <a:gd name="connsiteX16" fmla="*/ 2361 w 25772"/>
                      <a:gd name="connsiteY16" fmla="*/ 6095 h 38816"/>
                      <a:gd name="connsiteX17" fmla="*/ 6274 w 25772"/>
                      <a:gd name="connsiteY17" fmla="*/ 1687 h 38816"/>
                      <a:gd name="connsiteX18" fmla="*/ 12909 w 25772"/>
                      <a:gd name="connsiteY18" fmla="*/ 22 h 38816"/>
                      <a:gd name="connsiteX19" fmla="*/ 22332 w 25772"/>
                      <a:gd name="connsiteY19" fmla="*/ 19319 h 38816"/>
                      <a:gd name="connsiteX20" fmla="*/ 21972 w 25772"/>
                      <a:gd name="connsiteY20" fmla="*/ 13291 h 38816"/>
                      <a:gd name="connsiteX21" fmla="*/ 20600 w 25772"/>
                      <a:gd name="connsiteY21" fmla="*/ 8029 h 38816"/>
                      <a:gd name="connsiteX22" fmla="*/ 17722 w 25772"/>
                      <a:gd name="connsiteY22" fmla="*/ 4296 h 38816"/>
                      <a:gd name="connsiteX23" fmla="*/ 12841 w 25772"/>
                      <a:gd name="connsiteY23" fmla="*/ 2901 h 38816"/>
                      <a:gd name="connsiteX24" fmla="*/ 8164 w 25772"/>
                      <a:gd name="connsiteY24" fmla="*/ 4340 h 38816"/>
                      <a:gd name="connsiteX25" fmla="*/ 5330 w 25772"/>
                      <a:gd name="connsiteY25" fmla="*/ 8141 h 38816"/>
                      <a:gd name="connsiteX26" fmla="*/ 3891 w 25772"/>
                      <a:gd name="connsiteY26" fmla="*/ 13539 h 38816"/>
                      <a:gd name="connsiteX27" fmla="*/ 3486 w 25772"/>
                      <a:gd name="connsiteY27" fmla="*/ 19701 h 38816"/>
                      <a:gd name="connsiteX28" fmla="*/ 3936 w 25772"/>
                      <a:gd name="connsiteY28" fmla="*/ 26358 h 38816"/>
                      <a:gd name="connsiteX29" fmla="*/ 5465 w 25772"/>
                      <a:gd name="connsiteY29" fmla="*/ 31463 h 38816"/>
                      <a:gd name="connsiteX30" fmla="*/ 8344 w 25772"/>
                      <a:gd name="connsiteY30" fmla="*/ 34724 h 38816"/>
                      <a:gd name="connsiteX31" fmla="*/ 12909 w 25772"/>
                      <a:gd name="connsiteY31" fmla="*/ 35893 h 38816"/>
                      <a:gd name="connsiteX32" fmla="*/ 17857 w 25772"/>
                      <a:gd name="connsiteY32" fmla="*/ 34387 h 38816"/>
                      <a:gd name="connsiteX33" fmla="*/ 20690 w 25772"/>
                      <a:gd name="connsiteY33" fmla="*/ 30496 h 38816"/>
                      <a:gd name="connsiteX34" fmla="*/ 21995 w 25772"/>
                      <a:gd name="connsiteY34" fmla="*/ 25143 h 38816"/>
                      <a:gd name="connsiteX35" fmla="*/ 22309 w 25772"/>
                      <a:gd name="connsiteY35" fmla="*/ 19319 h 38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772" h="38816">
                        <a:moveTo>
                          <a:pt x="12932" y="0"/>
                        </a:moveTo>
                        <a:cubicBezTo>
                          <a:pt x="14798" y="0"/>
                          <a:pt x="16417" y="270"/>
                          <a:pt x="17789" y="832"/>
                        </a:cubicBezTo>
                        <a:cubicBezTo>
                          <a:pt x="19161" y="1394"/>
                          <a:pt x="20308" y="2159"/>
                          <a:pt x="21275" y="3126"/>
                        </a:cubicBezTo>
                        <a:cubicBezTo>
                          <a:pt x="22220" y="4093"/>
                          <a:pt x="23007" y="5240"/>
                          <a:pt x="23592" y="6522"/>
                        </a:cubicBezTo>
                        <a:cubicBezTo>
                          <a:pt x="24176" y="7826"/>
                          <a:pt x="24648" y="9198"/>
                          <a:pt x="24963" y="10660"/>
                        </a:cubicBezTo>
                        <a:cubicBezTo>
                          <a:pt x="25278" y="12122"/>
                          <a:pt x="25503" y="13629"/>
                          <a:pt x="25616" y="15158"/>
                        </a:cubicBezTo>
                        <a:cubicBezTo>
                          <a:pt x="25728" y="16687"/>
                          <a:pt x="25773" y="18217"/>
                          <a:pt x="25773" y="19701"/>
                        </a:cubicBezTo>
                        <a:cubicBezTo>
                          <a:pt x="25773" y="22220"/>
                          <a:pt x="25593" y="24626"/>
                          <a:pt x="25233" y="26942"/>
                        </a:cubicBezTo>
                        <a:cubicBezTo>
                          <a:pt x="24873" y="29236"/>
                          <a:pt x="24221" y="31283"/>
                          <a:pt x="23254" y="33037"/>
                        </a:cubicBezTo>
                        <a:cubicBezTo>
                          <a:pt x="22309" y="34791"/>
                          <a:pt x="21005" y="36208"/>
                          <a:pt x="19341" y="37243"/>
                        </a:cubicBezTo>
                        <a:cubicBezTo>
                          <a:pt x="17677" y="38277"/>
                          <a:pt x="15540" y="38817"/>
                          <a:pt x="12909" y="38817"/>
                        </a:cubicBezTo>
                        <a:cubicBezTo>
                          <a:pt x="10278" y="38817"/>
                          <a:pt x="8141" y="38300"/>
                          <a:pt x="6454" y="37243"/>
                        </a:cubicBezTo>
                        <a:cubicBezTo>
                          <a:pt x="4790" y="36208"/>
                          <a:pt x="3463" y="34791"/>
                          <a:pt x="2519" y="33015"/>
                        </a:cubicBezTo>
                        <a:cubicBezTo>
                          <a:pt x="1574" y="31238"/>
                          <a:pt x="900" y="29169"/>
                          <a:pt x="540" y="26808"/>
                        </a:cubicBezTo>
                        <a:cubicBezTo>
                          <a:pt x="180" y="24446"/>
                          <a:pt x="0" y="21950"/>
                          <a:pt x="0" y="19341"/>
                        </a:cubicBezTo>
                        <a:cubicBezTo>
                          <a:pt x="0" y="16935"/>
                          <a:pt x="157" y="14573"/>
                          <a:pt x="495" y="12279"/>
                        </a:cubicBezTo>
                        <a:cubicBezTo>
                          <a:pt x="810" y="9985"/>
                          <a:pt x="1439" y="7916"/>
                          <a:pt x="2361" y="6095"/>
                        </a:cubicBezTo>
                        <a:cubicBezTo>
                          <a:pt x="3283" y="4273"/>
                          <a:pt x="4588" y="2811"/>
                          <a:pt x="6274" y="1687"/>
                        </a:cubicBezTo>
                        <a:cubicBezTo>
                          <a:pt x="7961" y="562"/>
                          <a:pt x="10188" y="22"/>
                          <a:pt x="12909" y="22"/>
                        </a:cubicBezTo>
                        <a:close/>
                        <a:moveTo>
                          <a:pt x="22332" y="19319"/>
                        </a:moveTo>
                        <a:cubicBezTo>
                          <a:pt x="22332" y="17272"/>
                          <a:pt x="22220" y="15270"/>
                          <a:pt x="21972" y="13291"/>
                        </a:cubicBezTo>
                        <a:cubicBezTo>
                          <a:pt x="21725" y="11312"/>
                          <a:pt x="21275" y="9581"/>
                          <a:pt x="20600" y="8029"/>
                        </a:cubicBezTo>
                        <a:cubicBezTo>
                          <a:pt x="19926" y="6477"/>
                          <a:pt x="18959" y="5240"/>
                          <a:pt x="17722" y="4296"/>
                        </a:cubicBezTo>
                        <a:cubicBezTo>
                          <a:pt x="16485" y="3351"/>
                          <a:pt x="14843" y="2901"/>
                          <a:pt x="12841" y="2901"/>
                        </a:cubicBezTo>
                        <a:cubicBezTo>
                          <a:pt x="10930" y="2901"/>
                          <a:pt x="9378" y="3373"/>
                          <a:pt x="8164" y="4340"/>
                        </a:cubicBezTo>
                        <a:cubicBezTo>
                          <a:pt x="6949" y="5308"/>
                          <a:pt x="6005" y="6567"/>
                          <a:pt x="5330" y="8141"/>
                        </a:cubicBezTo>
                        <a:cubicBezTo>
                          <a:pt x="4655" y="9716"/>
                          <a:pt x="4161" y="11515"/>
                          <a:pt x="3891" y="13539"/>
                        </a:cubicBezTo>
                        <a:cubicBezTo>
                          <a:pt x="3621" y="15563"/>
                          <a:pt x="3486" y="17609"/>
                          <a:pt x="3486" y="19701"/>
                        </a:cubicBezTo>
                        <a:cubicBezTo>
                          <a:pt x="3486" y="22152"/>
                          <a:pt x="3643" y="24379"/>
                          <a:pt x="3936" y="26358"/>
                        </a:cubicBezTo>
                        <a:cubicBezTo>
                          <a:pt x="4251" y="28359"/>
                          <a:pt x="4745" y="30046"/>
                          <a:pt x="5465" y="31463"/>
                        </a:cubicBezTo>
                        <a:cubicBezTo>
                          <a:pt x="6185" y="32857"/>
                          <a:pt x="7152" y="33959"/>
                          <a:pt x="8344" y="34724"/>
                        </a:cubicBezTo>
                        <a:cubicBezTo>
                          <a:pt x="9558" y="35489"/>
                          <a:pt x="11065" y="35893"/>
                          <a:pt x="12909" y="35893"/>
                        </a:cubicBezTo>
                        <a:cubicBezTo>
                          <a:pt x="14956" y="35893"/>
                          <a:pt x="16597" y="35399"/>
                          <a:pt x="17857" y="34387"/>
                        </a:cubicBezTo>
                        <a:cubicBezTo>
                          <a:pt x="19094" y="33375"/>
                          <a:pt x="20038" y="32093"/>
                          <a:pt x="20690" y="30496"/>
                        </a:cubicBezTo>
                        <a:cubicBezTo>
                          <a:pt x="21343" y="28899"/>
                          <a:pt x="21770" y="27122"/>
                          <a:pt x="21995" y="25143"/>
                        </a:cubicBezTo>
                        <a:cubicBezTo>
                          <a:pt x="22220" y="23164"/>
                          <a:pt x="22309" y="21230"/>
                          <a:pt x="22309" y="19319"/>
                        </a:cubicBezTo>
                        <a:close/>
                      </a:path>
                    </a:pathLst>
                  </a:custGeom>
                  <a:solidFill>
                    <a:srgbClr val="231F20"/>
                  </a:solidFill>
                  <a:ln w="2249" cap="flat">
                    <a:noFill/>
                    <a:prstDash val="solid"/>
                    <a:miter/>
                  </a:ln>
                </p:spPr>
                <p:txBody>
                  <a:bodyPr rtlCol="0" anchor="ctr"/>
                  <a:lstStyle/>
                  <a:p>
                    <a:endParaRPr lang="en-US"/>
                  </a:p>
                </p:txBody>
              </p:sp>
              <p:sp>
                <p:nvSpPr>
                  <p:cNvPr id="3492" name="Freeform 3491">
                    <a:extLst>
                      <a:ext uri="{FF2B5EF4-FFF2-40B4-BE49-F238E27FC236}">
                        <a16:creationId xmlns:a16="http://schemas.microsoft.com/office/drawing/2014/main" id="{D30BD126-6C4C-1470-A305-4B81C535D846}"/>
                      </a:ext>
                    </a:extLst>
                  </p:cNvPr>
                  <p:cNvSpPr/>
                  <p:nvPr/>
                </p:nvSpPr>
                <p:spPr>
                  <a:xfrm>
                    <a:off x="4734257" y="2684370"/>
                    <a:ext cx="3935" cy="4745"/>
                  </a:xfrm>
                  <a:custGeom>
                    <a:avLst/>
                    <a:gdLst>
                      <a:gd name="connsiteX0" fmla="*/ 0 w 3935"/>
                      <a:gd name="connsiteY0" fmla="*/ 4745 h 4745"/>
                      <a:gd name="connsiteX1" fmla="*/ 0 w 3935"/>
                      <a:gd name="connsiteY1" fmla="*/ 0 h 4745"/>
                      <a:gd name="connsiteX2" fmla="*/ 3936 w 3935"/>
                      <a:gd name="connsiteY2" fmla="*/ 0 h 4745"/>
                      <a:gd name="connsiteX3" fmla="*/ 3936 w 3935"/>
                      <a:gd name="connsiteY3" fmla="*/ 4745 h 4745"/>
                      <a:gd name="connsiteX4" fmla="*/ 0 w 3935"/>
                      <a:gd name="connsiteY4" fmla="*/ 4745 h 4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 h="4745">
                        <a:moveTo>
                          <a:pt x="0" y="4745"/>
                        </a:moveTo>
                        <a:lnTo>
                          <a:pt x="0" y="0"/>
                        </a:lnTo>
                        <a:lnTo>
                          <a:pt x="3936" y="0"/>
                        </a:lnTo>
                        <a:lnTo>
                          <a:pt x="3936" y="4745"/>
                        </a:lnTo>
                        <a:lnTo>
                          <a:pt x="0" y="4745"/>
                        </a:lnTo>
                        <a:close/>
                      </a:path>
                    </a:pathLst>
                  </a:custGeom>
                  <a:solidFill>
                    <a:srgbClr val="231F20"/>
                  </a:solidFill>
                  <a:ln w="2249" cap="flat">
                    <a:noFill/>
                    <a:prstDash val="solid"/>
                    <a:miter/>
                  </a:ln>
                </p:spPr>
                <p:txBody>
                  <a:bodyPr rtlCol="0" anchor="ctr"/>
                  <a:lstStyle/>
                  <a:p>
                    <a:endParaRPr lang="en-US"/>
                  </a:p>
                </p:txBody>
              </p:sp>
              <p:sp>
                <p:nvSpPr>
                  <p:cNvPr id="3493" name="Freeform 3492">
                    <a:extLst>
                      <a:ext uri="{FF2B5EF4-FFF2-40B4-BE49-F238E27FC236}">
                        <a16:creationId xmlns:a16="http://schemas.microsoft.com/office/drawing/2014/main" id="{0B719C7D-CE50-A286-F62E-74FD29A657E6}"/>
                      </a:ext>
                    </a:extLst>
                  </p:cNvPr>
                  <p:cNvSpPr/>
                  <p:nvPr/>
                </p:nvSpPr>
                <p:spPr>
                  <a:xfrm>
                    <a:off x="4745974" y="2651063"/>
                    <a:ext cx="25570" cy="38794"/>
                  </a:xfrm>
                  <a:custGeom>
                    <a:avLst/>
                    <a:gdLst>
                      <a:gd name="connsiteX0" fmla="*/ 4161 w 25570"/>
                      <a:gd name="connsiteY0" fmla="*/ 29686 h 38794"/>
                      <a:gd name="connsiteX1" fmla="*/ 6567 w 25570"/>
                      <a:gd name="connsiteY1" fmla="*/ 34319 h 38794"/>
                      <a:gd name="connsiteX2" fmla="*/ 11560 w 25570"/>
                      <a:gd name="connsiteY2" fmla="*/ 35893 h 38794"/>
                      <a:gd name="connsiteX3" fmla="*/ 16980 w 25570"/>
                      <a:gd name="connsiteY3" fmla="*/ 34229 h 38794"/>
                      <a:gd name="connsiteX4" fmla="*/ 20106 w 25570"/>
                      <a:gd name="connsiteY4" fmla="*/ 30024 h 38794"/>
                      <a:gd name="connsiteX5" fmla="*/ 21612 w 25570"/>
                      <a:gd name="connsiteY5" fmla="*/ 24536 h 38794"/>
                      <a:gd name="connsiteX6" fmla="*/ 22130 w 25570"/>
                      <a:gd name="connsiteY6" fmla="*/ 19004 h 38794"/>
                      <a:gd name="connsiteX7" fmla="*/ 22017 w 25570"/>
                      <a:gd name="connsiteY7" fmla="*/ 18891 h 38794"/>
                      <a:gd name="connsiteX8" fmla="*/ 17722 w 25570"/>
                      <a:gd name="connsiteY8" fmla="*/ 23322 h 38794"/>
                      <a:gd name="connsiteX9" fmla="*/ 11762 w 25570"/>
                      <a:gd name="connsiteY9" fmla="*/ 24829 h 38794"/>
                      <a:gd name="connsiteX10" fmla="*/ 6904 w 25570"/>
                      <a:gd name="connsiteY10" fmla="*/ 23974 h 38794"/>
                      <a:gd name="connsiteX11" fmla="*/ 3216 w 25570"/>
                      <a:gd name="connsiteY11" fmla="*/ 21500 h 38794"/>
                      <a:gd name="connsiteX12" fmla="*/ 832 w 25570"/>
                      <a:gd name="connsiteY12" fmla="*/ 17609 h 38794"/>
                      <a:gd name="connsiteX13" fmla="*/ 0 w 25570"/>
                      <a:gd name="connsiteY13" fmla="*/ 12594 h 38794"/>
                      <a:gd name="connsiteX14" fmla="*/ 765 w 25570"/>
                      <a:gd name="connsiteY14" fmla="*/ 7601 h 38794"/>
                      <a:gd name="connsiteX15" fmla="*/ 3036 w 25570"/>
                      <a:gd name="connsiteY15" fmla="*/ 3598 h 38794"/>
                      <a:gd name="connsiteX16" fmla="*/ 6837 w 25570"/>
                      <a:gd name="connsiteY16" fmla="*/ 945 h 38794"/>
                      <a:gd name="connsiteX17" fmla="*/ 12257 w 25570"/>
                      <a:gd name="connsiteY17" fmla="*/ 0 h 38794"/>
                      <a:gd name="connsiteX18" fmla="*/ 18644 w 25570"/>
                      <a:gd name="connsiteY18" fmla="*/ 1507 h 38794"/>
                      <a:gd name="connsiteX19" fmla="*/ 22737 w 25570"/>
                      <a:gd name="connsiteY19" fmla="*/ 5600 h 38794"/>
                      <a:gd name="connsiteX20" fmla="*/ 24918 w 25570"/>
                      <a:gd name="connsiteY20" fmla="*/ 11695 h 38794"/>
                      <a:gd name="connsiteX21" fmla="*/ 25571 w 25570"/>
                      <a:gd name="connsiteY21" fmla="*/ 19206 h 38794"/>
                      <a:gd name="connsiteX22" fmla="*/ 24536 w 25570"/>
                      <a:gd name="connsiteY22" fmla="*/ 27707 h 38794"/>
                      <a:gd name="connsiteX23" fmla="*/ 21657 w 25570"/>
                      <a:gd name="connsiteY23" fmla="*/ 33824 h 38794"/>
                      <a:gd name="connsiteX24" fmla="*/ 17250 w 25570"/>
                      <a:gd name="connsiteY24" fmla="*/ 37558 h 38794"/>
                      <a:gd name="connsiteX25" fmla="*/ 11694 w 25570"/>
                      <a:gd name="connsiteY25" fmla="*/ 38795 h 38794"/>
                      <a:gd name="connsiteX26" fmla="*/ 7534 w 25570"/>
                      <a:gd name="connsiteY26" fmla="*/ 38255 h 38794"/>
                      <a:gd name="connsiteX27" fmla="*/ 4138 w 25570"/>
                      <a:gd name="connsiteY27" fmla="*/ 36591 h 38794"/>
                      <a:gd name="connsiteX28" fmla="*/ 1754 w 25570"/>
                      <a:gd name="connsiteY28" fmla="*/ 33734 h 38794"/>
                      <a:gd name="connsiteX29" fmla="*/ 630 w 25570"/>
                      <a:gd name="connsiteY29" fmla="*/ 29686 h 38794"/>
                      <a:gd name="connsiteX30" fmla="*/ 4138 w 25570"/>
                      <a:gd name="connsiteY30" fmla="*/ 29686 h 38794"/>
                      <a:gd name="connsiteX31" fmla="*/ 12257 w 25570"/>
                      <a:gd name="connsiteY31" fmla="*/ 2901 h 38794"/>
                      <a:gd name="connsiteX32" fmla="*/ 5667 w 25570"/>
                      <a:gd name="connsiteY32" fmla="*/ 5600 h 38794"/>
                      <a:gd name="connsiteX33" fmla="*/ 3463 w 25570"/>
                      <a:gd name="connsiteY33" fmla="*/ 12662 h 38794"/>
                      <a:gd name="connsiteX34" fmla="*/ 5757 w 25570"/>
                      <a:gd name="connsiteY34" fmla="*/ 19453 h 38794"/>
                      <a:gd name="connsiteX35" fmla="*/ 12257 w 25570"/>
                      <a:gd name="connsiteY35" fmla="*/ 21882 h 38794"/>
                      <a:gd name="connsiteX36" fmla="*/ 15855 w 25570"/>
                      <a:gd name="connsiteY36" fmla="*/ 21118 h 38794"/>
                      <a:gd name="connsiteX37" fmla="*/ 18554 w 25570"/>
                      <a:gd name="connsiteY37" fmla="*/ 19071 h 38794"/>
                      <a:gd name="connsiteX38" fmla="*/ 20218 w 25570"/>
                      <a:gd name="connsiteY38" fmla="*/ 16080 h 38794"/>
                      <a:gd name="connsiteX39" fmla="*/ 20780 w 25570"/>
                      <a:gd name="connsiteY39" fmla="*/ 12437 h 38794"/>
                      <a:gd name="connsiteX40" fmla="*/ 18509 w 25570"/>
                      <a:gd name="connsiteY40" fmla="*/ 5600 h 38794"/>
                      <a:gd name="connsiteX41" fmla="*/ 12257 w 25570"/>
                      <a:gd name="connsiteY41" fmla="*/ 2879 h 38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570" h="38794">
                        <a:moveTo>
                          <a:pt x="4161" y="29686"/>
                        </a:moveTo>
                        <a:cubicBezTo>
                          <a:pt x="4565" y="31733"/>
                          <a:pt x="5353" y="33285"/>
                          <a:pt x="6567" y="34319"/>
                        </a:cubicBezTo>
                        <a:cubicBezTo>
                          <a:pt x="7781" y="35354"/>
                          <a:pt x="9446" y="35893"/>
                          <a:pt x="11560" y="35893"/>
                        </a:cubicBezTo>
                        <a:cubicBezTo>
                          <a:pt x="13831" y="35893"/>
                          <a:pt x="15630" y="35331"/>
                          <a:pt x="16980" y="34229"/>
                        </a:cubicBezTo>
                        <a:cubicBezTo>
                          <a:pt x="18329" y="33105"/>
                          <a:pt x="19363" y="31710"/>
                          <a:pt x="20106" y="30024"/>
                        </a:cubicBezTo>
                        <a:cubicBezTo>
                          <a:pt x="20848" y="28337"/>
                          <a:pt x="21343" y="26515"/>
                          <a:pt x="21612" y="24536"/>
                        </a:cubicBezTo>
                        <a:cubicBezTo>
                          <a:pt x="21882" y="22580"/>
                          <a:pt x="22062" y="20735"/>
                          <a:pt x="22130" y="19004"/>
                        </a:cubicBezTo>
                        <a:lnTo>
                          <a:pt x="22017" y="18891"/>
                        </a:lnTo>
                        <a:cubicBezTo>
                          <a:pt x="20870" y="20825"/>
                          <a:pt x="19431" y="22310"/>
                          <a:pt x="17722" y="23322"/>
                        </a:cubicBezTo>
                        <a:cubicBezTo>
                          <a:pt x="16013" y="24334"/>
                          <a:pt x="14033" y="24829"/>
                          <a:pt x="11762" y="24829"/>
                        </a:cubicBezTo>
                        <a:cubicBezTo>
                          <a:pt x="9963" y="24829"/>
                          <a:pt x="8344" y="24536"/>
                          <a:pt x="6904" y="23974"/>
                        </a:cubicBezTo>
                        <a:cubicBezTo>
                          <a:pt x="5465" y="23389"/>
                          <a:pt x="4228" y="22580"/>
                          <a:pt x="3216" y="21500"/>
                        </a:cubicBezTo>
                        <a:cubicBezTo>
                          <a:pt x="2204" y="20421"/>
                          <a:pt x="1394" y="19116"/>
                          <a:pt x="832" y="17609"/>
                        </a:cubicBezTo>
                        <a:cubicBezTo>
                          <a:pt x="270" y="16103"/>
                          <a:pt x="0" y="14416"/>
                          <a:pt x="0" y="12594"/>
                        </a:cubicBezTo>
                        <a:cubicBezTo>
                          <a:pt x="0" y="10773"/>
                          <a:pt x="247" y="9131"/>
                          <a:pt x="765" y="7601"/>
                        </a:cubicBezTo>
                        <a:cubicBezTo>
                          <a:pt x="1282" y="6072"/>
                          <a:pt x="2024" y="4745"/>
                          <a:pt x="3036" y="3598"/>
                        </a:cubicBezTo>
                        <a:cubicBezTo>
                          <a:pt x="4048" y="2474"/>
                          <a:pt x="5308" y="1574"/>
                          <a:pt x="6837" y="945"/>
                        </a:cubicBezTo>
                        <a:cubicBezTo>
                          <a:pt x="8366" y="315"/>
                          <a:pt x="10165" y="0"/>
                          <a:pt x="12257" y="0"/>
                        </a:cubicBezTo>
                        <a:cubicBezTo>
                          <a:pt x="14821" y="0"/>
                          <a:pt x="16935" y="495"/>
                          <a:pt x="18644" y="1507"/>
                        </a:cubicBezTo>
                        <a:cubicBezTo>
                          <a:pt x="20353" y="2519"/>
                          <a:pt x="21725" y="3891"/>
                          <a:pt x="22737" y="5600"/>
                        </a:cubicBezTo>
                        <a:cubicBezTo>
                          <a:pt x="23749" y="7309"/>
                          <a:pt x="24491" y="9356"/>
                          <a:pt x="24918" y="11695"/>
                        </a:cubicBezTo>
                        <a:cubicBezTo>
                          <a:pt x="25346" y="14033"/>
                          <a:pt x="25571" y="16530"/>
                          <a:pt x="25571" y="19206"/>
                        </a:cubicBezTo>
                        <a:cubicBezTo>
                          <a:pt x="25571" y="22445"/>
                          <a:pt x="25233" y="25278"/>
                          <a:pt x="24536" y="27707"/>
                        </a:cubicBezTo>
                        <a:cubicBezTo>
                          <a:pt x="23861" y="30136"/>
                          <a:pt x="22895" y="32183"/>
                          <a:pt x="21657" y="33824"/>
                        </a:cubicBezTo>
                        <a:cubicBezTo>
                          <a:pt x="20420" y="35489"/>
                          <a:pt x="18959" y="36725"/>
                          <a:pt x="17250" y="37558"/>
                        </a:cubicBezTo>
                        <a:cubicBezTo>
                          <a:pt x="15563" y="38390"/>
                          <a:pt x="13696" y="38795"/>
                          <a:pt x="11694" y="38795"/>
                        </a:cubicBezTo>
                        <a:cubicBezTo>
                          <a:pt x="10210" y="38795"/>
                          <a:pt x="8839" y="38615"/>
                          <a:pt x="7534" y="38255"/>
                        </a:cubicBezTo>
                        <a:cubicBezTo>
                          <a:pt x="6230" y="37895"/>
                          <a:pt x="5105" y="37333"/>
                          <a:pt x="4138" y="36591"/>
                        </a:cubicBezTo>
                        <a:cubicBezTo>
                          <a:pt x="3171" y="35848"/>
                          <a:pt x="2384" y="34881"/>
                          <a:pt x="1754" y="33734"/>
                        </a:cubicBezTo>
                        <a:cubicBezTo>
                          <a:pt x="1147" y="32587"/>
                          <a:pt x="765" y="31238"/>
                          <a:pt x="630" y="29686"/>
                        </a:cubicBezTo>
                        <a:lnTo>
                          <a:pt x="4138" y="29686"/>
                        </a:lnTo>
                        <a:close/>
                        <a:moveTo>
                          <a:pt x="12257" y="2901"/>
                        </a:moveTo>
                        <a:cubicBezTo>
                          <a:pt x="9333" y="2969"/>
                          <a:pt x="7152" y="3868"/>
                          <a:pt x="5667" y="5600"/>
                        </a:cubicBezTo>
                        <a:cubicBezTo>
                          <a:pt x="4183" y="7332"/>
                          <a:pt x="3463" y="9693"/>
                          <a:pt x="3463" y="12662"/>
                        </a:cubicBezTo>
                        <a:cubicBezTo>
                          <a:pt x="3463" y="15630"/>
                          <a:pt x="4228" y="17834"/>
                          <a:pt x="5757" y="19453"/>
                        </a:cubicBezTo>
                        <a:cubicBezTo>
                          <a:pt x="7287" y="21073"/>
                          <a:pt x="9446" y="21882"/>
                          <a:pt x="12257" y="21882"/>
                        </a:cubicBezTo>
                        <a:cubicBezTo>
                          <a:pt x="13584" y="21882"/>
                          <a:pt x="14776" y="21635"/>
                          <a:pt x="15855" y="21118"/>
                        </a:cubicBezTo>
                        <a:cubicBezTo>
                          <a:pt x="16912" y="20623"/>
                          <a:pt x="17812" y="19926"/>
                          <a:pt x="18554" y="19071"/>
                        </a:cubicBezTo>
                        <a:cubicBezTo>
                          <a:pt x="19296" y="18217"/>
                          <a:pt x="19858" y="17205"/>
                          <a:pt x="20218" y="16080"/>
                        </a:cubicBezTo>
                        <a:cubicBezTo>
                          <a:pt x="20578" y="14956"/>
                          <a:pt x="20780" y="13741"/>
                          <a:pt x="20780" y="12437"/>
                        </a:cubicBezTo>
                        <a:cubicBezTo>
                          <a:pt x="20780" y="9626"/>
                          <a:pt x="20016" y="7354"/>
                          <a:pt x="18509" y="5600"/>
                        </a:cubicBezTo>
                        <a:cubicBezTo>
                          <a:pt x="17002" y="3846"/>
                          <a:pt x="14911" y="2946"/>
                          <a:pt x="12257" y="2879"/>
                        </a:cubicBezTo>
                        <a:close/>
                      </a:path>
                    </a:pathLst>
                  </a:custGeom>
                  <a:solidFill>
                    <a:srgbClr val="231F20"/>
                  </a:solidFill>
                  <a:ln w="2249" cap="flat">
                    <a:noFill/>
                    <a:prstDash val="solid"/>
                    <a:miter/>
                  </a:ln>
                </p:spPr>
                <p:txBody>
                  <a:bodyPr rtlCol="0" anchor="ctr"/>
                  <a:lstStyle/>
                  <a:p>
                    <a:endParaRPr lang="en-US"/>
                  </a:p>
                </p:txBody>
              </p:sp>
            </p:grpSp>
            <p:grpSp>
              <p:nvGrpSpPr>
                <p:cNvPr id="44" name="Graphic 4479">
                  <a:extLst>
                    <a:ext uri="{FF2B5EF4-FFF2-40B4-BE49-F238E27FC236}">
                      <a16:creationId xmlns:a16="http://schemas.microsoft.com/office/drawing/2014/main" id="{3DA08267-F88F-2419-911A-70B3666408FC}"/>
                    </a:ext>
                  </a:extLst>
                </p:cNvPr>
                <p:cNvGrpSpPr/>
                <p:nvPr/>
              </p:nvGrpSpPr>
              <p:grpSpPr>
                <a:xfrm>
                  <a:off x="6572031" y="3788780"/>
                  <a:ext cx="247701" cy="145403"/>
                  <a:chOff x="4705222" y="2342101"/>
                  <a:chExt cx="66164" cy="38839"/>
                </a:xfrm>
                <a:solidFill>
                  <a:srgbClr val="231F20"/>
                </a:solidFill>
              </p:grpSpPr>
              <p:sp>
                <p:nvSpPr>
                  <p:cNvPr id="3488" name="Freeform 3487">
                    <a:extLst>
                      <a:ext uri="{FF2B5EF4-FFF2-40B4-BE49-F238E27FC236}">
                        <a16:creationId xmlns:a16="http://schemas.microsoft.com/office/drawing/2014/main" id="{382C6622-AD8D-5783-C603-BBE3474FD5F6}"/>
                      </a:ext>
                    </a:extLst>
                  </p:cNvPr>
                  <p:cNvSpPr/>
                  <p:nvPr/>
                </p:nvSpPr>
                <p:spPr>
                  <a:xfrm>
                    <a:off x="4705222" y="2342101"/>
                    <a:ext cx="13268" cy="38052"/>
                  </a:xfrm>
                  <a:custGeom>
                    <a:avLst/>
                    <a:gdLst>
                      <a:gd name="connsiteX0" fmla="*/ 9828 w 13268"/>
                      <a:gd name="connsiteY0" fmla="*/ 9783 h 38052"/>
                      <a:gd name="connsiteX1" fmla="*/ 0 w 13268"/>
                      <a:gd name="connsiteY1" fmla="*/ 9783 h 38052"/>
                      <a:gd name="connsiteX2" fmla="*/ 0 w 13268"/>
                      <a:gd name="connsiteY2" fmla="*/ 7512 h 38052"/>
                      <a:gd name="connsiteX3" fmla="*/ 3913 w 13268"/>
                      <a:gd name="connsiteY3" fmla="*/ 7084 h 38052"/>
                      <a:gd name="connsiteX4" fmla="*/ 6994 w 13268"/>
                      <a:gd name="connsiteY4" fmla="*/ 6050 h 38052"/>
                      <a:gd name="connsiteX5" fmla="*/ 9198 w 13268"/>
                      <a:gd name="connsiteY5" fmla="*/ 3868 h 38052"/>
                      <a:gd name="connsiteX6" fmla="*/ 10525 w 13268"/>
                      <a:gd name="connsiteY6" fmla="*/ 0 h 38052"/>
                      <a:gd name="connsiteX7" fmla="*/ 13269 w 13268"/>
                      <a:gd name="connsiteY7" fmla="*/ 0 h 38052"/>
                      <a:gd name="connsiteX8" fmla="*/ 13269 w 13268"/>
                      <a:gd name="connsiteY8" fmla="*/ 38052 h 38052"/>
                      <a:gd name="connsiteX9" fmla="*/ 9805 w 13268"/>
                      <a:gd name="connsiteY9" fmla="*/ 38052 h 38052"/>
                      <a:gd name="connsiteX10" fmla="*/ 9805 w 13268"/>
                      <a:gd name="connsiteY10" fmla="*/ 9760 h 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268" h="38052">
                        <a:moveTo>
                          <a:pt x="9828" y="9783"/>
                        </a:moveTo>
                        <a:lnTo>
                          <a:pt x="0" y="9783"/>
                        </a:lnTo>
                        <a:lnTo>
                          <a:pt x="0" y="7512"/>
                        </a:lnTo>
                        <a:cubicBezTo>
                          <a:pt x="1439" y="7399"/>
                          <a:pt x="2744" y="7264"/>
                          <a:pt x="3913" y="7084"/>
                        </a:cubicBezTo>
                        <a:cubicBezTo>
                          <a:pt x="5083" y="6904"/>
                          <a:pt x="6117" y="6567"/>
                          <a:pt x="6994" y="6050"/>
                        </a:cubicBezTo>
                        <a:cubicBezTo>
                          <a:pt x="7871" y="5532"/>
                          <a:pt x="8613" y="4813"/>
                          <a:pt x="9198" y="3868"/>
                        </a:cubicBezTo>
                        <a:cubicBezTo>
                          <a:pt x="9783" y="2924"/>
                          <a:pt x="10233" y="1619"/>
                          <a:pt x="10525" y="0"/>
                        </a:cubicBezTo>
                        <a:lnTo>
                          <a:pt x="13269" y="0"/>
                        </a:lnTo>
                        <a:lnTo>
                          <a:pt x="13269" y="38052"/>
                        </a:lnTo>
                        <a:lnTo>
                          <a:pt x="9805" y="38052"/>
                        </a:lnTo>
                        <a:lnTo>
                          <a:pt x="9805" y="9760"/>
                        </a:lnTo>
                        <a:close/>
                      </a:path>
                    </a:pathLst>
                  </a:custGeom>
                  <a:solidFill>
                    <a:srgbClr val="231F20"/>
                  </a:solidFill>
                  <a:ln w="2249" cap="flat">
                    <a:noFill/>
                    <a:prstDash val="solid"/>
                    <a:miter/>
                  </a:ln>
                </p:spPr>
                <p:txBody>
                  <a:bodyPr rtlCol="0" anchor="ctr"/>
                  <a:lstStyle/>
                  <a:p>
                    <a:endParaRPr lang="en-US"/>
                  </a:p>
                </p:txBody>
              </p:sp>
              <p:sp>
                <p:nvSpPr>
                  <p:cNvPr id="3489" name="Freeform 3488">
                    <a:extLst>
                      <a:ext uri="{FF2B5EF4-FFF2-40B4-BE49-F238E27FC236}">
                        <a16:creationId xmlns:a16="http://schemas.microsoft.com/office/drawing/2014/main" id="{3BF592DB-05F1-EA29-661E-141BAE0BF270}"/>
                      </a:ext>
                    </a:extLst>
                  </p:cNvPr>
                  <p:cNvSpPr/>
                  <p:nvPr/>
                </p:nvSpPr>
                <p:spPr>
                  <a:xfrm>
                    <a:off x="4734257" y="2375430"/>
                    <a:ext cx="3935" cy="4745"/>
                  </a:xfrm>
                  <a:custGeom>
                    <a:avLst/>
                    <a:gdLst>
                      <a:gd name="connsiteX0" fmla="*/ 0 w 3935"/>
                      <a:gd name="connsiteY0" fmla="*/ 4745 h 4745"/>
                      <a:gd name="connsiteX1" fmla="*/ 0 w 3935"/>
                      <a:gd name="connsiteY1" fmla="*/ 0 h 4745"/>
                      <a:gd name="connsiteX2" fmla="*/ 3936 w 3935"/>
                      <a:gd name="connsiteY2" fmla="*/ 0 h 4745"/>
                      <a:gd name="connsiteX3" fmla="*/ 3936 w 3935"/>
                      <a:gd name="connsiteY3" fmla="*/ 4745 h 4745"/>
                      <a:gd name="connsiteX4" fmla="*/ 0 w 3935"/>
                      <a:gd name="connsiteY4" fmla="*/ 4745 h 4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 h="4745">
                        <a:moveTo>
                          <a:pt x="0" y="4745"/>
                        </a:moveTo>
                        <a:lnTo>
                          <a:pt x="0" y="0"/>
                        </a:lnTo>
                        <a:lnTo>
                          <a:pt x="3936" y="0"/>
                        </a:lnTo>
                        <a:lnTo>
                          <a:pt x="3936" y="4745"/>
                        </a:lnTo>
                        <a:lnTo>
                          <a:pt x="0" y="4745"/>
                        </a:lnTo>
                        <a:close/>
                      </a:path>
                    </a:pathLst>
                  </a:custGeom>
                  <a:solidFill>
                    <a:srgbClr val="231F20"/>
                  </a:solidFill>
                  <a:ln w="2249" cap="flat">
                    <a:noFill/>
                    <a:prstDash val="solid"/>
                    <a:miter/>
                  </a:ln>
                </p:spPr>
                <p:txBody>
                  <a:bodyPr rtlCol="0" anchor="ctr"/>
                  <a:lstStyle/>
                  <a:p>
                    <a:endParaRPr lang="en-US"/>
                  </a:p>
                </p:txBody>
              </p:sp>
              <p:sp>
                <p:nvSpPr>
                  <p:cNvPr id="3490" name="Freeform 3489">
                    <a:extLst>
                      <a:ext uri="{FF2B5EF4-FFF2-40B4-BE49-F238E27FC236}">
                        <a16:creationId xmlns:a16="http://schemas.microsoft.com/office/drawing/2014/main" id="{F79AAF30-5AC8-C658-A3A6-CA341952C374}"/>
                      </a:ext>
                    </a:extLst>
                  </p:cNvPr>
                  <p:cNvSpPr/>
                  <p:nvPr/>
                </p:nvSpPr>
                <p:spPr>
                  <a:xfrm>
                    <a:off x="4745569" y="2342101"/>
                    <a:ext cx="25817" cy="38839"/>
                  </a:xfrm>
                  <a:custGeom>
                    <a:avLst/>
                    <a:gdLst>
                      <a:gd name="connsiteX0" fmla="*/ 10120 w 25817"/>
                      <a:gd name="connsiteY0" fmla="*/ 16912 h 38839"/>
                      <a:gd name="connsiteX1" fmla="*/ 14551 w 25817"/>
                      <a:gd name="connsiteY1" fmla="*/ 16620 h 38839"/>
                      <a:gd name="connsiteX2" fmla="*/ 17969 w 25817"/>
                      <a:gd name="connsiteY2" fmla="*/ 15495 h 38839"/>
                      <a:gd name="connsiteX3" fmla="*/ 20218 w 25817"/>
                      <a:gd name="connsiteY3" fmla="*/ 13246 h 38839"/>
                      <a:gd name="connsiteX4" fmla="*/ 21028 w 25817"/>
                      <a:gd name="connsiteY4" fmla="*/ 9626 h 38839"/>
                      <a:gd name="connsiteX5" fmla="*/ 20375 w 25817"/>
                      <a:gd name="connsiteY5" fmla="*/ 6567 h 38839"/>
                      <a:gd name="connsiteX6" fmla="*/ 18621 w 25817"/>
                      <a:gd name="connsiteY6" fmla="*/ 4498 h 38839"/>
                      <a:gd name="connsiteX7" fmla="*/ 16035 w 25817"/>
                      <a:gd name="connsiteY7" fmla="*/ 3306 h 38839"/>
                      <a:gd name="connsiteX8" fmla="*/ 12932 w 25817"/>
                      <a:gd name="connsiteY8" fmla="*/ 2924 h 38839"/>
                      <a:gd name="connsiteX9" fmla="*/ 9603 w 25817"/>
                      <a:gd name="connsiteY9" fmla="*/ 3508 h 38839"/>
                      <a:gd name="connsiteX10" fmla="*/ 7039 w 25817"/>
                      <a:gd name="connsiteY10" fmla="*/ 5218 h 38839"/>
                      <a:gd name="connsiteX11" fmla="*/ 5375 w 25817"/>
                      <a:gd name="connsiteY11" fmla="*/ 7804 h 38839"/>
                      <a:gd name="connsiteX12" fmla="*/ 4790 w 25817"/>
                      <a:gd name="connsiteY12" fmla="*/ 11065 h 38839"/>
                      <a:gd name="connsiteX13" fmla="*/ 1327 w 25817"/>
                      <a:gd name="connsiteY13" fmla="*/ 11065 h 38839"/>
                      <a:gd name="connsiteX14" fmla="*/ 2226 w 25817"/>
                      <a:gd name="connsiteY14" fmla="*/ 6387 h 38839"/>
                      <a:gd name="connsiteX15" fmla="*/ 5015 w 25817"/>
                      <a:gd name="connsiteY15" fmla="*/ 2519 h 38839"/>
                      <a:gd name="connsiteX16" fmla="*/ 9041 w 25817"/>
                      <a:gd name="connsiteY16" fmla="*/ 450 h 38839"/>
                      <a:gd name="connsiteX17" fmla="*/ 13651 w 25817"/>
                      <a:gd name="connsiteY17" fmla="*/ 0 h 38839"/>
                      <a:gd name="connsiteX18" fmla="*/ 17879 w 25817"/>
                      <a:gd name="connsiteY18" fmla="*/ 562 h 38839"/>
                      <a:gd name="connsiteX19" fmla="*/ 21298 w 25817"/>
                      <a:gd name="connsiteY19" fmla="*/ 2294 h 38839"/>
                      <a:gd name="connsiteX20" fmla="*/ 23614 w 25817"/>
                      <a:gd name="connsiteY20" fmla="*/ 5240 h 38839"/>
                      <a:gd name="connsiteX21" fmla="*/ 24468 w 25817"/>
                      <a:gd name="connsiteY21" fmla="*/ 9401 h 38839"/>
                      <a:gd name="connsiteX22" fmla="*/ 23142 w 25817"/>
                      <a:gd name="connsiteY22" fmla="*/ 14528 h 38839"/>
                      <a:gd name="connsiteX23" fmla="*/ 19071 w 25817"/>
                      <a:gd name="connsiteY23" fmla="*/ 17879 h 38839"/>
                      <a:gd name="connsiteX24" fmla="*/ 22445 w 25817"/>
                      <a:gd name="connsiteY24" fmla="*/ 19588 h 38839"/>
                      <a:gd name="connsiteX25" fmla="*/ 24513 w 25817"/>
                      <a:gd name="connsiteY25" fmla="*/ 21905 h 38839"/>
                      <a:gd name="connsiteX26" fmla="*/ 25548 w 25817"/>
                      <a:gd name="connsiteY26" fmla="*/ 24581 h 38839"/>
                      <a:gd name="connsiteX27" fmla="*/ 25818 w 25817"/>
                      <a:gd name="connsiteY27" fmla="*/ 27280 h 38839"/>
                      <a:gd name="connsiteX28" fmla="*/ 25008 w 25817"/>
                      <a:gd name="connsiteY28" fmla="*/ 31710 h 38839"/>
                      <a:gd name="connsiteX29" fmla="*/ 22624 w 25817"/>
                      <a:gd name="connsiteY29" fmla="*/ 35331 h 38839"/>
                      <a:gd name="connsiteX30" fmla="*/ 18756 w 25817"/>
                      <a:gd name="connsiteY30" fmla="*/ 37850 h 38839"/>
                      <a:gd name="connsiteX31" fmla="*/ 13538 w 25817"/>
                      <a:gd name="connsiteY31" fmla="*/ 38840 h 38839"/>
                      <a:gd name="connsiteX32" fmla="*/ 7826 w 25817"/>
                      <a:gd name="connsiteY32" fmla="*/ 38255 h 38839"/>
                      <a:gd name="connsiteX33" fmla="*/ 3778 w 25817"/>
                      <a:gd name="connsiteY33" fmla="*/ 36276 h 38839"/>
                      <a:gd name="connsiteX34" fmla="*/ 1237 w 25817"/>
                      <a:gd name="connsiteY34" fmla="*/ 32655 h 38839"/>
                      <a:gd name="connsiteX35" fmla="*/ 0 w 25817"/>
                      <a:gd name="connsiteY35" fmla="*/ 27077 h 38839"/>
                      <a:gd name="connsiteX36" fmla="*/ 3463 w 25817"/>
                      <a:gd name="connsiteY36" fmla="*/ 27077 h 38839"/>
                      <a:gd name="connsiteX37" fmla="*/ 6072 w 25817"/>
                      <a:gd name="connsiteY37" fmla="*/ 33689 h 38839"/>
                      <a:gd name="connsiteX38" fmla="*/ 12909 w 25817"/>
                      <a:gd name="connsiteY38" fmla="*/ 35938 h 38839"/>
                      <a:gd name="connsiteX39" fmla="*/ 16732 w 25817"/>
                      <a:gd name="connsiteY39" fmla="*/ 35241 h 38839"/>
                      <a:gd name="connsiteX40" fmla="*/ 19791 w 25817"/>
                      <a:gd name="connsiteY40" fmla="*/ 33352 h 38839"/>
                      <a:gd name="connsiteX41" fmla="*/ 21725 w 25817"/>
                      <a:gd name="connsiteY41" fmla="*/ 30608 h 38839"/>
                      <a:gd name="connsiteX42" fmla="*/ 22355 w 25817"/>
                      <a:gd name="connsiteY42" fmla="*/ 27370 h 38839"/>
                      <a:gd name="connsiteX43" fmla="*/ 21275 w 25817"/>
                      <a:gd name="connsiteY43" fmla="*/ 23502 h 38839"/>
                      <a:gd name="connsiteX44" fmla="*/ 18666 w 25817"/>
                      <a:gd name="connsiteY44" fmla="*/ 21073 h 38839"/>
                      <a:gd name="connsiteX45" fmla="*/ 14798 w 25817"/>
                      <a:gd name="connsiteY45" fmla="*/ 19881 h 38839"/>
                      <a:gd name="connsiteX46" fmla="*/ 10098 w 25817"/>
                      <a:gd name="connsiteY46" fmla="*/ 19746 h 38839"/>
                      <a:gd name="connsiteX47" fmla="*/ 10098 w 25817"/>
                      <a:gd name="connsiteY47" fmla="*/ 16935 h 3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5817" h="38839">
                        <a:moveTo>
                          <a:pt x="10120" y="16912"/>
                        </a:moveTo>
                        <a:cubicBezTo>
                          <a:pt x="11739" y="16912"/>
                          <a:pt x="13224" y="16822"/>
                          <a:pt x="14551" y="16620"/>
                        </a:cubicBezTo>
                        <a:cubicBezTo>
                          <a:pt x="15878" y="16417"/>
                          <a:pt x="17024" y="16035"/>
                          <a:pt x="17969" y="15495"/>
                        </a:cubicBezTo>
                        <a:cubicBezTo>
                          <a:pt x="18914" y="14956"/>
                          <a:pt x="19678" y="14191"/>
                          <a:pt x="20218" y="13246"/>
                        </a:cubicBezTo>
                        <a:cubicBezTo>
                          <a:pt x="20758" y="12302"/>
                          <a:pt x="21028" y="11110"/>
                          <a:pt x="21028" y="9626"/>
                        </a:cubicBezTo>
                        <a:cubicBezTo>
                          <a:pt x="21028" y="8434"/>
                          <a:pt x="20803" y="7422"/>
                          <a:pt x="20375" y="6567"/>
                        </a:cubicBezTo>
                        <a:cubicBezTo>
                          <a:pt x="19948" y="5712"/>
                          <a:pt x="19363" y="5038"/>
                          <a:pt x="18621" y="4498"/>
                        </a:cubicBezTo>
                        <a:cubicBezTo>
                          <a:pt x="17879" y="3958"/>
                          <a:pt x="17024" y="3553"/>
                          <a:pt x="16035" y="3306"/>
                        </a:cubicBezTo>
                        <a:cubicBezTo>
                          <a:pt x="15045" y="3059"/>
                          <a:pt x="14011" y="2924"/>
                          <a:pt x="12932" y="2924"/>
                        </a:cubicBezTo>
                        <a:cubicBezTo>
                          <a:pt x="11717" y="2924"/>
                          <a:pt x="10593" y="3126"/>
                          <a:pt x="9603" y="3508"/>
                        </a:cubicBezTo>
                        <a:cubicBezTo>
                          <a:pt x="8613" y="3913"/>
                          <a:pt x="7759" y="4475"/>
                          <a:pt x="7039" y="5218"/>
                        </a:cubicBezTo>
                        <a:cubicBezTo>
                          <a:pt x="6319" y="5960"/>
                          <a:pt x="5757" y="6814"/>
                          <a:pt x="5375" y="7804"/>
                        </a:cubicBezTo>
                        <a:cubicBezTo>
                          <a:pt x="4970" y="8793"/>
                          <a:pt x="4790" y="9873"/>
                          <a:pt x="4790" y="11065"/>
                        </a:cubicBezTo>
                        <a:lnTo>
                          <a:pt x="1327" y="11065"/>
                        </a:lnTo>
                        <a:cubicBezTo>
                          <a:pt x="1327" y="9333"/>
                          <a:pt x="1619" y="7781"/>
                          <a:pt x="2226" y="6387"/>
                        </a:cubicBezTo>
                        <a:cubicBezTo>
                          <a:pt x="2811" y="4993"/>
                          <a:pt x="3756" y="3711"/>
                          <a:pt x="5015" y="2519"/>
                        </a:cubicBezTo>
                        <a:cubicBezTo>
                          <a:pt x="6207" y="1439"/>
                          <a:pt x="7534" y="742"/>
                          <a:pt x="9041" y="450"/>
                        </a:cubicBezTo>
                        <a:cubicBezTo>
                          <a:pt x="10525" y="135"/>
                          <a:pt x="12077" y="0"/>
                          <a:pt x="13651" y="0"/>
                        </a:cubicBezTo>
                        <a:cubicBezTo>
                          <a:pt x="15225" y="0"/>
                          <a:pt x="16575" y="180"/>
                          <a:pt x="17879" y="562"/>
                        </a:cubicBezTo>
                        <a:cubicBezTo>
                          <a:pt x="19183" y="945"/>
                          <a:pt x="20330" y="1507"/>
                          <a:pt x="21298" y="2294"/>
                        </a:cubicBezTo>
                        <a:cubicBezTo>
                          <a:pt x="22264" y="3059"/>
                          <a:pt x="23052" y="4048"/>
                          <a:pt x="23614" y="5240"/>
                        </a:cubicBezTo>
                        <a:cubicBezTo>
                          <a:pt x="24199" y="6432"/>
                          <a:pt x="24468" y="7804"/>
                          <a:pt x="24468" y="9401"/>
                        </a:cubicBezTo>
                        <a:cubicBezTo>
                          <a:pt x="24468" y="11380"/>
                          <a:pt x="24019" y="13089"/>
                          <a:pt x="23142" y="14528"/>
                        </a:cubicBezTo>
                        <a:cubicBezTo>
                          <a:pt x="22264" y="15968"/>
                          <a:pt x="20893" y="17092"/>
                          <a:pt x="19071" y="17879"/>
                        </a:cubicBezTo>
                        <a:cubicBezTo>
                          <a:pt x="20443" y="18307"/>
                          <a:pt x="21567" y="18869"/>
                          <a:pt x="22445" y="19588"/>
                        </a:cubicBezTo>
                        <a:cubicBezTo>
                          <a:pt x="23322" y="20286"/>
                          <a:pt x="24019" y="21073"/>
                          <a:pt x="24513" y="21905"/>
                        </a:cubicBezTo>
                        <a:cubicBezTo>
                          <a:pt x="25008" y="22737"/>
                          <a:pt x="25368" y="23637"/>
                          <a:pt x="25548" y="24581"/>
                        </a:cubicBezTo>
                        <a:cubicBezTo>
                          <a:pt x="25728" y="25526"/>
                          <a:pt x="25818" y="26425"/>
                          <a:pt x="25818" y="27280"/>
                        </a:cubicBezTo>
                        <a:cubicBezTo>
                          <a:pt x="25818" y="28854"/>
                          <a:pt x="25548" y="30338"/>
                          <a:pt x="25008" y="31710"/>
                        </a:cubicBezTo>
                        <a:cubicBezTo>
                          <a:pt x="24468" y="33082"/>
                          <a:pt x="23681" y="34274"/>
                          <a:pt x="22624" y="35331"/>
                        </a:cubicBezTo>
                        <a:cubicBezTo>
                          <a:pt x="21567" y="36388"/>
                          <a:pt x="20285" y="37220"/>
                          <a:pt x="18756" y="37850"/>
                        </a:cubicBezTo>
                        <a:cubicBezTo>
                          <a:pt x="17227" y="38480"/>
                          <a:pt x="15495" y="38817"/>
                          <a:pt x="13538" y="38840"/>
                        </a:cubicBezTo>
                        <a:cubicBezTo>
                          <a:pt x="11335" y="38840"/>
                          <a:pt x="9446" y="38637"/>
                          <a:pt x="7826" y="38255"/>
                        </a:cubicBezTo>
                        <a:cubicBezTo>
                          <a:pt x="6207" y="37850"/>
                          <a:pt x="4858" y="37198"/>
                          <a:pt x="3778" y="36276"/>
                        </a:cubicBezTo>
                        <a:cubicBezTo>
                          <a:pt x="2699" y="35354"/>
                          <a:pt x="1844" y="34162"/>
                          <a:pt x="1237" y="32655"/>
                        </a:cubicBezTo>
                        <a:cubicBezTo>
                          <a:pt x="629" y="31171"/>
                          <a:pt x="202" y="29304"/>
                          <a:pt x="0" y="27077"/>
                        </a:cubicBezTo>
                        <a:lnTo>
                          <a:pt x="3463" y="27077"/>
                        </a:lnTo>
                        <a:cubicBezTo>
                          <a:pt x="3463" y="30001"/>
                          <a:pt x="4340" y="32205"/>
                          <a:pt x="6072" y="33689"/>
                        </a:cubicBezTo>
                        <a:cubicBezTo>
                          <a:pt x="7826" y="35174"/>
                          <a:pt x="10098" y="35938"/>
                          <a:pt x="12909" y="35938"/>
                        </a:cubicBezTo>
                        <a:cubicBezTo>
                          <a:pt x="14281" y="35938"/>
                          <a:pt x="15563" y="35713"/>
                          <a:pt x="16732" y="35241"/>
                        </a:cubicBezTo>
                        <a:cubicBezTo>
                          <a:pt x="17924" y="34769"/>
                          <a:pt x="18936" y="34139"/>
                          <a:pt x="19791" y="33352"/>
                        </a:cubicBezTo>
                        <a:cubicBezTo>
                          <a:pt x="20645" y="32565"/>
                          <a:pt x="21275" y="31643"/>
                          <a:pt x="21725" y="30608"/>
                        </a:cubicBezTo>
                        <a:cubicBezTo>
                          <a:pt x="22175" y="29574"/>
                          <a:pt x="22377" y="28494"/>
                          <a:pt x="22355" y="27370"/>
                        </a:cubicBezTo>
                        <a:cubicBezTo>
                          <a:pt x="22287" y="25818"/>
                          <a:pt x="21927" y="24536"/>
                          <a:pt x="21275" y="23502"/>
                        </a:cubicBezTo>
                        <a:cubicBezTo>
                          <a:pt x="20623" y="22467"/>
                          <a:pt x="19746" y="21657"/>
                          <a:pt x="18666" y="21073"/>
                        </a:cubicBezTo>
                        <a:cubicBezTo>
                          <a:pt x="17564" y="20488"/>
                          <a:pt x="16282" y="20083"/>
                          <a:pt x="14798" y="19881"/>
                        </a:cubicBezTo>
                        <a:cubicBezTo>
                          <a:pt x="13314" y="19678"/>
                          <a:pt x="11762" y="19633"/>
                          <a:pt x="10098" y="19746"/>
                        </a:cubicBezTo>
                        <a:lnTo>
                          <a:pt x="10098" y="16935"/>
                        </a:lnTo>
                        <a:close/>
                      </a:path>
                    </a:pathLst>
                  </a:custGeom>
                  <a:solidFill>
                    <a:srgbClr val="231F20"/>
                  </a:solidFill>
                  <a:ln w="2249" cap="flat">
                    <a:noFill/>
                    <a:prstDash val="solid"/>
                    <a:miter/>
                  </a:ln>
                </p:spPr>
                <p:txBody>
                  <a:bodyPr rtlCol="0" anchor="ctr"/>
                  <a:lstStyle/>
                  <a:p>
                    <a:endParaRPr lang="en-US"/>
                  </a:p>
                </p:txBody>
              </p:sp>
            </p:grpSp>
            <p:grpSp>
              <p:nvGrpSpPr>
                <p:cNvPr id="45" name="Graphic 4479">
                  <a:extLst>
                    <a:ext uri="{FF2B5EF4-FFF2-40B4-BE49-F238E27FC236}">
                      <a16:creationId xmlns:a16="http://schemas.microsoft.com/office/drawing/2014/main" id="{ECD70153-22F3-3343-BFC6-5BE269716885}"/>
                    </a:ext>
                  </a:extLst>
                </p:cNvPr>
                <p:cNvGrpSpPr/>
                <p:nvPr/>
              </p:nvGrpSpPr>
              <p:grpSpPr>
                <a:xfrm>
                  <a:off x="6267752" y="4821433"/>
                  <a:ext cx="188089" cy="511398"/>
                  <a:chOff x="4623945" y="2617936"/>
                  <a:chExt cx="50241" cy="136601"/>
                </a:xfrm>
                <a:solidFill>
                  <a:srgbClr val="231F20"/>
                </a:solidFill>
              </p:grpSpPr>
              <p:sp>
                <p:nvSpPr>
                  <p:cNvPr id="3483" name="Freeform 3482">
                    <a:extLst>
                      <a:ext uri="{FF2B5EF4-FFF2-40B4-BE49-F238E27FC236}">
                        <a16:creationId xmlns:a16="http://schemas.microsoft.com/office/drawing/2014/main" id="{3977E3A8-E619-E8A4-C07E-BAF421339940}"/>
                      </a:ext>
                    </a:extLst>
                  </p:cNvPr>
                  <p:cNvSpPr/>
                  <p:nvPr/>
                </p:nvSpPr>
                <p:spPr>
                  <a:xfrm>
                    <a:off x="4625002" y="2725841"/>
                    <a:ext cx="38862" cy="28696"/>
                  </a:xfrm>
                  <a:custGeom>
                    <a:avLst/>
                    <a:gdLst>
                      <a:gd name="connsiteX0" fmla="*/ 21208 w 38862"/>
                      <a:gd name="connsiteY0" fmla="*/ 25031 h 28696"/>
                      <a:gd name="connsiteX1" fmla="*/ 38862 w 38862"/>
                      <a:gd name="connsiteY1" fmla="*/ 25031 h 28696"/>
                      <a:gd name="connsiteX2" fmla="*/ 38817 w 38862"/>
                      <a:gd name="connsiteY2" fmla="*/ 28697 h 28696"/>
                      <a:gd name="connsiteX3" fmla="*/ 0 w 38862"/>
                      <a:gd name="connsiteY3" fmla="*/ 28697 h 28696"/>
                      <a:gd name="connsiteX4" fmla="*/ 0 w 38862"/>
                      <a:gd name="connsiteY4" fmla="*/ 13471 h 28696"/>
                      <a:gd name="connsiteX5" fmla="*/ 2407 w 38862"/>
                      <a:gd name="connsiteY5" fmla="*/ 3643 h 28696"/>
                      <a:gd name="connsiteX6" fmla="*/ 10210 w 38862"/>
                      <a:gd name="connsiteY6" fmla="*/ 247 h 28696"/>
                      <a:gd name="connsiteX7" fmla="*/ 16035 w 38862"/>
                      <a:gd name="connsiteY7" fmla="*/ 1732 h 28696"/>
                      <a:gd name="connsiteX8" fmla="*/ 19701 w 38862"/>
                      <a:gd name="connsiteY8" fmla="*/ 6567 h 28696"/>
                      <a:gd name="connsiteX9" fmla="*/ 21433 w 38862"/>
                      <a:gd name="connsiteY9" fmla="*/ 3868 h 28696"/>
                      <a:gd name="connsiteX10" fmla="*/ 24019 w 38862"/>
                      <a:gd name="connsiteY10" fmla="*/ 2406 h 28696"/>
                      <a:gd name="connsiteX11" fmla="*/ 27100 w 38862"/>
                      <a:gd name="connsiteY11" fmla="*/ 1777 h 28696"/>
                      <a:gd name="connsiteX12" fmla="*/ 30226 w 38862"/>
                      <a:gd name="connsiteY12" fmla="*/ 1597 h 28696"/>
                      <a:gd name="connsiteX13" fmla="*/ 33892 w 38862"/>
                      <a:gd name="connsiteY13" fmla="*/ 1417 h 28696"/>
                      <a:gd name="connsiteX14" fmla="*/ 36276 w 38862"/>
                      <a:gd name="connsiteY14" fmla="*/ 1102 h 28696"/>
                      <a:gd name="connsiteX15" fmla="*/ 37715 w 38862"/>
                      <a:gd name="connsiteY15" fmla="*/ 652 h 28696"/>
                      <a:gd name="connsiteX16" fmla="*/ 38502 w 38862"/>
                      <a:gd name="connsiteY16" fmla="*/ 0 h 28696"/>
                      <a:gd name="connsiteX17" fmla="*/ 38817 w 38862"/>
                      <a:gd name="connsiteY17" fmla="*/ 0 h 28696"/>
                      <a:gd name="connsiteX18" fmla="*/ 38862 w 38862"/>
                      <a:gd name="connsiteY18" fmla="*/ 4048 h 28696"/>
                      <a:gd name="connsiteX19" fmla="*/ 36163 w 38862"/>
                      <a:gd name="connsiteY19" fmla="*/ 4880 h 28696"/>
                      <a:gd name="connsiteX20" fmla="*/ 32543 w 38862"/>
                      <a:gd name="connsiteY20" fmla="*/ 5263 h 28696"/>
                      <a:gd name="connsiteX21" fmla="*/ 28877 w 38862"/>
                      <a:gd name="connsiteY21" fmla="*/ 5487 h 28696"/>
                      <a:gd name="connsiteX22" fmla="*/ 25953 w 38862"/>
                      <a:gd name="connsiteY22" fmla="*/ 5780 h 28696"/>
                      <a:gd name="connsiteX23" fmla="*/ 23434 w 38862"/>
                      <a:gd name="connsiteY23" fmla="*/ 6837 h 28696"/>
                      <a:gd name="connsiteX24" fmla="*/ 21995 w 38862"/>
                      <a:gd name="connsiteY24" fmla="*/ 8591 h 28696"/>
                      <a:gd name="connsiteX25" fmla="*/ 21343 w 38862"/>
                      <a:gd name="connsiteY25" fmla="*/ 10885 h 28696"/>
                      <a:gd name="connsiteX26" fmla="*/ 21185 w 38862"/>
                      <a:gd name="connsiteY26" fmla="*/ 13494 h 28696"/>
                      <a:gd name="connsiteX27" fmla="*/ 21185 w 38862"/>
                      <a:gd name="connsiteY27" fmla="*/ 25053 h 28696"/>
                      <a:gd name="connsiteX28" fmla="*/ 18059 w 38862"/>
                      <a:gd name="connsiteY28" fmla="*/ 13584 h 28696"/>
                      <a:gd name="connsiteX29" fmla="*/ 17632 w 38862"/>
                      <a:gd name="connsiteY29" fmla="*/ 9783 h 28696"/>
                      <a:gd name="connsiteX30" fmla="*/ 16260 w 38862"/>
                      <a:gd name="connsiteY30" fmla="*/ 6724 h 28696"/>
                      <a:gd name="connsiteX31" fmla="*/ 13854 w 38862"/>
                      <a:gd name="connsiteY31" fmla="*/ 4678 h 28696"/>
                      <a:gd name="connsiteX32" fmla="*/ 10345 w 38862"/>
                      <a:gd name="connsiteY32" fmla="*/ 3913 h 28696"/>
                      <a:gd name="connsiteX33" fmla="*/ 6792 w 38862"/>
                      <a:gd name="connsiteY33" fmla="*/ 4700 h 28696"/>
                      <a:gd name="connsiteX34" fmla="*/ 4588 w 38862"/>
                      <a:gd name="connsiteY34" fmla="*/ 6814 h 28696"/>
                      <a:gd name="connsiteX35" fmla="*/ 3463 w 38862"/>
                      <a:gd name="connsiteY35" fmla="*/ 9828 h 28696"/>
                      <a:gd name="connsiteX36" fmla="*/ 3149 w 38862"/>
                      <a:gd name="connsiteY36" fmla="*/ 13359 h 28696"/>
                      <a:gd name="connsiteX37" fmla="*/ 3149 w 38862"/>
                      <a:gd name="connsiteY37" fmla="*/ 25008 h 28696"/>
                      <a:gd name="connsiteX38" fmla="*/ 18104 w 38862"/>
                      <a:gd name="connsiteY38" fmla="*/ 25008 h 28696"/>
                      <a:gd name="connsiteX39" fmla="*/ 18104 w 38862"/>
                      <a:gd name="connsiteY39" fmla="*/ 13561 h 2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862" h="28696">
                        <a:moveTo>
                          <a:pt x="21208" y="25031"/>
                        </a:moveTo>
                        <a:lnTo>
                          <a:pt x="38862" y="25031"/>
                        </a:lnTo>
                        <a:lnTo>
                          <a:pt x="38817" y="28697"/>
                        </a:lnTo>
                        <a:lnTo>
                          <a:pt x="0" y="28697"/>
                        </a:lnTo>
                        <a:lnTo>
                          <a:pt x="0" y="13471"/>
                        </a:lnTo>
                        <a:cubicBezTo>
                          <a:pt x="0" y="9198"/>
                          <a:pt x="810" y="5915"/>
                          <a:pt x="2407" y="3643"/>
                        </a:cubicBezTo>
                        <a:cubicBezTo>
                          <a:pt x="4003" y="1372"/>
                          <a:pt x="6612" y="247"/>
                          <a:pt x="10210" y="247"/>
                        </a:cubicBezTo>
                        <a:cubicBezTo>
                          <a:pt x="12662" y="247"/>
                          <a:pt x="14596" y="742"/>
                          <a:pt x="16035" y="1732"/>
                        </a:cubicBezTo>
                        <a:cubicBezTo>
                          <a:pt x="17474" y="2721"/>
                          <a:pt x="18689" y="4340"/>
                          <a:pt x="19701" y="6567"/>
                        </a:cubicBezTo>
                        <a:cubicBezTo>
                          <a:pt x="20106" y="5420"/>
                          <a:pt x="20668" y="4520"/>
                          <a:pt x="21433" y="3868"/>
                        </a:cubicBezTo>
                        <a:cubicBezTo>
                          <a:pt x="22197" y="3216"/>
                          <a:pt x="23052" y="2744"/>
                          <a:pt x="24019" y="2406"/>
                        </a:cubicBezTo>
                        <a:cubicBezTo>
                          <a:pt x="24986" y="2069"/>
                          <a:pt x="26021" y="1867"/>
                          <a:pt x="27100" y="1777"/>
                        </a:cubicBezTo>
                        <a:cubicBezTo>
                          <a:pt x="28180" y="1687"/>
                          <a:pt x="29214" y="1619"/>
                          <a:pt x="30226" y="1597"/>
                        </a:cubicBezTo>
                        <a:cubicBezTo>
                          <a:pt x="31711" y="1552"/>
                          <a:pt x="32925" y="1507"/>
                          <a:pt x="33892" y="1417"/>
                        </a:cubicBezTo>
                        <a:cubicBezTo>
                          <a:pt x="34859" y="1327"/>
                          <a:pt x="35646" y="1214"/>
                          <a:pt x="36276" y="1102"/>
                        </a:cubicBezTo>
                        <a:cubicBezTo>
                          <a:pt x="36905" y="990"/>
                          <a:pt x="37355" y="832"/>
                          <a:pt x="37715" y="652"/>
                        </a:cubicBezTo>
                        <a:cubicBezTo>
                          <a:pt x="38052" y="472"/>
                          <a:pt x="38322" y="247"/>
                          <a:pt x="38502" y="0"/>
                        </a:cubicBezTo>
                        <a:lnTo>
                          <a:pt x="38817" y="0"/>
                        </a:lnTo>
                        <a:lnTo>
                          <a:pt x="38862" y="4048"/>
                        </a:lnTo>
                        <a:cubicBezTo>
                          <a:pt x="38210" y="4453"/>
                          <a:pt x="37310" y="4723"/>
                          <a:pt x="36163" y="4880"/>
                        </a:cubicBezTo>
                        <a:cubicBezTo>
                          <a:pt x="35016" y="5038"/>
                          <a:pt x="33802" y="5173"/>
                          <a:pt x="32543" y="5263"/>
                        </a:cubicBezTo>
                        <a:cubicBezTo>
                          <a:pt x="31283" y="5353"/>
                          <a:pt x="30069" y="5420"/>
                          <a:pt x="28877" y="5487"/>
                        </a:cubicBezTo>
                        <a:cubicBezTo>
                          <a:pt x="27685" y="5555"/>
                          <a:pt x="26718" y="5645"/>
                          <a:pt x="25953" y="5780"/>
                        </a:cubicBezTo>
                        <a:cubicBezTo>
                          <a:pt x="24919" y="6005"/>
                          <a:pt x="24064" y="6342"/>
                          <a:pt x="23434" y="6837"/>
                        </a:cubicBezTo>
                        <a:cubicBezTo>
                          <a:pt x="22804" y="7332"/>
                          <a:pt x="22332" y="7916"/>
                          <a:pt x="21995" y="8591"/>
                        </a:cubicBezTo>
                        <a:cubicBezTo>
                          <a:pt x="21680" y="9266"/>
                          <a:pt x="21455" y="10030"/>
                          <a:pt x="21343" y="10885"/>
                        </a:cubicBezTo>
                        <a:cubicBezTo>
                          <a:pt x="21230" y="11740"/>
                          <a:pt x="21185" y="12594"/>
                          <a:pt x="21185" y="13494"/>
                        </a:cubicBezTo>
                        <a:lnTo>
                          <a:pt x="21185" y="25053"/>
                        </a:lnTo>
                        <a:close/>
                        <a:moveTo>
                          <a:pt x="18059" y="13584"/>
                        </a:moveTo>
                        <a:cubicBezTo>
                          <a:pt x="18059" y="12212"/>
                          <a:pt x="17924" y="10952"/>
                          <a:pt x="17632" y="9783"/>
                        </a:cubicBezTo>
                        <a:cubicBezTo>
                          <a:pt x="17340" y="8613"/>
                          <a:pt x="16890" y="7601"/>
                          <a:pt x="16260" y="6724"/>
                        </a:cubicBezTo>
                        <a:cubicBezTo>
                          <a:pt x="15630" y="5870"/>
                          <a:pt x="14821" y="5173"/>
                          <a:pt x="13854" y="4678"/>
                        </a:cubicBezTo>
                        <a:cubicBezTo>
                          <a:pt x="12887" y="4183"/>
                          <a:pt x="11717" y="3913"/>
                          <a:pt x="10345" y="3913"/>
                        </a:cubicBezTo>
                        <a:cubicBezTo>
                          <a:pt x="8906" y="3913"/>
                          <a:pt x="7714" y="4183"/>
                          <a:pt x="6792" y="4700"/>
                        </a:cubicBezTo>
                        <a:cubicBezTo>
                          <a:pt x="5870" y="5218"/>
                          <a:pt x="5128" y="5915"/>
                          <a:pt x="4588" y="6814"/>
                        </a:cubicBezTo>
                        <a:cubicBezTo>
                          <a:pt x="4048" y="7691"/>
                          <a:pt x="3666" y="8703"/>
                          <a:pt x="3463" y="9828"/>
                        </a:cubicBezTo>
                        <a:cubicBezTo>
                          <a:pt x="3239" y="10952"/>
                          <a:pt x="3149" y="12144"/>
                          <a:pt x="3149" y="13359"/>
                        </a:cubicBezTo>
                        <a:lnTo>
                          <a:pt x="3149" y="25008"/>
                        </a:lnTo>
                        <a:lnTo>
                          <a:pt x="18104" y="25008"/>
                        </a:lnTo>
                        <a:lnTo>
                          <a:pt x="18104" y="13561"/>
                        </a:lnTo>
                        <a:close/>
                      </a:path>
                    </a:pathLst>
                  </a:custGeom>
                  <a:solidFill>
                    <a:srgbClr val="231F20"/>
                  </a:solidFill>
                  <a:ln w="2249" cap="flat">
                    <a:noFill/>
                    <a:prstDash val="solid"/>
                    <a:miter/>
                  </a:ln>
                </p:spPr>
                <p:txBody>
                  <a:bodyPr rtlCol="0" anchor="ctr"/>
                  <a:lstStyle/>
                  <a:p>
                    <a:endParaRPr lang="en-US"/>
                  </a:p>
                </p:txBody>
              </p:sp>
              <p:sp>
                <p:nvSpPr>
                  <p:cNvPr id="3484" name="Freeform 3483">
                    <a:extLst>
                      <a:ext uri="{FF2B5EF4-FFF2-40B4-BE49-F238E27FC236}">
                        <a16:creationId xmlns:a16="http://schemas.microsoft.com/office/drawing/2014/main" id="{ED7FFB42-0466-A9A0-A3BB-79A5836989D4}"/>
                      </a:ext>
                    </a:extLst>
                  </p:cNvPr>
                  <p:cNvSpPr/>
                  <p:nvPr/>
                </p:nvSpPr>
                <p:spPr>
                  <a:xfrm>
                    <a:off x="4625002" y="2693703"/>
                    <a:ext cx="38862" cy="28291"/>
                  </a:xfrm>
                  <a:custGeom>
                    <a:avLst/>
                    <a:gdLst>
                      <a:gd name="connsiteX0" fmla="*/ 0 w 38862"/>
                      <a:gd name="connsiteY0" fmla="*/ 28292 h 28291"/>
                      <a:gd name="connsiteX1" fmla="*/ 0 w 38862"/>
                      <a:gd name="connsiteY1" fmla="*/ 0 h 28291"/>
                      <a:gd name="connsiteX2" fmla="*/ 3126 w 38862"/>
                      <a:gd name="connsiteY2" fmla="*/ 0 h 28291"/>
                      <a:gd name="connsiteX3" fmla="*/ 3126 w 38862"/>
                      <a:gd name="connsiteY3" fmla="*/ 12302 h 28291"/>
                      <a:gd name="connsiteX4" fmla="*/ 38862 w 38862"/>
                      <a:gd name="connsiteY4" fmla="*/ 12302 h 28291"/>
                      <a:gd name="connsiteX5" fmla="*/ 38862 w 38862"/>
                      <a:gd name="connsiteY5" fmla="*/ 15968 h 28291"/>
                      <a:gd name="connsiteX6" fmla="*/ 3126 w 38862"/>
                      <a:gd name="connsiteY6" fmla="*/ 15968 h 28291"/>
                      <a:gd name="connsiteX7" fmla="*/ 3126 w 38862"/>
                      <a:gd name="connsiteY7" fmla="*/ 28269 h 28291"/>
                      <a:gd name="connsiteX8" fmla="*/ 0 w 38862"/>
                      <a:gd name="connsiteY8" fmla="*/ 28269 h 28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862" h="28291">
                        <a:moveTo>
                          <a:pt x="0" y="28292"/>
                        </a:moveTo>
                        <a:lnTo>
                          <a:pt x="0" y="0"/>
                        </a:lnTo>
                        <a:lnTo>
                          <a:pt x="3126" y="0"/>
                        </a:lnTo>
                        <a:lnTo>
                          <a:pt x="3126" y="12302"/>
                        </a:lnTo>
                        <a:lnTo>
                          <a:pt x="38862" y="12302"/>
                        </a:lnTo>
                        <a:lnTo>
                          <a:pt x="38862" y="15968"/>
                        </a:lnTo>
                        <a:lnTo>
                          <a:pt x="3126" y="15968"/>
                        </a:lnTo>
                        <a:lnTo>
                          <a:pt x="3126" y="28269"/>
                        </a:lnTo>
                        <a:lnTo>
                          <a:pt x="0" y="28269"/>
                        </a:lnTo>
                        <a:close/>
                      </a:path>
                    </a:pathLst>
                  </a:custGeom>
                  <a:solidFill>
                    <a:srgbClr val="231F20"/>
                  </a:solidFill>
                  <a:ln w="2249" cap="flat">
                    <a:noFill/>
                    <a:prstDash val="solid"/>
                    <a:miter/>
                  </a:ln>
                </p:spPr>
                <p:txBody>
                  <a:bodyPr rtlCol="0" anchor="ctr"/>
                  <a:lstStyle/>
                  <a:p>
                    <a:endParaRPr lang="en-US"/>
                  </a:p>
                </p:txBody>
              </p:sp>
              <p:sp>
                <p:nvSpPr>
                  <p:cNvPr id="3485" name="Freeform 3484">
                    <a:extLst>
                      <a:ext uri="{FF2B5EF4-FFF2-40B4-BE49-F238E27FC236}">
                        <a16:creationId xmlns:a16="http://schemas.microsoft.com/office/drawing/2014/main" id="{10868508-7858-D090-DD27-C8A3A7313C6B}"/>
                      </a:ext>
                    </a:extLst>
                  </p:cNvPr>
                  <p:cNvSpPr/>
                  <p:nvPr/>
                </p:nvSpPr>
                <p:spPr>
                  <a:xfrm>
                    <a:off x="4623945" y="2662937"/>
                    <a:ext cx="50219" cy="11919"/>
                  </a:xfrm>
                  <a:custGeom>
                    <a:avLst/>
                    <a:gdLst>
                      <a:gd name="connsiteX0" fmla="*/ 23 w 50219"/>
                      <a:gd name="connsiteY0" fmla="*/ 0 h 11919"/>
                      <a:gd name="connsiteX1" fmla="*/ 12032 w 50219"/>
                      <a:gd name="connsiteY1" fmla="*/ 6072 h 11919"/>
                      <a:gd name="connsiteX2" fmla="*/ 25278 w 50219"/>
                      <a:gd name="connsiteY2" fmla="*/ 8254 h 11919"/>
                      <a:gd name="connsiteX3" fmla="*/ 38345 w 50219"/>
                      <a:gd name="connsiteY3" fmla="*/ 5982 h 11919"/>
                      <a:gd name="connsiteX4" fmla="*/ 50219 w 50219"/>
                      <a:gd name="connsiteY4" fmla="*/ 0 h 11919"/>
                      <a:gd name="connsiteX5" fmla="*/ 50219 w 50219"/>
                      <a:gd name="connsiteY5" fmla="*/ 2744 h 11919"/>
                      <a:gd name="connsiteX6" fmla="*/ 44260 w 50219"/>
                      <a:gd name="connsiteY6" fmla="*/ 6679 h 11919"/>
                      <a:gd name="connsiteX7" fmla="*/ 38367 w 50219"/>
                      <a:gd name="connsiteY7" fmla="*/ 9581 h 11919"/>
                      <a:gd name="connsiteX8" fmla="*/ 32115 w 50219"/>
                      <a:gd name="connsiteY8" fmla="*/ 11335 h 11919"/>
                      <a:gd name="connsiteX9" fmla="*/ 25008 w 50219"/>
                      <a:gd name="connsiteY9" fmla="*/ 11919 h 11919"/>
                      <a:gd name="connsiteX10" fmla="*/ 18014 w 50219"/>
                      <a:gd name="connsiteY10" fmla="*/ 11312 h 11919"/>
                      <a:gd name="connsiteX11" fmla="*/ 11717 w 50219"/>
                      <a:gd name="connsiteY11" fmla="*/ 9536 h 11919"/>
                      <a:gd name="connsiteX12" fmla="*/ 5802 w 50219"/>
                      <a:gd name="connsiteY12" fmla="*/ 6657 h 11919"/>
                      <a:gd name="connsiteX13" fmla="*/ 0 w 50219"/>
                      <a:gd name="connsiteY13" fmla="*/ 2744 h 11919"/>
                      <a:gd name="connsiteX14" fmla="*/ 0 w 50219"/>
                      <a:gd name="connsiteY14" fmla="*/ 0 h 1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219" h="11919">
                        <a:moveTo>
                          <a:pt x="23" y="0"/>
                        </a:moveTo>
                        <a:cubicBezTo>
                          <a:pt x="3756" y="2586"/>
                          <a:pt x="7759" y="4610"/>
                          <a:pt x="12032" y="6072"/>
                        </a:cubicBezTo>
                        <a:cubicBezTo>
                          <a:pt x="16305" y="7534"/>
                          <a:pt x="20713" y="8254"/>
                          <a:pt x="25278" y="8254"/>
                        </a:cubicBezTo>
                        <a:cubicBezTo>
                          <a:pt x="29844" y="8254"/>
                          <a:pt x="34139" y="7489"/>
                          <a:pt x="38345" y="5982"/>
                        </a:cubicBezTo>
                        <a:cubicBezTo>
                          <a:pt x="42550" y="4475"/>
                          <a:pt x="46509" y="2474"/>
                          <a:pt x="50219" y="0"/>
                        </a:cubicBezTo>
                        <a:lnTo>
                          <a:pt x="50219" y="2744"/>
                        </a:lnTo>
                        <a:cubicBezTo>
                          <a:pt x="48173" y="4228"/>
                          <a:pt x="46171" y="5532"/>
                          <a:pt x="44260" y="6679"/>
                        </a:cubicBezTo>
                        <a:cubicBezTo>
                          <a:pt x="42326" y="7826"/>
                          <a:pt x="40369" y="8793"/>
                          <a:pt x="38367" y="9581"/>
                        </a:cubicBezTo>
                        <a:cubicBezTo>
                          <a:pt x="36366" y="10368"/>
                          <a:pt x="34274" y="10952"/>
                          <a:pt x="32115" y="11335"/>
                        </a:cubicBezTo>
                        <a:cubicBezTo>
                          <a:pt x="29956" y="11717"/>
                          <a:pt x="27572" y="11919"/>
                          <a:pt x="25008" y="11919"/>
                        </a:cubicBezTo>
                        <a:cubicBezTo>
                          <a:pt x="22445" y="11919"/>
                          <a:pt x="20196" y="11717"/>
                          <a:pt x="18014" y="11312"/>
                        </a:cubicBezTo>
                        <a:cubicBezTo>
                          <a:pt x="15833" y="10907"/>
                          <a:pt x="13741" y="10300"/>
                          <a:pt x="11717" y="9536"/>
                        </a:cubicBezTo>
                        <a:cubicBezTo>
                          <a:pt x="9693" y="8771"/>
                          <a:pt x="7737" y="7804"/>
                          <a:pt x="5802" y="6657"/>
                        </a:cubicBezTo>
                        <a:cubicBezTo>
                          <a:pt x="3868" y="5510"/>
                          <a:pt x="1934" y="4228"/>
                          <a:pt x="0" y="2744"/>
                        </a:cubicBezTo>
                        <a:lnTo>
                          <a:pt x="0" y="0"/>
                        </a:lnTo>
                        <a:close/>
                      </a:path>
                    </a:pathLst>
                  </a:custGeom>
                  <a:solidFill>
                    <a:srgbClr val="231F20"/>
                  </a:solidFill>
                  <a:ln w="2249" cap="flat">
                    <a:noFill/>
                    <a:prstDash val="solid"/>
                    <a:miter/>
                  </a:ln>
                </p:spPr>
                <p:txBody>
                  <a:bodyPr rtlCol="0" anchor="ctr"/>
                  <a:lstStyle/>
                  <a:p>
                    <a:endParaRPr lang="en-US"/>
                  </a:p>
                </p:txBody>
              </p:sp>
              <p:sp>
                <p:nvSpPr>
                  <p:cNvPr id="3486" name="Freeform 3485">
                    <a:extLst>
                      <a:ext uri="{FF2B5EF4-FFF2-40B4-BE49-F238E27FC236}">
                        <a16:creationId xmlns:a16="http://schemas.microsoft.com/office/drawing/2014/main" id="{8DEB2957-0A5D-7628-63E5-EBF7857A77AB}"/>
                      </a:ext>
                    </a:extLst>
                  </p:cNvPr>
                  <p:cNvSpPr/>
                  <p:nvPr/>
                </p:nvSpPr>
                <p:spPr>
                  <a:xfrm>
                    <a:off x="4635122" y="2635365"/>
                    <a:ext cx="29439" cy="22039"/>
                  </a:xfrm>
                  <a:custGeom>
                    <a:avLst/>
                    <a:gdLst>
                      <a:gd name="connsiteX0" fmla="*/ 19993 w 29439"/>
                      <a:gd name="connsiteY0" fmla="*/ 18734 h 22039"/>
                      <a:gd name="connsiteX1" fmla="*/ 25098 w 29439"/>
                      <a:gd name="connsiteY1" fmla="*/ 16013 h 22039"/>
                      <a:gd name="connsiteX2" fmla="*/ 26583 w 29439"/>
                      <a:gd name="connsiteY2" fmla="*/ 10368 h 22039"/>
                      <a:gd name="connsiteX3" fmla="*/ 26155 w 29439"/>
                      <a:gd name="connsiteY3" fmla="*/ 7287 h 22039"/>
                      <a:gd name="connsiteX4" fmla="*/ 24986 w 29439"/>
                      <a:gd name="connsiteY4" fmla="*/ 5150 h 22039"/>
                      <a:gd name="connsiteX5" fmla="*/ 23344 w 29439"/>
                      <a:gd name="connsiteY5" fmla="*/ 3891 h 22039"/>
                      <a:gd name="connsiteX6" fmla="*/ 21410 w 29439"/>
                      <a:gd name="connsiteY6" fmla="*/ 3463 h 22039"/>
                      <a:gd name="connsiteX7" fmla="*/ 18352 w 29439"/>
                      <a:gd name="connsiteY7" fmla="*/ 4790 h 22039"/>
                      <a:gd name="connsiteX8" fmla="*/ 16777 w 29439"/>
                      <a:gd name="connsiteY8" fmla="*/ 8119 h 22039"/>
                      <a:gd name="connsiteX9" fmla="*/ 15810 w 29439"/>
                      <a:gd name="connsiteY9" fmla="*/ 12437 h 22039"/>
                      <a:gd name="connsiteX10" fmla="*/ 14596 w 29439"/>
                      <a:gd name="connsiteY10" fmla="*/ 16755 h 22039"/>
                      <a:gd name="connsiteX11" fmla="*/ 12279 w 29439"/>
                      <a:gd name="connsiteY11" fmla="*/ 20083 h 22039"/>
                      <a:gd name="connsiteX12" fmla="*/ 8006 w 29439"/>
                      <a:gd name="connsiteY12" fmla="*/ 21410 h 22039"/>
                      <a:gd name="connsiteX13" fmla="*/ 2249 w 29439"/>
                      <a:gd name="connsiteY13" fmla="*/ 18846 h 22039"/>
                      <a:gd name="connsiteX14" fmla="*/ 0 w 29439"/>
                      <a:gd name="connsiteY14" fmla="*/ 11582 h 22039"/>
                      <a:gd name="connsiteX15" fmla="*/ 2024 w 29439"/>
                      <a:gd name="connsiteY15" fmla="*/ 4206 h 22039"/>
                      <a:gd name="connsiteX16" fmla="*/ 8794 w 29439"/>
                      <a:gd name="connsiteY16" fmla="*/ 787 h 22039"/>
                      <a:gd name="connsiteX17" fmla="*/ 8794 w 29439"/>
                      <a:gd name="connsiteY17" fmla="*/ 4071 h 22039"/>
                      <a:gd name="connsiteX18" fmla="*/ 4228 w 29439"/>
                      <a:gd name="connsiteY18" fmla="*/ 6522 h 22039"/>
                      <a:gd name="connsiteX19" fmla="*/ 2901 w 29439"/>
                      <a:gd name="connsiteY19" fmla="*/ 11627 h 22039"/>
                      <a:gd name="connsiteX20" fmla="*/ 4228 w 29439"/>
                      <a:gd name="connsiteY20" fmla="*/ 16327 h 22039"/>
                      <a:gd name="connsiteX21" fmla="*/ 7714 w 29439"/>
                      <a:gd name="connsiteY21" fmla="*/ 17947 h 22039"/>
                      <a:gd name="connsiteX22" fmla="*/ 10593 w 29439"/>
                      <a:gd name="connsiteY22" fmla="*/ 16620 h 22039"/>
                      <a:gd name="connsiteX23" fmla="*/ 12212 w 29439"/>
                      <a:gd name="connsiteY23" fmla="*/ 13291 h 22039"/>
                      <a:gd name="connsiteX24" fmla="*/ 13314 w 29439"/>
                      <a:gd name="connsiteY24" fmla="*/ 8973 h 22039"/>
                      <a:gd name="connsiteX25" fmla="*/ 14686 w 29439"/>
                      <a:gd name="connsiteY25" fmla="*/ 4655 h 22039"/>
                      <a:gd name="connsiteX26" fmla="*/ 17092 w 29439"/>
                      <a:gd name="connsiteY26" fmla="*/ 1327 h 22039"/>
                      <a:gd name="connsiteX27" fmla="*/ 21298 w 29439"/>
                      <a:gd name="connsiteY27" fmla="*/ 0 h 22039"/>
                      <a:gd name="connsiteX28" fmla="*/ 24829 w 29439"/>
                      <a:gd name="connsiteY28" fmla="*/ 855 h 22039"/>
                      <a:gd name="connsiteX29" fmla="*/ 27392 w 29439"/>
                      <a:gd name="connsiteY29" fmla="*/ 3239 h 22039"/>
                      <a:gd name="connsiteX30" fmla="*/ 28922 w 29439"/>
                      <a:gd name="connsiteY30" fmla="*/ 6837 h 22039"/>
                      <a:gd name="connsiteX31" fmla="*/ 29439 w 29439"/>
                      <a:gd name="connsiteY31" fmla="*/ 11402 h 22039"/>
                      <a:gd name="connsiteX32" fmla="*/ 28719 w 29439"/>
                      <a:gd name="connsiteY32" fmla="*/ 15810 h 22039"/>
                      <a:gd name="connsiteX33" fmla="*/ 26695 w 29439"/>
                      <a:gd name="connsiteY33" fmla="*/ 19071 h 22039"/>
                      <a:gd name="connsiteX34" fmla="*/ 23682 w 29439"/>
                      <a:gd name="connsiteY34" fmla="*/ 21185 h 22039"/>
                      <a:gd name="connsiteX35" fmla="*/ 19948 w 29439"/>
                      <a:gd name="connsiteY35" fmla="*/ 22040 h 22039"/>
                      <a:gd name="connsiteX36" fmla="*/ 19948 w 29439"/>
                      <a:gd name="connsiteY36" fmla="*/ 18756 h 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439" h="22039">
                        <a:moveTo>
                          <a:pt x="19993" y="18734"/>
                        </a:moveTo>
                        <a:cubicBezTo>
                          <a:pt x="22400" y="18239"/>
                          <a:pt x="24109" y="17317"/>
                          <a:pt x="25098" y="16013"/>
                        </a:cubicBezTo>
                        <a:cubicBezTo>
                          <a:pt x="26088" y="14708"/>
                          <a:pt x="26583" y="12819"/>
                          <a:pt x="26583" y="10368"/>
                        </a:cubicBezTo>
                        <a:cubicBezTo>
                          <a:pt x="26583" y="9176"/>
                          <a:pt x="26448" y="8164"/>
                          <a:pt x="26155" y="7287"/>
                        </a:cubicBezTo>
                        <a:cubicBezTo>
                          <a:pt x="25863" y="6432"/>
                          <a:pt x="25481" y="5712"/>
                          <a:pt x="24986" y="5150"/>
                        </a:cubicBezTo>
                        <a:cubicBezTo>
                          <a:pt x="24491" y="4588"/>
                          <a:pt x="23951" y="4161"/>
                          <a:pt x="23344" y="3891"/>
                        </a:cubicBezTo>
                        <a:cubicBezTo>
                          <a:pt x="22737" y="3598"/>
                          <a:pt x="22085" y="3463"/>
                          <a:pt x="21410" y="3463"/>
                        </a:cubicBezTo>
                        <a:cubicBezTo>
                          <a:pt x="20038" y="3463"/>
                          <a:pt x="19026" y="3913"/>
                          <a:pt x="18352" y="4790"/>
                        </a:cubicBezTo>
                        <a:cubicBezTo>
                          <a:pt x="17677" y="5667"/>
                          <a:pt x="17160" y="6769"/>
                          <a:pt x="16777" y="8119"/>
                        </a:cubicBezTo>
                        <a:cubicBezTo>
                          <a:pt x="16395" y="9468"/>
                          <a:pt x="16080" y="10885"/>
                          <a:pt x="15810" y="12437"/>
                        </a:cubicBezTo>
                        <a:cubicBezTo>
                          <a:pt x="15540" y="13989"/>
                          <a:pt x="15136" y="15428"/>
                          <a:pt x="14596" y="16755"/>
                        </a:cubicBezTo>
                        <a:cubicBezTo>
                          <a:pt x="14056" y="18082"/>
                          <a:pt x="13291" y="19184"/>
                          <a:pt x="12279" y="20083"/>
                        </a:cubicBezTo>
                        <a:cubicBezTo>
                          <a:pt x="11267" y="20983"/>
                          <a:pt x="9850" y="21410"/>
                          <a:pt x="8006" y="21410"/>
                        </a:cubicBezTo>
                        <a:cubicBezTo>
                          <a:pt x="5667" y="21410"/>
                          <a:pt x="3756" y="20556"/>
                          <a:pt x="2249" y="18846"/>
                        </a:cubicBezTo>
                        <a:cubicBezTo>
                          <a:pt x="765" y="17137"/>
                          <a:pt x="0" y="14708"/>
                          <a:pt x="0" y="11582"/>
                        </a:cubicBezTo>
                        <a:cubicBezTo>
                          <a:pt x="0" y="8456"/>
                          <a:pt x="675" y="6095"/>
                          <a:pt x="2024" y="4206"/>
                        </a:cubicBezTo>
                        <a:cubicBezTo>
                          <a:pt x="3373" y="2316"/>
                          <a:pt x="5622" y="1170"/>
                          <a:pt x="8794" y="787"/>
                        </a:cubicBezTo>
                        <a:lnTo>
                          <a:pt x="8794" y="4071"/>
                        </a:lnTo>
                        <a:cubicBezTo>
                          <a:pt x="6635" y="4363"/>
                          <a:pt x="5105" y="5173"/>
                          <a:pt x="4228" y="6522"/>
                        </a:cubicBezTo>
                        <a:cubicBezTo>
                          <a:pt x="3351" y="7871"/>
                          <a:pt x="2901" y="9581"/>
                          <a:pt x="2901" y="11627"/>
                        </a:cubicBezTo>
                        <a:cubicBezTo>
                          <a:pt x="2901" y="13674"/>
                          <a:pt x="3351" y="15248"/>
                          <a:pt x="4228" y="16327"/>
                        </a:cubicBezTo>
                        <a:cubicBezTo>
                          <a:pt x="5105" y="17407"/>
                          <a:pt x="6275" y="17947"/>
                          <a:pt x="7714" y="17947"/>
                        </a:cubicBezTo>
                        <a:cubicBezTo>
                          <a:pt x="8973" y="17947"/>
                          <a:pt x="9940" y="17497"/>
                          <a:pt x="10593" y="16620"/>
                        </a:cubicBezTo>
                        <a:cubicBezTo>
                          <a:pt x="11267" y="15743"/>
                          <a:pt x="11807" y="14641"/>
                          <a:pt x="12212" y="13291"/>
                        </a:cubicBezTo>
                        <a:cubicBezTo>
                          <a:pt x="12617" y="11964"/>
                          <a:pt x="12999" y="10525"/>
                          <a:pt x="13314" y="8973"/>
                        </a:cubicBezTo>
                        <a:cubicBezTo>
                          <a:pt x="13629" y="7422"/>
                          <a:pt x="14101" y="5982"/>
                          <a:pt x="14686" y="4655"/>
                        </a:cubicBezTo>
                        <a:cubicBezTo>
                          <a:pt x="15271" y="3328"/>
                          <a:pt x="16080" y="2226"/>
                          <a:pt x="17092" y="1327"/>
                        </a:cubicBezTo>
                        <a:cubicBezTo>
                          <a:pt x="18104" y="450"/>
                          <a:pt x="19499" y="0"/>
                          <a:pt x="21298" y="0"/>
                        </a:cubicBezTo>
                        <a:cubicBezTo>
                          <a:pt x="22625" y="0"/>
                          <a:pt x="23817" y="292"/>
                          <a:pt x="24829" y="855"/>
                        </a:cubicBezTo>
                        <a:cubicBezTo>
                          <a:pt x="25863" y="1439"/>
                          <a:pt x="26718" y="2226"/>
                          <a:pt x="27392" y="3239"/>
                        </a:cubicBezTo>
                        <a:cubicBezTo>
                          <a:pt x="28067" y="4251"/>
                          <a:pt x="28584" y="5443"/>
                          <a:pt x="28922" y="6837"/>
                        </a:cubicBezTo>
                        <a:cubicBezTo>
                          <a:pt x="29259" y="8231"/>
                          <a:pt x="29439" y="9738"/>
                          <a:pt x="29439" y="11402"/>
                        </a:cubicBezTo>
                        <a:cubicBezTo>
                          <a:pt x="29439" y="13066"/>
                          <a:pt x="29192" y="14528"/>
                          <a:pt x="28719" y="15810"/>
                        </a:cubicBezTo>
                        <a:cubicBezTo>
                          <a:pt x="28225" y="17092"/>
                          <a:pt x="27550" y="18172"/>
                          <a:pt x="26695" y="19071"/>
                        </a:cubicBezTo>
                        <a:cubicBezTo>
                          <a:pt x="25841" y="19971"/>
                          <a:pt x="24829" y="20668"/>
                          <a:pt x="23682" y="21185"/>
                        </a:cubicBezTo>
                        <a:cubicBezTo>
                          <a:pt x="22535" y="21680"/>
                          <a:pt x="21298" y="21972"/>
                          <a:pt x="19948" y="22040"/>
                        </a:cubicBezTo>
                        <a:lnTo>
                          <a:pt x="19948" y="18756"/>
                        </a:lnTo>
                        <a:close/>
                      </a:path>
                    </a:pathLst>
                  </a:custGeom>
                  <a:solidFill>
                    <a:srgbClr val="231F20"/>
                  </a:solidFill>
                  <a:ln w="2249" cap="flat">
                    <a:noFill/>
                    <a:prstDash val="solid"/>
                    <a:miter/>
                  </a:ln>
                </p:spPr>
                <p:txBody>
                  <a:bodyPr rtlCol="0" anchor="ctr"/>
                  <a:lstStyle/>
                  <a:p>
                    <a:endParaRPr lang="en-US"/>
                  </a:p>
                </p:txBody>
              </p:sp>
              <p:sp>
                <p:nvSpPr>
                  <p:cNvPr id="3487" name="Freeform 3486">
                    <a:extLst>
                      <a:ext uri="{FF2B5EF4-FFF2-40B4-BE49-F238E27FC236}">
                        <a16:creationId xmlns:a16="http://schemas.microsoft.com/office/drawing/2014/main" id="{1F704585-57DA-2922-D7B0-8761ACFE4ECB}"/>
                      </a:ext>
                    </a:extLst>
                  </p:cNvPr>
                  <p:cNvSpPr/>
                  <p:nvPr/>
                </p:nvSpPr>
                <p:spPr>
                  <a:xfrm>
                    <a:off x="4623968" y="2617936"/>
                    <a:ext cx="50219" cy="11919"/>
                  </a:xfrm>
                  <a:custGeom>
                    <a:avLst/>
                    <a:gdLst>
                      <a:gd name="connsiteX0" fmla="*/ 50197 w 50219"/>
                      <a:gd name="connsiteY0" fmla="*/ 11919 h 11919"/>
                      <a:gd name="connsiteX1" fmla="*/ 38187 w 50219"/>
                      <a:gd name="connsiteY1" fmla="*/ 5847 h 11919"/>
                      <a:gd name="connsiteX2" fmla="*/ 24941 w 50219"/>
                      <a:gd name="connsiteY2" fmla="*/ 3666 h 11919"/>
                      <a:gd name="connsiteX3" fmla="*/ 11875 w 50219"/>
                      <a:gd name="connsiteY3" fmla="*/ 5937 h 11919"/>
                      <a:gd name="connsiteX4" fmla="*/ 0 w 50219"/>
                      <a:gd name="connsiteY4" fmla="*/ 11919 h 11919"/>
                      <a:gd name="connsiteX5" fmla="*/ 0 w 50219"/>
                      <a:gd name="connsiteY5" fmla="*/ 9176 h 11919"/>
                      <a:gd name="connsiteX6" fmla="*/ 5960 w 50219"/>
                      <a:gd name="connsiteY6" fmla="*/ 5240 h 11919"/>
                      <a:gd name="connsiteX7" fmla="*/ 11852 w 50219"/>
                      <a:gd name="connsiteY7" fmla="*/ 2361 h 11919"/>
                      <a:gd name="connsiteX8" fmla="*/ 18104 w 50219"/>
                      <a:gd name="connsiteY8" fmla="*/ 607 h 11919"/>
                      <a:gd name="connsiteX9" fmla="*/ 25211 w 50219"/>
                      <a:gd name="connsiteY9" fmla="*/ 0 h 11919"/>
                      <a:gd name="connsiteX10" fmla="*/ 32205 w 50219"/>
                      <a:gd name="connsiteY10" fmla="*/ 607 h 11919"/>
                      <a:gd name="connsiteX11" fmla="*/ 38502 w 50219"/>
                      <a:gd name="connsiteY11" fmla="*/ 2384 h 11919"/>
                      <a:gd name="connsiteX12" fmla="*/ 44417 w 50219"/>
                      <a:gd name="connsiteY12" fmla="*/ 5285 h 11919"/>
                      <a:gd name="connsiteX13" fmla="*/ 50219 w 50219"/>
                      <a:gd name="connsiteY13" fmla="*/ 9176 h 11919"/>
                      <a:gd name="connsiteX14" fmla="*/ 50219 w 50219"/>
                      <a:gd name="connsiteY14" fmla="*/ 11919 h 1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219" h="11919">
                        <a:moveTo>
                          <a:pt x="50197" y="11919"/>
                        </a:moveTo>
                        <a:cubicBezTo>
                          <a:pt x="46464" y="9333"/>
                          <a:pt x="42460" y="7309"/>
                          <a:pt x="38187" y="5847"/>
                        </a:cubicBezTo>
                        <a:cubicBezTo>
                          <a:pt x="33914" y="4385"/>
                          <a:pt x="29506" y="3666"/>
                          <a:pt x="24941" y="3666"/>
                        </a:cubicBezTo>
                        <a:cubicBezTo>
                          <a:pt x="20376" y="3666"/>
                          <a:pt x="16080" y="4430"/>
                          <a:pt x="11875" y="5937"/>
                        </a:cubicBezTo>
                        <a:cubicBezTo>
                          <a:pt x="7669" y="7444"/>
                          <a:pt x="3711" y="9446"/>
                          <a:pt x="0" y="11919"/>
                        </a:cubicBezTo>
                        <a:lnTo>
                          <a:pt x="0" y="9176"/>
                        </a:lnTo>
                        <a:cubicBezTo>
                          <a:pt x="2047" y="7691"/>
                          <a:pt x="4048" y="6387"/>
                          <a:pt x="5960" y="5240"/>
                        </a:cubicBezTo>
                        <a:cubicBezTo>
                          <a:pt x="7894" y="4093"/>
                          <a:pt x="9850" y="3126"/>
                          <a:pt x="11852" y="2361"/>
                        </a:cubicBezTo>
                        <a:cubicBezTo>
                          <a:pt x="13854" y="1597"/>
                          <a:pt x="15945" y="1012"/>
                          <a:pt x="18104" y="607"/>
                        </a:cubicBezTo>
                        <a:cubicBezTo>
                          <a:pt x="20286" y="202"/>
                          <a:pt x="22647" y="0"/>
                          <a:pt x="25211" y="0"/>
                        </a:cubicBezTo>
                        <a:cubicBezTo>
                          <a:pt x="27775" y="0"/>
                          <a:pt x="30024" y="202"/>
                          <a:pt x="32205" y="607"/>
                        </a:cubicBezTo>
                        <a:cubicBezTo>
                          <a:pt x="34387" y="1012"/>
                          <a:pt x="36478" y="1619"/>
                          <a:pt x="38502" y="2384"/>
                        </a:cubicBezTo>
                        <a:cubicBezTo>
                          <a:pt x="40526" y="3171"/>
                          <a:pt x="42483" y="4138"/>
                          <a:pt x="44417" y="5285"/>
                        </a:cubicBezTo>
                        <a:cubicBezTo>
                          <a:pt x="46351" y="6432"/>
                          <a:pt x="48285" y="7736"/>
                          <a:pt x="50219" y="9176"/>
                        </a:cubicBezTo>
                        <a:lnTo>
                          <a:pt x="50219" y="11919"/>
                        </a:lnTo>
                        <a:close/>
                      </a:path>
                    </a:pathLst>
                  </a:custGeom>
                  <a:solidFill>
                    <a:srgbClr val="231F20"/>
                  </a:solidFill>
                  <a:ln w="2249" cap="flat">
                    <a:noFill/>
                    <a:prstDash val="solid"/>
                    <a:miter/>
                  </a:ln>
                </p:spPr>
                <p:txBody>
                  <a:bodyPr rtlCol="0" anchor="ctr"/>
                  <a:lstStyle/>
                  <a:p>
                    <a:endParaRPr lang="en-US"/>
                  </a:p>
                </p:txBody>
              </p:sp>
            </p:grpSp>
            <p:grpSp>
              <p:nvGrpSpPr>
                <p:cNvPr id="46" name="Graphic 4479">
                  <a:extLst>
                    <a:ext uri="{FF2B5EF4-FFF2-40B4-BE49-F238E27FC236}">
                      <a16:creationId xmlns:a16="http://schemas.microsoft.com/office/drawing/2014/main" id="{DA5F43A6-D064-14A0-41F7-B80F11458A70}"/>
                    </a:ext>
                  </a:extLst>
                </p:cNvPr>
                <p:cNvGrpSpPr/>
                <p:nvPr/>
              </p:nvGrpSpPr>
              <p:grpSpPr>
                <a:xfrm>
                  <a:off x="7120144" y="6349907"/>
                  <a:ext cx="906527" cy="186659"/>
                  <a:chOff x="4851630" y="3026211"/>
                  <a:chExt cx="242145" cy="49859"/>
                </a:xfrm>
                <a:solidFill>
                  <a:srgbClr val="010101"/>
                </a:solidFill>
              </p:grpSpPr>
              <p:sp>
                <p:nvSpPr>
                  <p:cNvPr id="3475" name="Freeform 3474">
                    <a:extLst>
                      <a:ext uri="{FF2B5EF4-FFF2-40B4-BE49-F238E27FC236}">
                        <a16:creationId xmlns:a16="http://schemas.microsoft.com/office/drawing/2014/main" id="{8281812B-286C-17A9-0CA2-5B14C32E003D}"/>
                      </a:ext>
                    </a:extLst>
                  </p:cNvPr>
                  <p:cNvSpPr/>
                  <p:nvPr/>
                </p:nvSpPr>
                <p:spPr>
                  <a:xfrm>
                    <a:off x="4851630" y="3036354"/>
                    <a:ext cx="24896" cy="29461"/>
                  </a:xfrm>
                  <a:custGeom>
                    <a:avLst/>
                    <a:gdLst>
                      <a:gd name="connsiteX0" fmla="*/ 21163 w 24896"/>
                      <a:gd name="connsiteY0" fmla="*/ 9558 h 29461"/>
                      <a:gd name="connsiteX1" fmla="*/ 18194 w 24896"/>
                      <a:gd name="connsiteY1" fmla="*/ 4678 h 29461"/>
                      <a:gd name="connsiteX2" fmla="*/ 12842 w 24896"/>
                      <a:gd name="connsiteY2" fmla="*/ 2924 h 29461"/>
                      <a:gd name="connsiteX3" fmla="*/ 8569 w 24896"/>
                      <a:gd name="connsiteY3" fmla="*/ 3958 h 29461"/>
                      <a:gd name="connsiteX4" fmla="*/ 5645 w 24896"/>
                      <a:gd name="connsiteY4" fmla="*/ 6679 h 29461"/>
                      <a:gd name="connsiteX5" fmla="*/ 3981 w 24896"/>
                      <a:gd name="connsiteY5" fmla="*/ 10503 h 29461"/>
                      <a:gd name="connsiteX6" fmla="*/ 3441 w 24896"/>
                      <a:gd name="connsiteY6" fmla="*/ 14798 h 29461"/>
                      <a:gd name="connsiteX7" fmla="*/ 3958 w 24896"/>
                      <a:gd name="connsiteY7" fmla="*/ 19116 h 29461"/>
                      <a:gd name="connsiteX8" fmla="*/ 5600 w 24896"/>
                      <a:gd name="connsiteY8" fmla="*/ 22894 h 29461"/>
                      <a:gd name="connsiteX9" fmla="*/ 8524 w 24896"/>
                      <a:gd name="connsiteY9" fmla="*/ 25571 h 29461"/>
                      <a:gd name="connsiteX10" fmla="*/ 12842 w 24896"/>
                      <a:gd name="connsiteY10" fmla="*/ 26560 h 29461"/>
                      <a:gd name="connsiteX11" fmla="*/ 18644 w 24896"/>
                      <a:gd name="connsiteY11" fmla="*/ 24559 h 29461"/>
                      <a:gd name="connsiteX12" fmla="*/ 21433 w 24896"/>
                      <a:gd name="connsiteY12" fmla="*/ 19049 h 29461"/>
                      <a:gd name="connsiteX13" fmla="*/ 24896 w 24896"/>
                      <a:gd name="connsiteY13" fmla="*/ 19049 h 29461"/>
                      <a:gd name="connsiteX14" fmla="*/ 23524 w 24896"/>
                      <a:gd name="connsiteY14" fmla="*/ 23277 h 29461"/>
                      <a:gd name="connsiteX15" fmla="*/ 21095 w 24896"/>
                      <a:gd name="connsiteY15" fmla="*/ 26560 h 29461"/>
                      <a:gd name="connsiteX16" fmla="*/ 17564 w 24896"/>
                      <a:gd name="connsiteY16" fmla="*/ 28697 h 29461"/>
                      <a:gd name="connsiteX17" fmla="*/ 12864 w 24896"/>
                      <a:gd name="connsiteY17" fmla="*/ 29461 h 29461"/>
                      <a:gd name="connsiteX18" fmla="*/ 7084 w 24896"/>
                      <a:gd name="connsiteY18" fmla="*/ 28337 h 29461"/>
                      <a:gd name="connsiteX19" fmla="*/ 3081 w 24896"/>
                      <a:gd name="connsiteY19" fmla="*/ 25233 h 29461"/>
                      <a:gd name="connsiteX20" fmla="*/ 765 w 24896"/>
                      <a:gd name="connsiteY20" fmla="*/ 20555 h 29461"/>
                      <a:gd name="connsiteX21" fmla="*/ 0 w 24896"/>
                      <a:gd name="connsiteY21" fmla="*/ 14776 h 29461"/>
                      <a:gd name="connsiteX22" fmla="*/ 832 w 24896"/>
                      <a:gd name="connsiteY22" fmla="*/ 9198 h 29461"/>
                      <a:gd name="connsiteX23" fmla="*/ 3284 w 24896"/>
                      <a:gd name="connsiteY23" fmla="*/ 4475 h 29461"/>
                      <a:gd name="connsiteX24" fmla="*/ 7309 w 24896"/>
                      <a:gd name="connsiteY24" fmla="*/ 1214 h 29461"/>
                      <a:gd name="connsiteX25" fmla="*/ 12842 w 24896"/>
                      <a:gd name="connsiteY25" fmla="*/ 0 h 29461"/>
                      <a:gd name="connsiteX26" fmla="*/ 20691 w 24896"/>
                      <a:gd name="connsiteY26" fmla="*/ 2316 h 29461"/>
                      <a:gd name="connsiteX27" fmla="*/ 24446 w 24896"/>
                      <a:gd name="connsiteY27" fmla="*/ 9558 h 29461"/>
                      <a:gd name="connsiteX28" fmla="*/ 21163 w 24896"/>
                      <a:gd name="connsiteY28" fmla="*/ 9558 h 29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4896" h="29461">
                        <a:moveTo>
                          <a:pt x="21163" y="9558"/>
                        </a:moveTo>
                        <a:cubicBezTo>
                          <a:pt x="20578" y="7466"/>
                          <a:pt x="19589" y="5847"/>
                          <a:pt x="18194" y="4678"/>
                        </a:cubicBezTo>
                        <a:cubicBezTo>
                          <a:pt x="16800" y="3508"/>
                          <a:pt x="15001" y="2924"/>
                          <a:pt x="12842" y="2924"/>
                        </a:cubicBezTo>
                        <a:cubicBezTo>
                          <a:pt x="11177" y="2924"/>
                          <a:pt x="9761" y="3261"/>
                          <a:pt x="8569" y="3958"/>
                        </a:cubicBezTo>
                        <a:cubicBezTo>
                          <a:pt x="7377" y="4633"/>
                          <a:pt x="6409" y="5555"/>
                          <a:pt x="5645" y="6679"/>
                        </a:cubicBezTo>
                        <a:cubicBezTo>
                          <a:pt x="4880" y="7804"/>
                          <a:pt x="4341" y="9086"/>
                          <a:pt x="3981" y="10503"/>
                        </a:cubicBezTo>
                        <a:cubicBezTo>
                          <a:pt x="3621" y="11919"/>
                          <a:pt x="3441" y="13359"/>
                          <a:pt x="3441" y="14798"/>
                        </a:cubicBezTo>
                        <a:cubicBezTo>
                          <a:pt x="3441" y="16237"/>
                          <a:pt x="3621" y="17722"/>
                          <a:pt x="3958" y="19116"/>
                        </a:cubicBezTo>
                        <a:cubicBezTo>
                          <a:pt x="4296" y="20510"/>
                          <a:pt x="4858" y="21770"/>
                          <a:pt x="5600" y="22894"/>
                        </a:cubicBezTo>
                        <a:cubicBezTo>
                          <a:pt x="6342" y="24019"/>
                          <a:pt x="7332" y="24896"/>
                          <a:pt x="8524" y="25571"/>
                        </a:cubicBezTo>
                        <a:cubicBezTo>
                          <a:pt x="9716" y="26245"/>
                          <a:pt x="11155" y="26560"/>
                          <a:pt x="12842" y="26560"/>
                        </a:cubicBezTo>
                        <a:cubicBezTo>
                          <a:pt x="15248" y="26560"/>
                          <a:pt x="17182" y="25885"/>
                          <a:pt x="18644" y="24559"/>
                        </a:cubicBezTo>
                        <a:cubicBezTo>
                          <a:pt x="20106" y="23232"/>
                          <a:pt x="21028" y="21388"/>
                          <a:pt x="21433" y="19049"/>
                        </a:cubicBezTo>
                        <a:lnTo>
                          <a:pt x="24896" y="19049"/>
                        </a:lnTo>
                        <a:cubicBezTo>
                          <a:pt x="24604" y="20600"/>
                          <a:pt x="24154" y="22017"/>
                          <a:pt x="23524" y="23277"/>
                        </a:cubicBezTo>
                        <a:cubicBezTo>
                          <a:pt x="22895" y="24559"/>
                          <a:pt x="22085" y="25661"/>
                          <a:pt x="21095" y="26560"/>
                        </a:cubicBezTo>
                        <a:cubicBezTo>
                          <a:pt x="20106" y="27482"/>
                          <a:pt x="18936" y="28179"/>
                          <a:pt x="17564" y="28697"/>
                        </a:cubicBezTo>
                        <a:cubicBezTo>
                          <a:pt x="16193" y="29191"/>
                          <a:pt x="14641" y="29461"/>
                          <a:pt x="12864" y="29461"/>
                        </a:cubicBezTo>
                        <a:cubicBezTo>
                          <a:pt x="10638" y="29461"/>
                          <a:pt x="8703" y="29079"/>
                          <a:pt x="7084" y="28337"/>
                        </a:cubicBezTo>
                        <a:cubicBezTo>
                          <a:pt x="5465" y="27595"/>
                          <a:pt x="4138" y="26538"/>
                          <a:pt x="3081" y="25233"/>
                        </a:cubicBezTo>
                        <a:cubicBezTo>
                          <a:pt x="2047" y="23929"/>
                          <a:pt x="1260" y="22355"/>
                          <a:pt x="765" y="20555"/>
                        </a:cubicBezTo>
                        <a:cubicBezTo>
                          <a:pt x="270" y="18756"/>
                          <a:pt x="0" y="16822"/>
                          <a:pt x="0" y="14776"/>
                        </a:cubicBezTo>
                        <a:cubicBezTo>
                          <a:pt x="0" y="12842"/>
                          <a:pt x="270" y="10975"/>
                          <a:pt x="832" y="9198"/>
                        </a:cubicBezTo>
                        <a:cubicBezTo>
                          <a:pt x="1394" y="7422"/>
                          <a:pt x="2204" y="5847"/>
                          <a:pt x="3284" y="4475"/>
                        </a:cubicBezTo>
                        <a:cubicBezTo>
                          <a:pt x="4363" y="3104"/>
                          <a:pt x="5712" y="2024"/>
                          <a:pt x="7309" y="1214"/>
                        </a:cubicBezTo>
                        <a:cubicBezTo>
                          <a:pt x="8906" y="405"/>
                          <a:pt x="10750" y="0"/>
                          <a:pt x="12842" y="0"/>
                        </a:cubicBezTo>
                        <a:cubicBezTo>
                          <a:pt x="16080" y="0"/>
                          <a:pt x="18689" y="765"/>
                          <a:pt x="20691" y="2316"/>
                        </a:cubicBezTo>
                        <a:cubicBezTo>
                          <a:pt x="22692" y="3868"/>
                          <a:pt x="23929" y="6275"/>
                          <a:pt x="24446" y="9558"/>
                        </a:cubicBezTo>
                        <a:lnTo>
                          <a:pt x="21163" y="9558"/>
                        </a:lnTo>
                        <a:close/>
                      </a:path>
                    </a:pathLst>
                  </a:custGeom>
                  <a:solidFill>
                    <a:srgbClr val="010101"/>
                  </a:solidFill>
                  <a:ln w="2249" cap="flat">
                    <a:noFill/>
                    <a:prstDash val="solid"/>
                    <a:miter/>
                  </a:ln>
                </p:spPr>
                <p:txBody>
                  <a:bodyPr rtlCol="0" anchor="ctr"/>
                  <a:lstStyle/>
                  <a:p>
                    <a:endParaRPr lang="en-US"/>
                  </a:p>
                </p:txBody>
              </p:sp>
              <p:sp>
                <p:nvSpPr>
                  <p:cNvPr id="3476" name="Freeform 3475">
                    <a:extLst>
                      <a:ext uri="{FF2B5EF4-FFF2-40B4-BE49-F238E27FC236}">
                        <a16:creationId xmlns:a16="http://schemas.microsoft.com/office/drawing/2014/main" id="{88C84298-AE25-3BED-195C-13C3A3ABA7D0}"/>
                      </a:ext>
                    </a:extLst>
                  </p:cNvPr>
                  <p:cNvSpPr/>
                  <p:nvPr/>
                </p:nvSpPr>
                <p:spPr>
                  <a:xfrm>
                    <a:off x="4881158" y="3036332"/>
                    <a:ext cx="25908" cy="29483"/>
                  </a:xfrm>
                  <a:custGeom>
                    <a:avLst/>
                    <a:gdLst>
                      <a:gd name="connsiteX0" fmla="*/ 12954 w 25908"/>
                      <a:gd name="connsiteY0" fmla="*/ 29484 h 29483"/>
                      <a:gd name="connsiteX1" fmla="*/ 7916 w 25908"/>
                      <a:gd name="connsiteY1" fmla="*/ 28517 h 29483"/>
                      <a:gd name="connsiteX2" fmla="*/ 3823 w 25908"/>
                      <a:gd name="connsiteY2" fmla="*/ 25773 h 29483"/>
                      <a:gd name="connsiteX3" fmla="*/ 1035 w 25908"/>
                      <a:gd name="connsiteY3" fmla="*/ 21185 h 29483"/>
                      <a:gd name="connsiteX4" fmla="*/ 0 w 25908"/>
                      <a:gd name="connsiteY4" fmla="*/ 14753 h 29483"/>
                      <a:gd name="connsiteX5" fmla="*/ 810 w 25908"/>
                      <a:gd name="connsiteY5" fmla="*/ 8996 h 29483"/>
                      <a:gd name="connsiteX6" fmla="*/ 3239 w 25908"/>
                      <a:gd name="connsiteY6" fmla="*/ 4318 h 29483"/>
                      <a:gd name="connsiteX7" fmla="*/ 7287 w 25908"/>
                      <a:gd name="connsiteY7" fmla="*/ 1169 h 29483"/>
                      <a:gd name="connsiteX8" fmla="*/ 12954 w 25908"/>
                      <a:gd name="connsiteY8" fmla="*/ 0 h 29483"/>
                      <a:gd name="connsiteX9" fmla="*/ 18666 w 25908"/>
                      <a:gd name="connsiteY9" fmla="*/ 1169 h 29483"/>
                      <a:gd name="connsiteX10" fmla="*/ 22714 w 25908"/>
                      <a:gd name="connsiteY10" fmla="*/ 4296 h 29483"/>
                      <a:gd name="connsiteX11" fmla="*/ 25121 w 25908"/>
                      <a:gd name="connsiteY11" fmla="*/ 8973 h 29483"/>
                      <a:gd name="connsiteX12" fmla="*/ 25908 w 25908"/>
                      <a:gd name="connsiteY12" fmla="*/ 14753 h 29483"/>
                      <a:gd name="connsiteX13" fmla="*/ 24986 w 25908"/>
                      <a:gd name="connsiteY13" fmla="*/ 20803 h 29483"/>
                      <a:gd name="connsiteX14" fmla="*/ 22377 w 25908"/>
                      <a:gd name="connsiteY14" fmla="*/ 25436 h 29483"/>
                      <a:gd name="connsiteX15" fmla="*/ 18284 w 25908"/>
                      <a:gd name="connsiteY15" fmla="*/ 28427 h 29483"/>
                      <a:gd name="connsiteX16" fmla="*/ 12977 w 25908"/>
                      <a:gd name="connsiteY16" fmla="*/ 29484 h 29483"/>
                      <a:gd name="connsiteX17" fmla="*/ 22467 w 25908"/>
                      <a:gd name="connsiteY17" fmla="*/ 14753 h 29483"/>
                      <a:gd name="connsiteX18" fmla="*/ 21927 w 25908"/>
                      <a:gd name="connsiteY18" fmla="*/ 10120 h 29483"/>
                      <a:gd name="connsiteX19" fmla="*/ 20263 w 25908"/>
                      <a:gd name="connsiteY19" fmla="*/ 6365 h 29483"/>
                      <a:gd name="connsiteX20" fmla="*/ 17340 w 25908"/>
                      <a:gd name="connsiteY20" fmla="*/ 3846 h 29483"/>
                      <a:gd name="connsiteX21" fmla="*/ 12977 w 25908"/>
                      <a:gd name="connsiteY21" fmla="*/ 2924 h 29483"/>
                      <a:gd name="connsiteX22" fmla="*/ 8636 w 25908"/>
                      <a:gd name="connsiteY22" fmla="*/ 3913 h 29483"/>
                      <a:gd name="connsiteX23" fmla="*/ 5690 w 25908"/>
                      <a:gd name="connsiteY23" fmla="*/ 6567 h 29483"/>
                      <a:gd name="connsiteX24" fmla="*/ 4026 w 25908"/>
                      <a:gd name="connsiteY24" fmla="*/ 10345 h 29483"/>
                      <a:gd name="connsiteX25" fmla="*/ 3486 w 25908"/>
                      <a:gd name="connsiteY25" fmla="*/ 14753 h 29483"/>
                      <a:gd name="connsiteX26" fmla="*/ 4116 w 25908"/>
                      <a:gd name="connsiteY26" fmla="*/ 19521 h 29483"/>
                      <a:gd name="connsiteX27" fmla="*/ 5915 w 25908"/>
                      <a:gd name="connsiteY27" fmla="*/ 23277 h 29483"/>
                      <a:gd name="connsiteX28" fmla="*/ 8884 w 25908"/>
                      <a:gd name="connsiteY28" fmla="*/ 25706 h 29483"/>
                      <a:gd name="connsiteX29" fmla="*/ 12977 w 25908"/>
                      <a:gd name="connsiteY29" fmla="*/ 26560 h 29483"/>
                      <a:gd name="connsiteX30" fmla="*/ 17317 w 25908"/>
                      <a:gd name="connsiteY30" fmla="*/ 25571 h 29483"/>
                      <a:gd name="connsiteX31" fmla="*/ 20263 w 25908"/>
                      <a:gd name="connsiteY31" fmla="*/ 22894 h 29483"/>
                      <a:gd name="connsiteX32" fmla="*/ 21927 w 25908"/>
                      <a:gd name="connsiteY32" fmla="*/ 19116 h 29483"/>
                      <a:gd name="connsiteX33" fmla="*/ 22467 w 25908"/>
                      <a:gd name="connsiteY33" fmla="*/ 14753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8" h="29483">
                        <a:moveTo>
                          <a:pt x="12954" y="29484"/>
                        </a:moveTo>
                        <a:cubicBezTo>
                          <a:pt x="11155" y="29439"/>
                          <a:pt x="9468" y="29124"/>
                          <a:pt x="7916" y="28517"/>
                        </a:cubicBezTo>
                        <a:cubicBezTo>
                          <a:pt x="6342" y="27910"/>
                          <a:pt x="4993" y="26987"/>
                          <a:pt x="3823" y="25773"/>
                        </a:cubicBezTo>
                        <a:cubicBezTo>
                          <a:pt x="2654" y="24559"/>
                          <a:pt x="1732" y="23029"/>
                          <a:pt x="1035" y="21185"/>
                        </a:cubicBezTo>
                        <a:cubicBezTo>
                          <a:pt x="360" y="19341"/>
                          <a:pt x="0" y="17205"/>
                          <a:pt x="0" y="14753"/>
                        </a:cubicBezTo>
                        <a:cubicBezTo>
                          <a:pt x="0" y="12707"/>
                          <a:pt x="270" y="10795"/>
                          <a:pt x="810" y="8996"/>
                        </a:cubicBezTo>
                        <a:cubicBezTo>
                          <a:pt x="1349" y="7219"/>
                          <a:pt x="2159" y="5667"/>
                          <a:pt x="3239" y="4318"/>
                        </a:cubicBezTo>
                        <a:cubicBezTo>
                          <a:pt x="4318" y="2991"/>
                          <a:pt x="5667" y="1934"/>
                          <a:pt x="7287" y="1169"/>
                        </a:cubicBezTo>
                        <a:cubicBezTo>
                          <a:pt x="8906" y="405"/>
                          <a:pt x="10795" y="0"/>
                          <a:pt x="12954" y="0"/>
                        </a:cubicBezTo>
                        <a:cubicBezTo>
                          <a:pt x="15113" y="0"/>
                          <a:pt x="17047" y="382"/>
                          <a:pt x="18666" y="1169"/>
                        </a:cubicBezTo>
                        <a:cubicBezTo>
                          <a:pt x="20286" y="1934"/>
                          <a:pt x="21635" y="2991"/>
                          <a:pt x="22714" y="4296"/>
                        </a:cubicBezTo>
                        <a:cubicBezTo>
                          <a:pt x="23794" y="5600"/>
                          <a:pt x="24604" y="7174"/>
                          <a:pt x="25121" y="8973"/>
                        </a:cubicBezTo>
                        <a:cubicBezTo>
                          <a:pt x="25638" y="10773"/>
                          <a:pt x="25908" y="12707"/>
                          <a:pt x="25908" y="14753"/>
                        </a:cubicBezTo>
                        <a:cubicBezTo>
                          <a:pt x="25908" y="16980"/>
                          <a:pt x="25593" y="19004"/>
                          <a:pt x="24986" y="20803"/>
                        </a:cubicBezTo>
                        <a:cubicBezTo>
                          <a:pt x="24379" y="22602"/>
                          <a:pt x="23502" y="24154"/>
                          <a:pt x="22377" y="25436"/>
                        </a:cubicBezTo>
                        <a:cubicBezTo>
                          <a:pt x="21253" y="26740"/>
                          <a:pt x="19881" y="27730"/>
                          <a:pt x="18284" y="28427"/>
                        </a:cubicBezTo>
                        <a:cubicBezTo>
                          <a:pt x="16687" y="29124"/>
                          <a:pt x="14911" y="29484"/>
                          <a:pt x="12977" y="29484"/>
                        </a:cubicBezTo>
                        <a:close/>
                        <a:moveTo>
                          <a:pt x="22467" y="14753"/>
                        </a:moveTo>
                        <a:cubicBezTo>
                          <a:pt x="22467" y="13089"/>
                          <a:pt x="22287" y="11560"/>
                          <a:pt x="21927" y="10120"/>
                        </a:cubicBezTo>
                        <a:cubicBezTo>
                          <a:pt x="21567" y="8681"/>
                          <a:pt x="21005" y="7422"/>
                          <a:pt x="20263" y="6365"/>
                        </a:cubicBezTo>
                        <a:cubicBezTo>
                          <a:pt x="19499" y="5308"/>
                          <a:pt x="18531" y="4475"/>
                          <a:pt x="17340" y="3846"/>
                        </a:cubicBezTo>
                        <a:cubicBezTo>
                          <a:pt x="16148" y="3239"/>
                          <a:pt x="14686" y="2924"/>
                          <a:pt x="12977" y="2924"/>
                        </a:cubicBezTo>
                        <a:cubicBezTo>
                          <a:pt x="11267" y="2924"/>
                          <a:pt x="9828" y="3261"/>
                          <a:pt x="8636" y="3913"/>
                        </a:cubicBezTo>
                        <a:cubicBezTo>
                          <a:pt x="7422" y="4588"/>
                          <a:pt x="6454" y="5465"/>
                          <a:pt x="5690" y="6567"/>
                        </a:cubicBezTo>
                        <a:cubicBezTo>
                          <a:pt x="4925" y="7669"/>
                          <a:pt x="4386" y="8928"/>
                          <a:pt x="4026" y="10345"/>
                        </a:cubicBezTo>
                        <a:cubicBezTo>
                          <a:pt x="3666" y="11762"/>
                          <a:pt x="3486" y="13224"/>
                          <a:pt x="3486" y="14753"/>
                        </a:cubicBezTo>
                        <a:cubicBezTo>
                          <a:pt x="3486" y="16485"/>
                          <a:pt x="3688" y="18082"/>
                          <a:pt x="4116" y="19521"/>
                        </a:cubicBezTo>
                        <a:cubicBezTo>
                          <a:pt x="4520" y="20983"/>
                          <a:pt x="5128" y="22220"/>
                          <a:pt x="5915" y="23277"/>
                        </a:cubicBezTo>
                        <a:cubicBezTo>
                          <a:pt x="6702" y="24334"/>
                          <a:pt x="7692" y="25121"/>
                          <a:pt x="8884" y="25706"/>
                        </a:cubicBezTo>
                        <a:cubicBezTo>
                          <a:pt x="10075" y="26290"/>
                          <a:pt x="11447" y="26560"/>
                          <a:pt x="12977" y="26560"/>
                        </a:cubicBezTo>
                        <a:cubicBezTo>
                          <a:pt x="14663" y="26560"/>
                          <a:pt x="16125" y="26223"/>
                          <a:pt x="17317" y="25571"/>
                        </a:cubicBezTo>
                        <a:cubicBezTo>
                          <a:pt x="18531" y="24896"/>
                          <a:pt x="19499" y="24019"/>
                          <a:pt x="20263" y="22894"/>
                        </a:cubicBezTo>
                        <a:cubicBezTo>
                          <a:pt x="21028" y="21770"/>
                          <a:pt x="21567" y="20510"/>
                          <a:pt x="21927" y="19116"/>
                        </a:cubicBezTo>
                        <a:cubicBezTo>
                          <a:pt x="22287" y="17722"/>
                          <a:pt x="22467" y="16260"/>
                          <a:pt x="22467" y="14753"/>
                        </a:cubicBezTo>
                        <a:close/>
                      </a:path>
                    </a:pathLst>
                  </a:custGeom>
                  <a:solidFill>
                    <a:srgbClr val="010101"/>
                  </a:solidFill>
                  <a:ln w="2249" cap="flat">
                    <a:noFill/>
                    <a:prstDash val="solid"/>
                    <a:miter/>
                  </a:ln>
                </p:spPr>
                <p:txBody>
                  <a:bodyPr rtlCol="0" anchor="ctr"/>
                  <a:lstStyle/>
                  <a:p>
                    <a:endParaRPr lang="en-US"/>
                  </a:p>
                </p:txBody>
              </p:sp>
              <p:sp>
                <p:nvSpPr>
                  <p:cNvPr id="3477" name="Freeform 3476">
                    <a:extLst>
                      <a:ext uri="{FF2B5EF4-FFF2-40B4-BE49-F238E27FC236}">
                        <a16:creationId xmlns:a16="http://schemas.microsoft.com/office/drawing/2014/main" id="{7DA9F6DA-FDC8-1A1C-3517-7F80C85FBC49}"/>
                      </a:ext>
                    </a:extLst>
                  </p:cNvPr>
                  <p:cNvSpPr/>
                  <p:nvPr/>
                </p:nvSpPr>
                <p:spPr>
                  <a:xfrm>
                    <a:off x="4912576" y="3036377"/>
                    <a:ext cx="38007" cy="28764"/>
                  </a:xfrm>
                  <a:custGeom>
                    <a:avLst/>
                    <a:gdLst>
                      <a:gd name="connsiteX0" fmla="*/ 3239 w 38007"/>
                      <a:gd name="connsiteY0" fmla="*/ 28697 h 28764"/>
                      <a:gd name="connsiteX1" fmla="*/ 0 w 38007"/>
                      <a:gd name="connsiteY1" fmla="*/ 28697 h 28764"/>
                      <a:gd name="connsiteX2" fmla="*/ 0 w 38007"/>
                      <a:gd name="connsiteY2" fmla="*/ 742 h 28764"/>
                      <a:gd name="connsiteX3" fmla="*/ 3239 w 38007"/>
                      <a:gd name="connsiteY3" fmla="*/ 742 h 28764"/>
                      <a:gd name="connsiteX4" fmla="*/ 3239 w 38007"/>
                      <a:gd name="connsiteY4" fmla="*/ 4948 h 28764"/>
                      <a:gd name="connsiteX5" fmla="*/ 3351 w 38007"/>
                      <a:gd name="connsiteY5" fmla="*/ 4948 h 28764"/>
                      <a:gd name="connsiteX6" fmla="*/ 6904 w 38007"/>
                      <a:gd name="connsiteY6" fmla="*/ 1259 h 28764"/>
                      <a:gd name="connsiteX7" fmla="*/ 11987 w 38007"/>
                      <a:gd name="connsiteY7" fmla="*/ 0 h 28764"/>
                      <a:gd name="connsiteX8" fmla="*/ 15271 w 38007"/>
                      <a:gd name="connsiteY8" fmla="*/ 427 h 28764"/>
                      <a:gd name="connsiteX9" fmla="*/ 17564 w 38007"/>
                      <a:gd name="connsiteY9" fmla="*/ 1597 h 28764"/>
                      <a:gd name="connsiteX10" fmla="*/ 19139 w 38007"/>
                      <a:gd name="connsiteY10" fmla="*/ 3306 h 28764"/>
                      <a:gd name="connsiteX11" fmla="*/ 20196 w 38007"/>
                      <a:gd name="connsiteY11" fmla="*/ 5420 h 28764"/>
                      <a:gd name="connsiteX12" fmla="*/ 23951 w 38007"/>
                      <a:gd name="connsiteY12" fmla="*/ 1349 h 28764"/>
                      <a:gd name="connsiteX13" fmla="*/ 29327 w 38007"/>
                      <a:gd name="connsiteY13" fmla="*/ 23 h 28764"/>
                      <a:gd name="connsiteX14" fmla="*/ 33892 w 38007"/>
                      <a:gd name="connsiteY14" fmla="*/ 967 h 28764"/>
                      <a:gd name="connsiteX15" fmla="*/ 36501 w 38007"/>
                      <a:gd name="connsiteY15" fmla="*/ 3441 h 28764"/>
                      <a:gd name="connsiteX16" fmla="*/ 37715 w 38007"/>
                      <a:gd name="connsiteY16" fmla="*/ 6972 h 28764"/>
                      <a:gd name="connsiteX17" fmla="*/ 38007 w 38007"/>
                      <a:gd name="connsiteY17" fmla="*/ 11065 h 28764"/>
                      <a:gd name="connsiteX18" fmla="*/ 38007 w 38007"/>
                      <a:gd name="connsiteY18" fmla="*/ 28719 h 28764"/>
                      <a:gd name="connsiteX19" fmla="*/ 34769 w 38007"/>
                      <a:gd name="connsiteY19" fmla="*/ 28719 h 28764"/>
                      <a:gd name="connsiteX20" fmla="*/ 34769 w 38007"/>
                      <a:gd name="connsiteY20" fmla="*/ 9401 h 28764"/>
                      <a:gd name="connsiteX21" fmla="*/ 33510 w 38007"/>
                      <a:gd name="connsiteY21" fmla="*/ 4655 h 28764"/>
                      <a:gd name="connsiteX22" fmla="*/ 28787 w 38007"/>
                      <a:gd name="connsiteY22" fmla="*/ 2924 h 28764"/>
                      <a:gd name="connsiteX23" fmla="*/ 25368 w 38007"/>
                      <a:gd name="connsiteY23" fmla="*/ 3711 h 28764"/>
                      <a:gd name="connsiteX24" fmla="*/ 22490 w 38007"/>
                      <a:gd name="connsiteY24" fmla="*/ 6117 h 28764"/>
                      <a:gd name="connsiteX25" fmla="*/ 21590 w 38007"/>
                      <a:gd name="connsiteY25" fmla="*/ 7759 h 28764"/>
                      <a:gd name="connsiteX26" fmla="*/ 21028 w 38007"/>
                      <a:gd name="connsiteY26" fmla="*/ 9738 h 28764"/>
                      <a:gd name="connsiteX27" fmla="*/ 20736 w 38007"/>
                      <a:gd name="connsiteY27" fmla="*/ 11785 h 28764"/>
                      <a:gd name="connsiteX28" fmla="*/ 20646 w 38007"/>
                      <a:gd name="connsiteY28" fmla="*/ 13674 h 28764"/>
                      <a:gd name="connsiteX29" fmla="*/ 20646 w 38007"/>
                      <a:gd name="connsiteY29" fmla="*/ 28742 h 28764"/>
                      <a:gd name="connsiteX30" fmla="*/ 17407 w 38007"/>
                      <a:gd name="connsiteY30" fmla="*/ 28742 h 28764"/>
                      <a:gd name="connsiteX31" fmla="*/ 17407 w 38007"/>
                      <a:gd name="connsiteY31" fmla="*/ 9423 h 28764"/>
                      <a:gd name="connsiteX32" fmla="*/ 16148 w 38007"/>
                      <a:gd name="connsiteY32" fmla="*/ 4678 h 28764"/>
                      <a:gd name="connsiteX33" fmla="*/ 11425 w 38007"/>
                      <a:gd name="connsiteY33" fmla="*/ 2946 h 28764"/>
                      <a:gd name="connsiteX34" fmla="*/ 8006 w 38007"/>
                      <a:gd name="connsiteY34" fmla="*/ 3733 h 28764"/>
                      <a:gd name="connsiteX35" fmla="*/ 5128 w 38007"/>
                      <a:gd name="connsiteY35" fmla="*/ 6140 h 28764"/>
                      <a:gd name="connsiteX36" fmla="*/ 4228 w 38007"/>
                      <a:gd name="connsiteY36" fmla="*/ 7781 h 28764"/>
                      <a:gd name="connsiteX37" fmla="*/ 3666 w 38007"/>
                      <a:gd name="connsiteY37" fmla="*/ 9760 h 28764"/>
                      <a:gd name="connsiteX38" fmla="*/ 3373 w 38007"/>
                      <a:gd name="connsiteY38" fmla="*/ 11807 h 28764"/>
                      <a:gd name="connsiteX39" fmla="*/ 3284 w 38007"/>
                      <a:gd name="connsiteY39" fmla="*/ 13696 h 28764"/>
                      <a:gd name="connsiteX40" fmla="*/ 3284 w 38007"/>
                      <a:gd name="connsiteY40" fmla="*/ 28764 h 2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8007" h="28764">
                        <a:moveTo>
                          <a:pt x="3239" y="28697"/>
                        </a:moveTo>
                        <a:lnTo>
                          <a:pt x="0" y="28697"/>
                        </a:lnTo>
                        <a:lnTo>
                          <a:pt x="0" y="742"/>
                        </a:lnTo>
                        <a:lnTo>
                          <a:pt x="3239" y="742"/>
                        </a:lnTo>
                        <a:lnTo>
                          <a:pt x="3239" y="4948"/>
                        </a:lnTo>
                        <a:lnTo>
                          <a:pt x="3351" y="4948"/>
                        </a:lnTo>
                        <a:cubicBezTo>
                          <a:pt x="4183" y="3328"/>
                          <a:pt x="5375" y="2092"/>
                          <a:pt x="6904" y="1259"/>
                        </a:cubicBezTo>
                        <a:cubicBezTo>
                          <a:pt x="8456" y="405"/>
                          <a:pt x="10143" y="0"/>
                          <a:pt x="11987" y="0"/>
                        </a:cubicBezTo>
                        <a:cubicBezTo>
                          <a:pt x="13291" y="0"/>
                          <a:pt x="14371" y="135"/>
                          <a:pt x="15271" y="427"/>
                        </a:cubicBezTo>
                        <a:cubicBezTo>
                          <a:pt x="16170" y="720"/>
                          <a:pt x="16935" y="1102"/>
                          <a:pt x="17564" y="1597"/>
                        </a:cubicBezTo>
                        <a:cubicBezTo>
                          <a:pt x="18194" y="2092"/>
                          <a:pt x="18711" y="2654"/>
                          <a:pt x="19139" y="3306"/>
                        </a:cubicBezTo>
                        <a:cubicBezTo>
                          <a:pt x="19544" y="3958"/>
                          <a:pt x="19904" y="4655"/>
                          <a:pt x="20196" y="5420"/>
                        </a:cubicBezTo>
                        <a:cubicBezTo>
                          <a:pt x="21140" y="3576"/>
                          <a:pt x="22377" y="2227"/>
                          <a:pt x="23951" y="1349"/>
                        </a:cubicBezTo>
                        <a:cubicBezTo>
                          <a:pt x="25526" y="472"/>
                          <a:pt x="27302" y="23"/>
                          <a:pt x="29327" y="23"/>
                        </a:cubicBezTo>
                        <a:cubicBezTo>
                          <a:pt x="31238" y="23"/>
                          <a:pt x="32745" y="337"/>
                          <a:pt x="33892" y="967"/>
                        </a:cubicBezTo>
                        <a:cubicBezTo>
                          <a:pt x="35016" y="1597"/>
                          <a:pt x="35894" y="2429"/>
                          <a:pt x="36501" y="3441"/>
                        </a:cubicBezTo>
                        <a:cubicBezTo>
                          <a:pt x="37108" y="4453"/>
                          <a:pt x="37513" y="5645"/>
                          <a:pt x="37715" y="6972"/>
                        </a:cubicBezTo>
                        <a:cubicBezTo>
                          <a:pt x="37918" y="8299"/>
                          <a:pt x="38007" y="9671"/>
                          <a:pt x="38007" y="11065"/>
                        </a:cubicBezTo>
                        <a:lnTo>
                          <a:pt x="38007" y="28719"/>
                        </a:lnTo>
                        <a:lnTo>
                          <a:pt x="34769" y="28719"/>
                        </a:lnTo>
                        <a:lnTo>
                          <a:pt x="34769" y="9401"/>
                        </a:lnTo>
                        <a:cubicBezTo>
                          <a:pt x="34769" y="7377"/>
                          <a:pt x="34342" y="5802"/>
                          <a:pt x="33510" y="4655"/>
                        </a:cubicBezTo>
                        <a:cubicBezTo>
                          <a:pt x="32655" y="3508"/>
                          <a:pt x="31081" y="2924"/>
                          <a:pt x="28787" y="2924"/>
                        </a:cubicBezTo>
                        <a:cubicBezTo>
                          <a:pt x="27595" y="2924"/>
                          <a:pt x="26448" y="3194"/>
                          <a:pt x="25368" y="3711"/>
                        </a:cubicBezTo>
                        <a:cubicBezTo>
                          <a:pt x="24266" y="4228"/>
                          <a:pt x="23299" y="5038"/>
                          <a:pt x="22490" y="6117"/>
                        </a:cubicBezTo>
                        <a:cubicBezTo>
                          <a:pt x="22130" y="6589"/>
                          <a:pt x="21838" y="7129"/>
                          <a:pt x="21590" y="7759"/>
                        </a:cubicBezTo>
                        <a:cubicBezTo>
                          <a:pt x="21365" y="8389"/>
                          <a:pt x="21163" y="9041"/>
                          <a:pt x="21028" y="9738"/>
                        </a:cubicBezTo>
                        <a:cubicBezTo>
                          <a:pt x="20893" y="10413"/>
                          <a:pt x="20781" y="11110"/>
                          <a:pt x="20736" y="11785"/>
                        </a:cubicBezTo>
                        <a:cubicBezTo>
                          <a:pt x="20691" y="12459"/>
                          <a:pt x="20646" y="13089"/>
                          <a:pt x="20646" y="13674"/>
                        </a:cubicBezTo>
                        <a:lnTo>
                          <a:pt x="20646" y="28742"/>
                        </a:lnTo>
                        <a:lnTo>
                          <a:pt x="17407" y="28742"/>
                        </a:lnTo>
                        <a:lnTo>
                          <a:pt x="17407" y="9423"/>
                        </a:lnTo>
                        <a:cubicBezTo>
                          <a:pt x="17407" y="7399"/>
                          <a:pt x="16980" y="5825"/>
                          <a:pt x="16148" y="4678"/>
                        </a:cubicBezTo>
                        <a:cubicBezTo>
                          <a:pt x="15293" y="3531"/>
                          <a:pt x="13719" y="2946"/>
                          <a:pt x="11425" y="2946"/>
                        </a:cubicBezTo>
                        <a:cubicBezTo>
                          <a:pt x="10233" y="2946"/>
                          <a:pt x="9086" y="3216"/>
                          <a:pt x="8006" y="3733"/>
                        </a:cubicBezTo>
                        <a:cubicBezTo>
                          <a:pt x="6904" y="4251"/>
                          <a:pt x="5937" y="5060"/>
                          <a:pt x="5128" y="6140"/>
                        </a:cubicBezTo>
                        <a:cubicBezTo>
                          <a:pt x="4768" y="6612"/>
                          <a:pt x="4476" y="7152"/>
                          <a:pt x="4228" y="7781"/>
                        </a:cubicBezTo>
                        <a:cubicBezTo>
                          <a:pt x="4003" y="8411"/>
                          <a:pt x="3801" y="9063"/>
                          <a:pt x="3666" y="9760"/>
                        </a:cubicBezTo>
                        <a:cubicBezTo>
                          <a:pt x="3531" y="10435"/>
                          <a:pt x="3418" y="11132"/>
                          <a:pt x="3373" y="11807"/>
                        </a:cubicBezTo>
                        <a:cubicBezTo>
                          <a:pt x="3329" y="12482"/>
                          <a:pt x="3284" y="13111"/>
                          <a:pt x="3284" y="13696"/>
                        </a:cubicBezTo>
                        <a:lnTo>
                          <a:pt x="3284" y="28764"/>
                        </a:lnTo>
                        <a:close/>
                      </a:path>
                    </a:pathLst>
                  </a:custGeom>
                  <a:solidFill>
                    <a:srgbClr val="010101"/>
                  </a:solidFill>
                  <a:ln w="2249" cap="flat">
                    <a:noFill/>
                    <a:prstDash val="solid"/>
                    <a:miter/>
                  </a:ln>
                </p:spPr>
                <p:txBody>
                  <a:bodyPr rtlCol="0" anchor="ctr"/>
                  <a:lstStyle/>
                  <a:p>
                    <a:endParaRPr lang="en-US"/>
                  </a:p>
                </p:txBody>
              </p:sp>
              <p:sp>
                <p:nvSpPr>
                  <p:cNvPr id="3478" name="Freeform 3477">
                    <a:extLst>
                      <a:ext uri="{FF2B5EF4-FFF2-40B4-BE49-F238E27FC236}">
                        <a16:creationId xmlns:a16="http://schemas.microsoft.com/office/drawing/2014/main" id="{70B02BB0-9486-4801-4094-7779729F93E7}"/>
                      </a:ext>
                    </a:extLst>
                  </p:cNvPr>
                  <p:cNvSpPr/>
                  <p:nvPr/>
                </p:nvSpPr>
                <p:spPr>
                  <a:xfrm>
                    <a:off x="4958343" y="3036332"/>
                    <a:ext cx="25682" cy="39739"/>
                  </a:xfrm>
                  <a:custGeom>
                    <a:avLst/>
                    <a:gdLst>
                      <a:gd name="connsiteX0" fmla="*/ 3238 w 25682"/>
                      <a:gd name="connsiteY0" fmla="*/ 39739 h 39739"/>
                      <a:gd name="connsiteX1" fmla="*/ 0 w 25682"/>
                      <a:gd name="connsiteY1" fmla="*/ 39739 h 39739"/>
                      <a:gd name="connsiteX2" fmla="*/ 0 w 25682"/>
                      <a:gd name="connsiteY2" fmla="*/ 765 h 39739"/>
                      <a:gd name="connsiteX3" fmla="*/ 3238 w 25682"/>
                      <a:gd name="connsiteY3" fmla="*/ 765 h 39739"/>
                      <a:gd name="connsiteX4" fmla="*/ 3238 w 25682"/>
                      <a:gd name="connsiteY4" fmla="*/ 5667 h 39739"/>
                      <a:gd name="connsiteX5" fmla="*/ 3351 w 25682"/>
                      <a:gd name="connsiteY5" fmla="*/ 5667 h 39739"/>
                      <a:gd name="connsiteX6" fmla="*/ 5150 w 25682"/>
                      <a:gd name="connsiteY6" fmla="*/ 3239 h 39739"/>
                      <a:gd name="connsiteX7" fmla="*/ 7579 w 25682"/>
                      <a:gd name="connsiteY7" fmla="*/ 1462 h 39739"/>
                      <a:gd name="connsiteX8" fmla="*/ 10300 w 25682"/>
                      <a:gd name="connsiteY8" fmla="*/ 382 h 39739"/>
                      <a:gd name="connsiteX9" fmla="*/ 13044 w 25682"/>
                      <a:gd name="connsiteY9" fmla="*/ 0 h 39739"/>
                      <a:gd name="connsiteX10" fmla="*/ 18824 w 25682"/>
                      <a:gd name="connsiteY10" fmla="*/ 1124 h 39739"/>
                      <a:gd name="connsiteX11" fmla="*/ 22737 w 25682"/>
                      <a:gd name="connsiteY11" fmla="*/ 4228 h 39739"/>
                      <a:gd name="connsiteX12" fmla="*/ 24986 w 25682"/>
                      <a:gd name="connsiteY12" fmla="*/ 8906 h 39739"/>
                      <a:gd name="connsiteX13" fmla="*/ 25683 w 25682"/>
                      <a:gd name="connsiteY13" fmla="*/ 14686 h 39739"/>
                      <a:gd name="connsiteX14" fmla="*/ 24918 w 25682"/>
                      <a:gd name="connsiteY14" fmla="*/ 20308 h 39739"/>
                      <a:gd name="connsiteX15" fmla="*/ 22624 w 25682"/>
                      <a:gd name="connsiteY15" fmla="*/ 25031 h 39739"/>
                      <a:gd name="connsiteX16" fmla="*/ 18734 w 25682"/>
                      <a:gd name="connsiteY16" fmla="*/ 28269 h 39739"/>
                      <a:gd name="connsiteX17" fmla="*/ 13201 w 25682"/>
                      <a:gd name="connsiteY17" fmla="*/ 29484 h 39739"/>
                      <a:gd name="connsiteX18" fmla="*/ 7511 w 25682"/>
                      <a:gd name="connsiteY18" fmla="*/ 28157 h 39739"/>
                      <a:gd name="connsiteX19" fmla="*/ 3216 w 25682"/>
                      <a:gd name="connsiteY19" fmla="*/ 24244 h 39739"/>
                      <a:gd name="connsiteX20" fmla="*/ 3216 w 25682"/>
                      <a:gd name="connsiteY20" fmla="*/ 39739 h 39739"/>
                      <a:gd name="connsiteX21" fmla="*/ 3238 w 25682"/>
                      <a:gd name="connsiteY21" fmla="*/ 14866 h 39739"/>
                      <a:gd name="connsiteX22" fmla="*/ 3891 w 25682"/>
                      <a:gd name="connsiteY22" fmla="*/ 19363 h 39739"/>
                      <a:gd name="connsiteX23" fmla="*/ 5757 w 25682"/>
                      <a:gd name="connsiteY23" fmla="*/ 23097 h 39739"/>
                      <a:gd name="connsiteX24" fmla="*/ 8726 w 25682"/>
                      <a:gd name="connsiteY24" fmla="*/ 25638 h 39739"/>
                      <a:gd name="connsiteX25" fmla="*/ 12684 w 25682"/>
                      <a:gd name="connsiteY25" fmla="*/ 26583 h 39739"/>
                      <a:gd name="connsiteX26" fmla="*/ 17024 w 25682"/>
                      <a:gd name="connsiteY26" fmla="*/ 25593 h 39739"/>
                      <a:gd name="connsiteX27" fmla="*/ 20083 w 25682"/>
                      <a:gd name="connsiteY27" fmla="*/ 22872 h 39739"/>
                      <a:gd name="connsiteX28" fmla="*/ 21815 w 25682"/>
                      <a:gd name="connsiteY28" fmla="*/ 18846 h 39739"/>
                      <a:gd name="connsiteX29" fmla="*/ 22242 w 25682"/>
                      <a:gd name="connsiteY29" fmla="*/ 13899 h 39739"/>
                      <a:gd name="connsiteX30" fmla="*/ 21522 w 25682"/>
                      <a:gd name="connsiteY30" fmla="*/ 9221 h 39739"/>
                      <a:gd name="connsiteX31" fmla="*/ 19498 w 25682"/>
                      <a:gd name="connsiteY31" fmla="*/ 5802 h 39739"/>
                      <a:gd name="connsiteX32" fmla="*/ 16485 w 25682"/>
                      <a:gd name="connsiteY32" fmla="*/ 3666 h 39739"/>
                      <a:gd name="connsiteX33" fmla="*/ 12706 w 25682"/>
                      <a:gd name="connsiteY33" fmla="*/ 2946 h 39739"/>
                      <a:gd name="connsiteX34" fmla="*/ 8658 w 25682"/>
                      <a:gd name="connsiteY34" fmla="*/ 3868 h 39739"/>
                      <a:gd name="connsiteX35" fmla="*/ 5690 w 25682"/>
                      <a:gd name="connsiteY35" fmla="*/ 6387 h 39739"/>
                      <a:gd name="connsiteX36" fmla="*/ 3891 w 25682"/>
                      <a:gd name="connsiteY36" fmla="*/ 10165 h 39739"/>
                      <a:gd name="connsiteX37" fmla="*/ 3261 w 25682"/>
                      <a:gd name="connsiteY37" fmla="*/ 14888 h 3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682" h="39739">
                        <a:moveTo>
                          <a:pt x="3238" y="39739"/>
                        </a:moveTo>
                        <a:lnTo>
                          <a:pt x="0" y="39739"/>
                        </a:lnTo>
                        <a:lnTo>
                          <a:pt x="0" y="765"/>
                        </a:lnTo>
                        <a:lnTo>
                          <a:pt x="3238" y="765"/>
                        </a:lnTo>
                        <a:lnTo>
                          <a:pt x="3238" y="5667"/>
                        </a:lnTo>
                        <a:lnTo>
                          <a:pt x="3351" y="5667"/>
                        </a:lnTo>
                        <a:cubicBezTo>
                          <a:pt x="3823" y="4768"/>
                          <a:pt x="4430" y="3958"/>
                          <a:pt x="5150" y="3239"/>
                        </a:cubicBezTo>
                        <a:cubicBezTo>
                          <a:pt x="5892" y="2519"/>
                          <a:pt x="6702" y="1934"/>
                          <a:pt x="7579" y="1462"/>
                        </a:cubicBezTo>
                        <a:cubicBezTo>
                          <a:pt x="8456" y="990"/>
                          <a:pt x="9378" y="630"/>
                          <a:pt x="10300" y="382"/>
                        </a:cubicBezTo>
                        <a:cubicBezTo>
                          <a:pt x="11245" y="135"/>
                          <a:pt x="12144" y="0"/>
                          <a:pt x="13044" y="0"/>
                        </a:cubicBezTo>
                        <a:cubicBezTo>
                          <a:pt x="15315" y="0"/>
                          <a:pt x="17227" y="382"/>
                          <a:pt x="18824" y="1124"/>
                        </a:cubicBezTo>
                        <a:cubicBezTo>
                          <a:pt x="20420" y="1867"/>
                          <a:pt x="21702" y="2924"/>
                          <a:pt x="22737" y="4228"/>
                        </a:cubicBezTo>
                        <a:cubicBezTo>
                          <a:pt x="23771" y="5532"/>
                          <a:pt x="24513" y="7107"/>
                          <a:pt x="24986" y="8906"/>
                        </a:cubicBezTo>
                        <a:cubicBezTo>
                          <a:pt x="25458" y="10705"/>
                          <a:pt x="25683" y="12639"/>
                          <a:pt x="25683" y="14686"/>
                        </a:cubicBezTo>
                        <a:cubicBezTo>
                          <a:pt x="25683" y="16620"/>
                          <a:pt x="25436" y="18509"/>
                          <a:pt x="24918" y="20308"/>
                        </a:cubicBezTo>
                        <a:cubicBezTo>
                          <a:pt x="24424" y="22107"/>
                          <a:pt x="23659" y="23682"/>
                          <a:pt x="22624" y="25031"/>
                        </a:cubicBezTo>
                        <a:cubicBezTo>
                          <a:pt x="21590" y="26380"/>
                          <a:pt x="20308" y="27460"/>
                          <a:pt x="18734" y="28269"/>
                        </a:cubicBezTo>
                        <a:cubicBezTo>
                          <a:pt x="17160" y="29079"/>
                          <a:pt x="15315" y="29484"/>
                          <a:pt x="13201" y="29484"/>
                        </a:cubicBezTo>
                        <a:cubicBezTo>
                          <a:pt x="11222" y="29484"/>
                          <a:pt x="9333" y="29034"/>
                          <a:pt x="7511" y="28157"/>
                        </a:cubicBezTo>
                        <a:cubicBezTo>
                          <a:pt x="5690" y="27280"/>
                          <a:pt x="4273" y="25975"/>
                          <a:pt x="3216" y="24244"/>
                        </a:cubicBezTo>
                        <a:lnTo>
                          <a:pt x="3216" y="39739"/>
                        </a:lnTo>
                        <a:close/>
                        <a:moveTo>
                          <a:pt x="3238" y="14866"/>
                        </a:moveTo>
                        <a:cubicBezTo>
                          <a:pt x="3238" y="16440"/>
                          <a:pt x="3463" y="17947"/>
                          <a:pt x="3891" y="19363"/>
                        </a:cubicBezTo>
                        <a:cubicBezTo>
                          <a:pt x="4318" y="20780"/>
                          <a:pt x="4948" y="22017"/>
                          <a:pt x="5757" y="23097"/>
                        </a:cubicBezTo>
                        <a:cubicBezTo>
                          <a:pt x="6567" y="24154"/>
                          <a:pt x="7556" y="25008"/>
                          <a:pt x="8726" y="25638"/>
                        </a:cubicBezTo>
                        <a:cubicBezTo>
                          <a:pt x="9895" y="26268"/>
                          <a:pt x="11222" y="26583"/>
                          <a:pt x="12684" y="26583"/>
                        </a:cubicBezTo>
                        <a:cubicBezTo>
                          <a:pt x="14348" y="26583"/>
                          <a:pt x="15787" y="26245"/>
                          <a:pt x="17024" y="25593"/>
                        </a:cubicBezTo>
                        <a:cubicBezTo>
                          <a:pt x="18262" y="24918"/>
                          <a:pt x="19273" y="24019"/>
                          <a:pt x="20083" y="22872"/>
                        </a:cubicBezTo>
                        <a:cubicBezTo>
                          <a:pt x="20870" y="21725"/>
                          <a:pt x="21455" y="20376"/>
                          <a:pt x="21815" y="18846"/>
                        </a:cubicBezTo>
                        <a:cubicBezTo>
                          <a:pt x="22175" y="17317"/>
                          <a:pt x="22309" y="15675"/>
                          <a:pt x="22242" y="13899"/>
                        </a:cubicBezTo>
                        <a:cubicBezTo>
                          <a:pt x="22242" y="12144"/>
                          <a:pt x="21995" y="10570"/>
                          <a:pt x="21522" y="9221"/>
                        </a:cubicBezTo>
                        <a:cubicBezTo>
                          <a:pt x="21028" y="7871"/>
                          <a:pt x="20353" y="6724"/>
                          <a:pt x="19498" y="5802"/>
                        </a:cubicBezTo>
                        <a:cubicBezTo>
                          <a:pt x="18644" y="4858"/>
                          <a:pt x="17632" y="4161"/>
                          <a:pt x="16485" y="3666"/>
                        </a:cubicBezTo>
                        <a:cubicBezTo>
                          <a:pt x="15338" y="3171"/>
                          <a:pt x="14079" y="2946"/>
                          <a:pt x="12706" y="2946"/>
                        </a:cubicBezTo>
                        <a:cubicBezTo>
                          <a:pt x="11200" y="2946"/>
                          <a:pt x="9850" y="3261"/>
                          <a:pt x="8658" y="3868"/>
                        </a:cubicBezTo>
                        <a:cubicBezTo>
                          <a:pt x="7466" y="4475"/>
                          <a:pt x="6477" y="5308"/>
                          <a:pt x="5690" y="6387"/>
                        </a:cubicBezTo>
                        <a:cubicBezTo>
                          <a:pt x="4903" y="7444"/>
                          <a:pt x="4295" y="8703"/>
                          <a:pt x="3891" y="10165"/>
                        </a:cubicBezTo>
                        <a:cubicBezTo>
                          <a:pt x="3486" y="11627"/>
                          <a:pt x="3261" y="13201"/>
                          <a:pt x="3261" y="14888"/>
                        </a:cubicBezTo>
                        <a:close/>
                      </a:path>
                    </a:pathLst>
                  </a:custGeom>
                  <a:solidFill>
                    <a:srgbClr val="010101"/>
                  </a:solidFill>
                  <a:ln w="2249" cap="flat">
                    <a:noFill/>
                    <a:prstDash val="solid"/>
                    <a:miter/>
                  </a:ln>
                </p:spPr>
                <p:txBody>
                  <a:bodyPr rtlCol="0" anchor="ctr"/>
                  <a:lstStyle/>
                  <a:p>
                    <a:endParaRPr lang="en-US"/>
                  </a:p>
                </p:txBody>
              </p:sp>
              <p:sp>
                <p:nvSpPr>
                  <p:cNvPr id="3479" name="Freeform 3478">
                    <a:extLst>
                      <a:ext uri="{FF2B5EF4-FFF2-40B4-BE49-F238E27FC236}">
                        <a16:creationId xmlns:a16="http://schemas.microsoft.com/office/drawing/2014/main" id="{39D150F2-6952-D07A-A3BF-D10B20CEF26E}"/>
                      </a:ext>
                    </a:extLst>
                  </p:cNvPr>
                  <p:cNvSpPr/>
                  <p:nvPr/>
                </p:nvSpPr>
                <p:spPr>
                  <a:xfrm>
                    <a:off x="4989468" y="3036399"/>
                    <a:ext cx="26357" cy="29483"/>
                  </a:xfrm>
                  <a:custGeom>
                    <a:avLst/>
                    <a:gdLst>
                      <a:gd name="connsiteX0" fmla="*/ 14326 w 26357"/>
                      <a:gd name="connsiteY0" fmla="*/ 12369 h 29483"/>
                      <a:gd name="connsiteX1" fmla="*/ 16507 w 26357"/>
                      <a:gd name="connsiteY1" fmla="*/ 12054 h 29483"/>
                      <a:gd name="connsiteX2" fmla="*/ 18576 w 26357"/>
                      <a:gd name="connsiteY2" fmla="*/ 11470 h 29483"/>
                      <a:gd name="connsiteX3" fmla="*/ 19566 w 26357"/>
                      <a:gd name="connsiteY3" fmla="*/ 10210 h 29483"/>
                      <a:gd name="connsiteX4" fmla="*/ 19746 w 26357"/>
                      <a:gd name="connsiteY4" fmla="*/ 8569 h 29483"/>
                      <a:gd name="connsiteX5" fmla="*/ 18149 w 26357"/>
                      <a:gd name="connsiteY5" fmla="*/ 4498 h 29483"/>
                      <a:gd name="connsiteX6" fmla="*/ 12774 w 26357"/>
                      <a:gd name="connsiteY6" fmla="*/ 2901 h 29483"/>
                      <a:gd name="connsiteX7" fmla="*/ 9693 w 26357"/>
                      <a:gd name="connsiteY7" fmla="*/ 3193 h 29483"/>
                      <a:gd name="connsiteX8" fmla="*/ 7242 w 26357"/>
                      <a:gd name="connsiteY8" fmla="*/ 4228 h 29483"/>
                      <a:gd name="connsiteX9" fmla="*/ 5510 w 26357"/>
                      <a:gd name="connsiteY9" fmla="*/ 6162 h 29483"/>
                      <a:gd name="connsiteX10" fmla="*/ 4610 w 26357"/>
                      <a:gd name="connsiteY10" fmla="*/ 9221 h 29483"/>
                      <a:gd name="connsiteX11" fmla="*/ 1327 w 26357"/>
                      <a:gd name="connsiteY11" fmla="*/ 9221 h 29483"/>
                      <a:gd name="connsiteX12" fmla="*/ 2451 w 26357"/>
                      <a:gd name="connsiteY12" fmla="*/ 4993 h 29483"/>
                      <a:gd name="connsiteX13" fmla="*/ 4970 w 26357"/>
                      <a:gd name="connsiteY13" fmla="*/ 2137 h 29483"/>
                      <a:gd name="connsiteX14" fmla="*/ 8524 w 26357"/>
                      <a:gd name="connsiteY14" fmla="*/ 517 h 29483"/>
                      <a:gd name="connsiteX15" fmla="*/ 12819 w 26357"/>
                      <a:gd name="connsiteY15" fmla="*/ 0 h 29483"/>
                      <a:gd name="connsiteX16" fmla="*/ 16777 w 26357"/>
                      <a:gd name="connsiteY16" fmla="*/ 450 h 29483"/>
                      <a:gd name="connsiteX17" fmla="*/ 20016 w 26357"/>
                      <a:gd name="connsiteY17" fmla="*/ 1912 h 29483"/>
                      <a:gd name="connsiteX18" fmla="*/ 22175 w 26357"/>
                      <a:gd name="connsiteY18" fmla="*/ 4588 h 29483"/>
                      <a:gd name="connsiteX19" fmla="*/ 22962 w 26357"/>
                      <a:gd name="connsiteY19" fmla="*/ 8681 h 29483"/>
                      <a:gd name="connsiteX20" fmla="*/ 22962 w 26357"/>
                      <a:gd name="connsiteY20" fmla="*/ 23906 h 29483"/>
                      <a:gd name="connsiteX21" fmla="*/ 23637 w 26357"/>
                      <a:gd name="connsiteY21" fmla="*/ 26313 h 29483"/>
                      <a:gd name="connsiteX22" fmla="*/ 26358 w 26357"/>
                      <a:gd name="connsiteY22" fmla="*/ 26065 h 29483"/>
                      <a:gd name="connsiteX23" fmla="*/ 26358 w 26357"/>
                      <a:gd name="connsiteY23" fmla="*/ 28607 h 29483"/>
                      <a:gd name="connsiteX24" fmla="*/ 25256 w 26357"/>
                      <a:gd name="connsiteY24" fmla="*/ 28922 h 29483"/>
                      <a:gd name="connsiteX25" fmla="*/ 23816 w 26357"/>
                      <a:gd name="connsiteY25" fmla="*/ 29146 h 29483"/>
                      <a:gd name="connsiteX26" fmla="*/ 22355 w 26357"/>
                      <a:gd name="connsiteY26" fmla="*/ 28989 h 29483"/>
                      <a:gd name="connsiteX27" fmla="*/ 21050 w 26357"/>
                      <a:gd name="connsiteY27" fmla="*/ 28472 h 29483"/>
                      <a:gd name="connsiteX28" fmla="*/ 20263 w 26357"/>
                      <a:gd name="connsiteY28" fmla="*/ 27505 h 29483"/>
                      <a:gd name="connsiteX29" fmla="*/ 19858 w 26357"/>
                      <a:gd name="connsiteY29" fmla="*/ 26268 h 29483"/>
                      <a:gd name="connsiteX30" fmla="*/ 19746 w 26357"/>
                      <a:gd name="connsiteY30" fmla="*/ 24829 h 29483"/>
                      <a:gd name="connsiteX31" fmla="*/ 15045 w 26357"/>
                      <a:gd name="connsiteY31" fmla="*/ 28292 h 29483"/>
                      <a:gd name="connsiteX32" fmla="*/ 9333 w 26357"/>
                      <a:gd name="connsiteY32" fmla="*/ 29484 h 29483"/>
                      <a:gd name="connsiteX33" fmla="*/ 5802 w 26357"/>
                      <a:gd name="connsiteY33" fmla="*/ 28989 h 29483"/>
                      <a:gd name="connsiteX34" fmla="*/ 2811 w 26357"/>
                      <a:gd name="connsiteY34" fmla="*/ 27482 h 29483"/>
                      <a:gd name="connsiteX35" fmla="*/ 765 w 26357"/>
                      <a:gd name="connsiteY35" fmla="*/ 24963 h 29483"/>
                      <a:gd name="connsiteX36" fmla="*/ 0 w 26357"/>
                      <a:gd name="connsiteY36" fmla="*/ 21433 h 29483"/>
                      <a:gd name="connsiteX37" fmla="*/ 9760 w 26357"/>
                      <a:gd name="connsiteY37" fmla="*/ 13021 h 29483"/>
                      <a:gd name="connsiteX38" fmla="*/ 14236 w 26357"/>
                      <a:gd name="connsiteY38" fmla="*/ 12437 h 29483"/>
                      <a:gd name="connsiteX39" fmla="*/ 19768 w 26357"/>
                      <a:gd name="connsiteY39" fmla="*/ 13989 h 29483"/>
                      <a:gd name="connsiteX40" fmla="*/ 15608 w 26357"/>
                      <a:gd name="connsiteY40" fmla="*/ 15113 h 29483"/>
                      <a:gd name="connsiteX41" fmla="*/ 11402 w 26357"/>
                      <a:gd name="connsiteY41" fmla="*/ 15540 h 29483"/>
                      <a:gd name="connsiteX42" fmla="*/ 5600 w 26357"/>
                      <a:gd name="connsiteY42" fmla="*/ 17205 h 29483"/>
                      <a:gd name="connsiteX43" fmla="*/ 3531 w 26357"/>
                      <a:gd name="connsiteY43" fmla="*/ 21478 h 29483"/>
                      <a:gd name="connsiteX44" fmla="*/ 4048 w 26357"/>
                      <a:gd name="connsiteY44" fmla="*/ 23726 h 29483"/>
                      <a:gd name="connsiteX45" fmla="*/ 5398 w 26357"/>
                      <a:gd name="connsiteY45" fmla="*/ 25301 h 29483"/>
                      <a:gd name="connsiteX46" fmla="*/ 7332 w 26357"/>
                      <a:gd name="connsiteY46" fmla="*/ 26223 h 29483"/>
                      <a:gd name="connsiteX47" fmla="*/ 9581 w 26357"/>
                      <a:gd name="connsiteY47" fmla="*/ 26515 h 29483"/>
                      <a:gd name="connsiteX48" fmla="*/ 13359 w 26357"/>
                      <a:gd name="connsiteY48" fmla="*/ 26020 h 29483"/>
                      <a:gd name="connsiteX49" fmla="*/ 16620 w 26357"/>
                      <a:gd name="connsiteY49" fmla="*/ 24536 h 29483"/>
                      <a:gd name="connsiteX50" fmla="*/ 18914 w 26357"/>
                      <a:gd name="connsiteY50" fmla="*/ 21995 h 29483"/>
                      <a:gd name="connsiteX51" fmla="*/ 19768 w 26357"/>
                      <a:gd name="connsiteY51" fmla="*/ 18352 h 29483"/>
                      <a:gd name="connsiteX52" fmla="*/ 19768 w 26357"/>
                      <a:gd name="connsiteY52" fmla="*/ 13989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357" h="29483">
                        <a:moveTo>
                          <a:pt x="14326" y="12369"/>
                        </a:moveTo>
                        <a:cubicBezTo>
                          <a:pt x="14933" y="12302"/>
                          <a:pt x="15675" y="12189"/>
                          <a:pt x="16507" y="12054"/>
                        </a:cubicBezTo>
                        <a:cubicBezTo>
                          <a:pt x="17362" y="11919"/>
                          <a:pt x="18037" y="11717"/>
                          <a:pt x="18576" y="11470"/>
                        </a:cubicBezTo>
                        <a:cubicBezTo>
                          <a:pt x="19116" y="11222"/>
                          <a:pt x="19454" y="10795"/>
                          <a:pt x="19566" y="10210"/>
                        </a:cubicBezTo>
                        <a:cubicBezTo>
                          <a:pt x="19701" y="9626"/>
                          <a:pt x="19746" y="9063"/>
                          <a:pt x="19746" y="8569"/>
                        </a:cubicBezTo>
                        <a:cubicBezTo>
                          <a:pt x="19746" y="6904"/>
                          <a:pt x="19206" y="5555"/>
                          <a:pt x="18149" y="4498"/>
                        </a:cubicBezTo>
                        <a:cubicBezTo>
                          <a:pt x="17092" y="3441"/>
                          <a:pt x="15293" y="2901"/>
                          <a:pt x="12774" y="2901"/>
                        </a:cubicBezTo>
                        <a:cubicBezTo>
                          <a:pt x="11649" y="2901"/>
                          <a:pt x="10638" y="2991"/>
                          <a:pt x="9693" y="3193"/>
                        </a:cubicBezTo>
                        <a:cubicBezTo>
                          <a:pt x="8748" y="3396"/>
                          <a:pt x="7939" y="3733"/>
                          <a:pt x="7242" y="4228"/>
                        </a:cubicBezTo>
                        <a:cubicBezTo>
                          <a:pt x="6545" y="4723"/>
                          <a:pt x="5960" y="5353"/>
                          <a:pt x="5510" y="6162"/>
                        </a:cubicBezTo>
                        <a:cubicBezTo>
                          <a:pt x="5060" y="6972"/>
                          <a:pt x="4768" y="7984"/>
                          <a:pt x="4610" y="9221"/>
                        </a:cubicBezTo>
                        <a:lnTo>
                          <a:pt x="1327" y="9221"/>
                        </a:lnTo>
                        <a:cubicBezTo>
                          <a:pt x="1439" y="7556"/>
                          <a:pt x="1822" y="6162"/>
                          <a:pt x="2451" y="4993"/>
                        </a:cubicBezTo>
                        <a:cubicBezTo>
                          <a:pt x="3081" y="3823"/>
                          <a:pt x="3936" y="2879"/>
                          <a:pt x="4970" y="2137"/>
                        </a:cubicBezTo>
                        <a:cubicBezTo>
                          <a:pt x="6005" y="1394"/>
                          <a:pt x="7174" y="855"/>
                          <a:pt x="8524" y="517"/>
                        </a:cubicBezTo>
                        <a:cubicBezTo>
                          <a:pt x="9873" y="180"/>
                          <a:pt x="11312" y="0"/>
                          <a:pt x="12819" y="0"/>
                        </a:cubicBezTo>
                        <a:cubicBezTo>
                          <a:pt x="14213" y="0"/>
                          <a:pt x="15540" y="157"/>
                          <a:pt x="16777" y="450"/>
                        </a:cubicBezTo>
                        <a:cubicBezTo>
                          <a:pt x="18014" y="765"/>
                          <a:pt x="19094" y="1237"/>
                          <a:pt x="20016" y="1912"/>
                        </a:cubicBezTo>
                        <a:cubicBezTo>
                          <a:pt x="20938" y="2586"/>
                          <a:pt x="21657" y="3463"/>
                          <a:pt x="22175" y="4588"/>
                        </a:cubicBezTo>
                        <a:cubicBezTo>
                          <a:pt x="22692" y="5712"/>
                          <a:pt x="22962" y="7062"/>
                          <a:pt x="22962" y="8681"/>
                        </a:cubicBezTo>
                        <a:lnTo>
                          <a:pt x="22962" y="23906"/>
                        </a:lnTo>
                        <a:cubicBezTo>
                          <a:pt x="22962" y="25166"/>
                          <a:pt x="23187" y="25975"/>
                          <a:pt x="23637" y="26313"/>
                        </a:cubicBezTo>
                        <a:cubicBezTo>
                          <a:pt x="24086" y="26650"/>
                          <a:pt x="24986" y="26583"/>
                          <a:pt x="26358" y="26065"/>
                        </a:cubicBezTo>
                        <a:lnTo>
                          <a:pt x="26358" y="28607"/>
                        </a:lnTo>
                        <a:cubicBezTo>
                          <a:pt x="26110" y="28674"/>
                          <a:pt x="25728" y="28787"/>
                          <a:pt x="25256" y="28922"/>
                        </a:cubicBezTo>
                        <a:cubicBezTo>
                          <a:pt x="24761" y="29056"/>
                          <a:pt x="24289" y="29146"/>
                          <a:pt x="23816" y="29146"/>
                        </a:cubicBezTo>
                        <a:cubicBezTo>
                          <a:pt x="23322" y="29146"/>
                          <a:pt x="22827" y="29102"/>
                          <a:pt x="22355" y="28989"/>
                        </a:cubicBezTo>
                        <a:cubicBezTo>
                          <a:pt x="21815" y="28922"/>
                          <a:pt x="21388" y="28742"/>
                          <a:pt x="21050" y="28472"/>
                        </a:cubicBezTo>
                        <a:cubicBezTo>
                          <a:pt x="20713" y="28202"/>
                          <a:pt x="20465" y="27887"/>
                          <a:pt x="20263" y="27505"/>
                        </a:cubicBezTo>
                        <a:cubicBezTo>
                          <a:pt x="20061" y="27122"/>
                          <a:pt x="19926" y="26718"/>
                          <a:pt x="19858" y="26268"/>
                        </a:cubicBezTo>
                        <a:cubicBezTo>
                          <a:pt x="19791" y="25818"/>
                          <a:pt x="19746" y="25346"/>
                          <a:pt x="19746" y="24829"/>
                        </a:cubicBezTo>
                        <a:cubicBezTo>
                          <a:pt x="18374" y="26335"/>
                          <a:pt x="16822" y="27482"/>
                          <a:pt x="15045" y="28292"/>
                        </a:cubicBezTo>
                        <a:cubicBezTo>
                          <a:pt x="13291" y="29079"/>
                          <a:pt x="11380" y="29484"/>
                          <a:pt x="9333" y="29484"/>
                        </a:cubicBezTo>
                        <a:cubicBezTo>
                          <a:pt x="8119" y="29484"/>
                          <a:pt x="6927" y="29326"/>
                          <a:pt x="5802" y="28989"/>
                        </a:cubicBezTo>
                        <a:cubicBezTo>
                          <a:pt x="4678" y="28652"/>
                          <a:pt x="3666" y="28157"/>
                          <a:pt x="2811" y="27482"/>
                        </a:cubicBezTo>
                        <a:cubicBezTo>
                          <a:pt x="1957" y="26808"/>
                          <a:pt x="1259" y="25953"/>
                          <a:pt x="765" y="24963"/>
                        </a:cubicBezTo>
                        <a:cubicBezTo>
                          <a:pt x="270" y="23974"/>
                          <a:pt x="0" y="22804"/>
                          <a:pt x="0" y="21433"/>
                        </a:cubicBezTo>
                        <a:cubicBezTo>
                          <a:pt x="0" y="16687"/>
                          <a:pt x="3261" y="13876"/>
                          <a:pt x="9760" y="13021"/>
                        </a:cubicBezTo>
                        <a:lnTo>
                          <a:pt x="14236" y="12437"/>
                        </a:lnTo>
                        <a:close/>
                        <a:moveTo>
                          <a:pt x="19768" y="13989"/>
                        </a:moveTo>
                        <a:cubicBezTo>
                          <a:pt x="18396" y="14573"/>
                          <a:pt x="17024" y="14933"/>
                          <a:pt x="15608" y="15113"/>
                        </a:cubicBezTo>
                        <a:cubicBezTo>
                          <a:pt x="14191" y="15293"/>
                          <a:pt x="12796" y="15428"/>
                          <a:pt x="11402" y="15540"/>
                        </a:cubicBezTo>
                        <a:cubicBezTo>
                          <a:pt x="8928" y="15720"/>
                          <a:pt x="6994" y="16282"/>
                          <a:pt x="5600" y="17205"/>
                        </a:cubicBezTo>
                        <a:cubicBezTo>
                          <a:pt x="4206" y="18149"/>
                          <a:pt x="3531" y="19566"/>
                          <a:pt x="3531" y="21478"/>
                        </a:cubicBezTo>
                        <a:cubicBezTo>
                          <a:pt x="3531" y="22332"/>
                          <a:pt x="3711" y="23097"/>
                          <a:pt x="4048" y="23726"/>
                        </a:cubicBezTo>
                        <a:cubicBezTo>
                          <a:pt x="4385" y="24356"/>
                          <a:pt x="4835" y="24873"/>
                          <a:pt x="5398" y="25301"/>
                        </a:cubicBezTo>
                        <a:cubicBezTo>
                          <a:pt x="5960" y="25706"/>
                          <a:pt x="6612" y="26020"/>
                          <a:pt x="7332" y="26223"/>
                        </a:cubicBezTo>
                        <a:cubicBezTo>
                          <a:pt x="8074" y="26425"/>
                          <a:pt x="8816" y="26515"/>
                          <a:pt x="9581" y="26515"/>
                        </a:cubicBezTo>
                        <a:cubicBezTo>
                          <a:pt x="10885" y="26515"/>
                          <a:pt x="12144" y="26358"/>
                          <a:pt x="13359" y="26020"/>
                        </a:cubicBezTo>
                        <a:cubicBezTo>
                          <a:pt x="14573" y="25706"/>
                          <a:pt x="15675" y="25211"/>
                          <a:pt x="16620" y="24536"/>
                        </a:cubicBezTo>
                        <a:cubicBezTo>
                          <a:pt x="17564" y="23861"/>
                          <a:pt x="18329" y="23029"/>
                          <a:pt x="18914" y="21995"/>
                        </a:cubicBezTo>
                        <a:cubicBezTo>
                          <a:pt x="19499" y="20960"/>
                          <a:pt x="19768" y="19746"/>
                          <a:pt x="19768" y="18352"/>
                        </a:cubicBezTo>
                        <a:lnTo>
                          <a:pt x="19768" y="13989"/>
                        </a:lnTo>
                        <a:close/>
                      </a:path>
                    </a:pathLst>
                  </a:custGeom>
                  <a:solidFill>
                    <a:srgbClr val="010101"/>
                  </a:solidFill>
                  <a:ln w="2249" cap="flat">
                    <a:noFill/>
                    <a:prstDash val="solid"/>
                    <a:miter/>
                  </a:ln>
                </p:spPr>
                <p:txBody>
                  <a:bodyPr rtlCol="0" anchor="ctr"/>
                  <a:lstStyle/>
                  <a:p>
                    <a:endParaRPr lang="en-US"/>
                  </a:p>
                </p:txBody>
              </p:sp>
              <p:sp>
                <p:nvSpPr>
                  <p:cNvPr id="3480" name="Freeform 3479">
                    <a:extLst>
                      <a:ext uri="{FF2B5EF4-FFF2-40B4-BE49-F238E27FC236}">
                        <a16:creationId xmlns:a16="http://schemas.microsoft.com/office/drawing/2014/main" id="{7DED8D85-2BD8-5BC3-0725-EE3829392167}"/>
                      </a:ext>
                    </a:extLst>
                  </p:cNvPr>
                  <p:cNvSpPr/>
                  <p:nvPr/>
                </p:nvSpPr>
                <p:spPr>
                  <a:xfrm>
                    <a:off x="5021111" y="3036354"/>
                    <a:ext cx="12481" cy="28719"/>
                  </a:xfrm>
                  <a:custGeom>
                    <a:avLst/>
                    <a:gdLst>
                      <a:gd name="connsiteX0" fmla="*/ 3239 w 12481"/>
                      <a:gd name="connsiteY0" fmla="*/ 28719 h 28719"/>
                      <a:gd name="connsiteX1" fmla="*/ 0 w 12481"/>
                      <a:gd name="connsiteY1" fmla="*/ 28719 h 28719"/>
                      <a:gd name="connsiteX2" fmla="*/ 0 w 12481"/>
                      <a:gd name="connsiteY2" fmla="*/ 765 h 28719"/>
                      <a:gd name="connsiteX3" fmla="*/ 3239 w 12481"/>
                      <a:gd name="connsiteY3" fmla="*/ 765 h 28719"/>
                      <a:gd name="connsiteX4" fmla="*/ 3239 w 12481"/>
                      <a:gd name="connsiteY4" fmla="*/ 6005 h 28719"/>
                      <a:gd name="connsiteX5" fmla="*/ 3351 w 12481"/>
                      <a:gd name="connsiteY5" fmla="*/ 6005 h 28719"/>
                      <a:gd name="connsiteX6" fmla="*/ 6837 w 12481"/>
                      <a:gd name="connsiteY6" fmla="*/ 1327 h 28719"/>
                      <a:gd name="connsiteX7" fmla="*/ 12482 w 12481"/>
                      <a:gd name="connsiteY7" fmla="*/ 0 h 28719"/>
                      <a:gd name="connsiteX8" fmla="*/ 12482 w 12481"/>
                      <a:gd name="connsiteY8" fmla="*/ 3508 h 28719"/>
                      <a:gd name="connsiteX9" fmla="*/ 7939 w 12481"/>
                      <a:gd name="connsiteY9" fmla="*/ 4363 h 28719"/>
                      <a:gd name="connsiteX10" fmla="*/ 5105 w 12481"/>
                      <a:gd name="connsiteY10" fmla="*/ 6837 h 28719"/>
                      <a:gd name="connsiteX11" fmla="*/ 3643 w 12481"/>
                      <a:gd name="connsiteY11" fmla="*/ 10525 h 28719"/>
                      <a:gd name="connsiteX12" fmla="*/ 3239 w 12481"/>
                      <a:gd name="connsiteY12" fmla="*/ 14978 h 28719"/>
                      <a:gd name="connsiteX13" fmla="*/ 3239 w 12481"/>
                      <a:gd name="connsiteY13" fmla="*/ 28697 h 28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481" h="28719">
                        <a:moveTo>
                          <a:pt x="3239" y="28719"/>
                        </a:moveTo>
                        <a:lnTo>
                          <a:pt x="0" y="28719"/>
                        </a:lnTo>
                        <a:lnTo>
                          <a:pt x="0" y="765"/>
                        </a:lnTo>
                        <a:lnTo>
                          <a:pt x="3239" y="765"/>
                        </a:lnTo>
                        <a:lnTo>
                          <a:pt x="3239" y="6005"/>
                        </a:lnTo>
                        <a:lnTo>
                          <a:pt x="3351" y="6005"/>
                        </a:lnTo>
                        <a:cubicBezTo>
                          <a:pt x="4251" y="3778"/>
                          <a:pt x="5420" y="2226"/>
                          <a:pt x="6837" y="1327"/>
                        </a:cubicBezTo>
                        <a:cubicBezTo>
                          <a:pt x="8254" y="450"/>
                          <a:pt x="10143" y="0"/>
                          <a:pt x="12482" y="0"/>
                        </a:cubicBezTo>
                        <a:lnTo>
                          <a:pt x="12482" y="3508"/>
                        </a:lnTo>
                        <a:cubicBezTo>
                          <a:pt x="10638" y="3463"/>
                          <a:pt x="9131" y="3756"/>
                          <a:pt x="7939" y="4363"/>
                        </a:cubicBezTo>
                        <a:cubicBezTo>
                          <a:pt x="6747" y="4970"/>
                          <a:pt x="5802" y="5802"/>
                          <a:pt x="5105" y="6837"/>
                        </a:cubicBezTo>
                        <a:cubicBezTo>
                          <a:pt x="4408" y="7871"/>
                          <a:pt x="3913" y="9108"/>
                          <a:pt x="3643" y="10525"/>
                        </a:cubicBezTo>
                        <a:cubicBezTo>
                          <a:pt x="3373" y="11942"/>
                          <a:pt x="3239" y="13426"/>
                          <a:pt x="3239" y="14978"/>
                        </a:cubicBezTo>
                        <a:lnTo>
                          <a:pt x="3239" y="28697"/>
                        </a:lnTo>
                        <a:close/>
                      </a:path>
                    </a:pathLst>
                  </a:custGeom>
                  <a:solidFill>
                    <a:srgbClr val="010101"/>
                  </a:solidFill>
                  <a:ln w="2249" cap="flat">
                    <a:noFill/>
                    <a:prstDash val="solid"/>
                    <a:miter/>
                  </a:ln>
                </p:spPr>
                <p:txBody>
                  <a:bodyPr rtlCol="0" anchor="ctr"/>
                  <a:lstStyle/>
                  <a:p>
                    <a:endParaRPr lang="en-US"/>
                  </a:p>
                </p:txBody>
              </p:sp>
              <p:sp>
                <p:nvSpPr>
                  <p:cNvPr id="3481" name="Freeform 3480">
                    <a:extLst>
                      <a:ext uri="{FF2B5EF4-FFF2-40B4-BE49-F238E27FC236}">
                        <a16:creationId xmlns:a16="http://schemas.microsoft.com/office/drawing/2014/main" id="{F3AF6C90-0468-2A52-8A59-B12D6606E25C}"/>
                      </a:ext>
                    </a:extLst>
                  </p:cNvPr>
                  <p:cNvSpPr/>
                  <p:nvPr/>
                </p:nvSpPr>
                <p:spPr>
                  <a:xfrm>
                    <a:off x="5037416" y="3036377"/>
                    <a:ext cx="25167" cy="29483"/>
                  </a:xfrm>
                  <a:custGeom>
                    <a:avLst/>
                    <a:gdLst>
                      <a:gd name="connsiteX0" fmla="*/ 3509 w 25167"/>
                      <a:gd name="connsiteY0" fmla="*/ 15473 h 29483"/>
                      <a:gd name="connsiteX1" fmla="*/ 4093 w 25167"/>
                      <a:gd name="connsiteY1" fmla="*/ 19768 h 29483"/>
                      <a:gd name="connsiteX2" fmla="*/ 5848 w 25167"/>
                      <a:gd name="connsiteY2" fmla="*/ 23277 h 29483"/>
                      <a:gd name="connsiteX3" fmla="*/ 8794 w 25167"/>
                      <a:gd name="connsiteY3" fmla="*/ 25661 h 29483"/>
                      <a:gd name="connsiteX4" fmla="*/ 12887 w 25167"/>
                      <a:gd name="connsiteY4" fmla="*/ 26560 h 29483"/>
                      <a:gd name="connsiteX5" fmla="*/ 18329 w 25167"/>
                      <a:gd name="connsiteY5" fmla="*/ 24896 h 29483"/>
                      <a:gd name="connsiteX6" fmla="*/ 21343 w 25167"/>
                      <a:gd name="connsiteY6" fmla="*/ 20151 h 29483"/>
                      <a:gd name="connsiteX7" fmla="*/ 24964 w 25167"/>
                      <a:gd name="connsiteY7" fmla="*/ 20151 h 29483"/>
                      <a:gd name="connsiteX8" fmla="*/ 23389 w 25167"/>
                      <a:gd name="connsiteY8" fmla="*/ 23839 h 29483"/>
                      <a:gd name="connsiteX9" fmla="*/ 20960 w 25167"/>
                      <a:gd name="connsiteY9" fmla="*/ 26808 h 29483"/>
                      <a:gd name="connsiteX10" fmla="*/ 17497 w 25167"/>
                      <a:gd name="connsiteY10" fmla="*/ 28787 h 29483"/>
                      <a:gd name="connsiteX11" fmla="*/ 12864 w 25167"/>
                      <a:gd name="connsiteY11" fmla="*/ 29484 h 29483"/>
                      <a:gd name="connsiteX12" fmla="*/ 7084 w 25167"/>
                      <a:gd name="connsiteY12" fmla="*/ 28359 h 29483"/>
                      <a:gd name="connsiteX13" fmla="*/ 3081 w 25167"/>
                      <a:gd name="connsiteY13" fmla="*/ 25256 h 29483"/>
                      <a:gd name="connsiteX14" fmla="*/ 765 w 25167"/>
                      <a:gd name="connsiteY14" fmla="*/ 20623 h 29483"/>
                      <a:gd name="connsiteX15" fmla="*/ 0 w 25167"/>
                      <a:gd name="connsiteY15" fmla="*/ 14866 h 29483"/>
                      <a:gd name="connsiteX16" fmla="*/ 900 w 25167"/>
                      <a:gd name="connsiteY16" fmla="*/ 9086 h 29483"/>
                      <a:gd name="connsiteX17" fmla="*/ 3441 w 25167"/>
                      <a:gd name="connsiteY17" fmla="*/ 4363 h 29483"/>
                      <a:gd name="connsiteX18" fmla="*/ 7467 w 25167"/>
                      <a:gd name="connsiteY18" fmla="*/ 1170 h 29483"/>
                      <a:gd name="connsiteX19" fmla="*/ 12864 w 25167"/>
                      <a:gd name="connsiteY19" fmla="*/ 0 h 29483"/>
                      <a:gd name="connsiteX20" fmla="*/ 21927 w 25167"/>
                      <a:gd name="connsiteY20" fmla="*/ 3958 h 29483"/>
                      <a:gd name="connsiteX21" fmla="*/ 25166 w 25167"/>
                      <a:gd name="connsiteY21" fmla="*/ 15473 h 29483"/>
                      <a:gd name="connsiteX22" fmla="*/ 3463 w 25167"/>
                      <a:gd name="connsiteY22" fmla="*/ 15473 h 29483"/>
                      <a:gd name="connsiteX23" fmla="*/ 21748 w 25167"/>
                      <a:gd name="connsiteY23" fmla="*/ 12774 h 29483"/>
                      <a:gd name="connsiteX24" fmla="*/ 21185 w 25167"/>
                      <a:gd name="connsiteY24" fmla="*/ 8906 h 29483"/>
                      <a:gd name="connsiteX25" fmla="*/ 19521 w 25167"/>
                      <a:gd name="connsiteY25" fmla="*/ 5780 h 29483"/>
                      <a:gd name="connsiteX26" fmla="*/ 16732 w 25167"/>
                      <a:gd name="connsiteY26" fmla="*/ 3666 h 29483"/>
                      <a:gd name="connsiteX27" fmla="*/ 12909 w 25167"/>
                      <a:gd name="connsiteY27" fmla="*/ 2879 h 29483"/>
                      <a:gd name="connsiteX28" fmla="*/ 9108 w 25167"/>
                      <a:gd name="connsiteY28" fmla="*/ 3688 h 29483"/>
                      <a:gd name="connsiteX29" fmla="*/ 6297 w 25167"/>
                      <a:gd name="connsiteY29" fmla="*/ 5847 h 29483"/>
                      <a:gd name="connsiteX30" fmla="*/ 4431 w 25167"/>
                      <a:gd name="connsiteY30" fmla="*/ 8973 h 29483"/>
                      <a:gd name="connsiteX31" fmla="*/ 3509 w 25167"/>
                      <a:gd name="connsiteY31" fmla="*/ 12752 h 29483"/>
                      <a:gd name="connsiteX32" fmla="*/ 21748 w 25167"/>
                      <a:gd name="connsiteY32" fmla="*/ 12752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167" h="29483">
                        <a:moveTo>
                          <a:pt x="3509" y="15473"/>
                        </a:moveTo>
                        <a:cubicBezTo>
                          <a:pt x="3509" y="16980"/>
                          <a:pt x="3711" y="18419"/>
                          <a:pt x="4093" y="19768"/>
                        </a:cubicBezTo>
                        <a:cubicBezTo>
                          <a:pt x="4498" y="21118"/>
                          <a:pt x="5083" y="22287"/>
                          <a:pt x="5848" y="23277"/>
                        </a:cubicBezTo>
                        <a:cubicBezTo>
                          <a:pt x="6612" y="24266"/>
                          <a:pt x="7601" y="25053"/>
                          <a:pt x="8794" y="25661"/>
                        </a:cubicBezTo>
                        <a:cubicBezTo>
                          <a:pt x="9986" y="26245"/>
                          <a:pt x="11357" y="26560"/>
                          <a:pt x="12887" y="26560"/>
                        </a:cubicBezTo>
                        <a:cubicBezTo>
                          <a:pt x="15001" y="26560"/>
                          <a:pt x="16822" y="25998"/>
                          <a:pt x="18329" y="24896"/>
                        </a:cubicBezTo>
                        <a:cubicBezTo>
                          <a:pt x="19836" y="23772"/>
                          <a:pt x="20848" y="22197"/>
                          <a:pt x="21343" y="20151"/>
                        </a:cubicBezTo>
                        <a:lnTo>
                          <a:pt x="24964" y="20151"/>
                        </a:lnTo>
                        <a:cubicBezTo>
                          <a:pt x="24559" y="21478"/>
                          <a:pt x="24042" y="22714"/>
                          <a:pt x="23389" y="23839"/>
                        </a:cubicBezTo>
                        <a:cubicBezTo>
                          <a:pt x="22737" y="24963"/>
                          <a:pt x="21927" y="25953"/>
                          <a:pt x="20960" y="26808"/>
                        </a:cubicBezTo>
                        <a:cubicBezTo>
                          <a:pt x="19993" y="27662"/>
                          <a:pt x="18846" y="28314"/>
                          <a:pt x="17497" y="28787"/>
                        </a:cubicBezTo>
                        <a:cubicBezTo>
                          <a:pt x="16170" y="29259"/>
                          <a:pt x="14618" y="29484"/>
                          <a:pt x="12864" y="29484"/>
                        </a:cubicBezTo>
                        <a:cubicBezTo>
                          <a:pt x="10638" y="29484"/>
                          <a:pt x="8703" y="29102"/>
                          <a:pt x="7084" y="28359"/>
                        </a:cubicBezTo>
                        <a:cubicBezTo>
                          <a:pt x="5465" y="27595"/>
                          <a:pt x="4138" y="26560"/>
                          <a:pt x="3081" y="25256"/>
                        </a:cubicBezTo>
                        <a:cubicBezTo>
                          <a:pt x="2047" y="23951"/>
                          <a:pt x="1260" y="22400"/>
                          <a:pt x="765" y="20623"/>
                        </a:cubicBezTo>
                        <a:cubicBezTo>
                          <a:pt x="270" y="18846"/>
                          <a:pt x="0" y="16935"/>
                          <a:pt x="0" y="14866"/>
                        </a:cubicBezTo>
                        <a:cubicBezTo>
                          <a:pt x="0" y="12797"/>
                          <a:pt x="292" y="10885"/>
                          <a:pt x="900" y="9086"/>
                        </a:cubicBezTo>
                        <a:cubicBezTo>
                          <a:pt x="1484" y="7287"/>
                          <a:pt x="2339" y="5712"/>
                          <a:pt x="3441" y="4363"/>
                        </a:cubicBezTo>
                        <a:cubicBezTo>
                          <a:pt x="4543" y="3014"/>
                          <a:pt x="5870" y="1957"/>
                          <a:pt x="7467" y="1170"/>
                        </a:cubicBezTo>
                        <a:cubicBezTo>
                          <a:pt x="9041" y="405"/>
                          <a:pt x="10840" y="0"/>
                          <a:pt x="12864" y="0"/>
                        </a:cubicBezTo>
                        <a:cubicBezTo>
                          <a:pt x="16710" y="0"/>
                          <a:pt x="19746" y="1327"/>
                          <a:pt x="21927" y="3958"/>
                        </a:cubicBezTo>
                        <a:cubicBezTo>
                          <a:pt x="24132" y="6612"/>
                          <a:pt x="25211" y="10435"/>
                          <a:pt x="25166" y="15473"/>
                        </a:cubicBezTo>
                        <a:lnTo>
                          <a:pt x="3463" y="15473"/>
                        </a:lnTo>
                        <a:close/>
                        <a:moveTo>
                          <a:pt x="21748" y="12774"/>
                        </a:moveTo>
                        <a:cubicBezTo>
                          <a:pt x="21748" y="11402"/>
                          <a:pt x="21568" y="10120"/>
                          <a:pt x="21185" y="8906"/>
                        </a:cubicBezTo>
                        <a:cubicBezTo>
                          <a:pt x="20803" y="7691"/>
                          <a:pt x="20241" y="6657"/>
                          <a:pt x="19521" y="5780"/>
                        </a:cubicBezTo>
                        <a:cubicBezTo>
                          <a:pt x="18779" y="4903"/>
                          <a:pt x="17857" y="4206"/>
                          <a:pt x="16732" y="3666"/>
                        </a:cubicBezTo>
                        <a:cubicBezTo>
                          <a:pt x="15608" y="3149"/>
                          <a:pt x="14348" y="2879"/>
                          <a:pt x="12909" y="2879"/>
                        </a:cubicBezTo>
                        <a:cubicBezTo>
                          <a:pt x="11470" y="2879"/>
                          <a:pt x="10210" y="3149"/>
                          <a:pt x="9108" y="3688"/>
                        </a:cubicBezTo>
                        <a:cubicBezTo>
                          <a:pt x="8006" y="4228"/>
                          <a:pt x="7084" y="4948"/>
                          <a:pt x="6297" y="5847"/>
                        </a:cubicBezTo>
                        <a:cubicBezTo>
                          <a:pt x="5533" y="6747"/>
                          <a:pt x="4903" y="7781"/>
                          <a:pt x="4431" y="8973"/>
                        </a:cubicBezTo>
                        <a:cubicBezTo>
                          <a:pt x="3958" y="10165"/>
                          <a:pt x="3666" y="11425"/>
                          <a:pt x="3509" y="12752"/>
                        </a:cubicBezTo>
                        <a:lnTo>
                          <a:pt x="21748" y="12752"/>
                        </a:lnTo>
                        <a:close/>
                      </a:path>
                    </a:pathLst>
                  </a:custGeom>
                  <a:solidFill>
                    <a:srgbClr val="010101"/>
                  </a:solidFill>
                  <a:ln w="2249" cap="flat">
                    <a:noFill/>
                    <a:prstDash val="solid"/>
                    <a:miter/>
                  </a:ln>
                </p:spPr>
                <p:txBody>
                  <a:bodyPr rtlCol="0" anchor="ctr"/>
                  <a:lstStyle/>
                  <a:p>
                    <a:endParaRPr lang="en-US"/>
                  </a:p>
                </p:txBody>
              </p:sp>
              <p:sp>
                <p:nvSpPr>
                  <p:cNvPr id="3482" name="Freeform 3481">
                    <a:extLst>
                      <a:ext uri="{FF2B5EF4-FFF2-40B4-BE49-F238E27FC236}">
                        <a16:creationId xmlns:a16="http://schemas.microsoft.com/office/drawing/2014/main" id="{A17DE8DB-C858-D86F-19D1-1DCB83DBD5DD}"/>
                      </a:ext>
                    </a:extLst>
                  </p:cNvPr>
                  <p:cNvSpPr/>
                  <p:nvPr/>
                </p:nvSpPr>
                <p:spPr>
                  <a:xfrm>
                    <a:off x="5068092" y="3026211"/>
                    <a:ext cx="25683" cy="39626"/>
                  </a:xfrm>
                  <a:custGeom>
                    <a:avLst/>
                    <a:gdLst>
                      <a:gd name="connsiteX0" fmla="*/ 22445 w 25683"/>
                      <a:gd name="connsiteY0" fmla="*/ 0 h 39626"/>
                      <a:gd name="connsiteX1" fmla="*/ 25683 w 25683"/>
                      <a:gd name="connsiteY1" fmla="*/ 0 h 39626"/>
                      <a:gd name="connsiteX2" fmla="*/ 25683 w 25683"/>
                      <a:gd name="connsiteY2" fmla="*/ 38862 h 39626"/>
                      <a:gd name="connsiteX3" fmla="*/ 22445 w 25683"/>
                      <a:gd name="connsiteY3" fmla="*/ 38862 h 39626"/>
                      <a:gd name="connsiteX4" fmla="*/ 22445 w 25683"/>
                      <a:gd name="connsiteY4" fmla="*/ 33959 h 39626"/>
                      <a:gd name="connsiteX5" fmla="*/ 22332 w 25683"/>
                      <a:gd name="connsiteY5" fmla="*/ 33959 h 39626"/>
                      <a:gd name="connsiteX6" fmla="*/ 20533 w 25683"/>
                      <a:gd name="connsiteY6" fmla="*/ 36411 h 39626"/>
                      <a:gd name="connsiteX7" fmla="*/ 18104 w 25683"/>
                      <a:gd name="connsiteY7" fmla="*/ 38165 h 39626"/>
                      <a:gd name="connsiteX8" fmla="*/ 15383 w 25683"/>
                      <a:gd name="connsiteY8" fmla="*/ 39244 h 39626"/>
                      <a:gd name="connsiteX9" fmla="*/ 12639 w 25683"/>
                      <a:gd name="connsiteY9" fmla="*/ 39627 h 39626"/>
                      <a:gd name="connsiteX10" fmla="*/ 6859 w 25683"/>
                      <a:gd name="connsiteY10" fmla="*/ 38502 h 39626"/>
                      <a:gd name="connsiteX11" fmla="*/ 2946 w 25683"/>
                      <a:gd name="connsiteY11" fmla="*/ 35399 h 39626"/>
                      <a:gd name="connsiteX12" fmla="*/ 697 w 25683"/>
                      <a:gd name="connsiteY12" fmla="*/ 30721 h 39626"/>
                      <a:gd name="connsiteX13" fmla="*/ 0 w 25683"/>
                      <a:gd name="connsiteY13" fmla="*/ 24941 h 39626"/>
                      <a:gd name="connsiteX14" fmla="*/ 765 w 25683"/>
                      <a:gd name="connsiteY14" fmla="*/ 19319 h 39626"/>
                      <a:gd name="connsiteX15" fmla="*/ 3059 w 25683"/>
                      <a:gd name="connsiteY15" fmla="*/ 14596 h 39626"/>
                      <a:gd name="connsiteX16" fmla="*/ 6949 w 25683"/>
                      <a:gd name="connsiteY16" fmla="*/ 11357 h 39626"/>
                      <a:gd name="connsiteX17" fmla="*/ 12482 w 25683"/>
                      <a:gd name="connsiteY17" fmla="*/ 10143 h 39626"/>
                      <a:gd name="connsiteX18" fmla="*/ 18172 w 25683"/>
                      <a:gd name="connsiteY18" fmla="*/ 11470 h 39626"/>
                      <a:gd name="connsiteX19" fmla="*/ 22467 w 25683"/>
                      <a:gd name="connsiteY19" fmla="*/ 15383 h 39626"/>
                      <a:gd name="connsiteX20" fmla="*/ 22467 w 25683"/>
                      <a:gd name="connsiteY20" fmla="*/ 0 h 39626"/>
                      <a:gd name="connsiteX21" fmla="*/ 22445 w 25683"/>
                      <a:gd name="connsiteY21" fmla="*/ 24761 h 39626"/>
                      <a:gd name="connsiteX22" fmla="*/ 21793 w 25683"/>
                      <a:gd name="connsiteY22" fmla="*/ 20263 h 39626"/>
                      <a:gd name="connsiteX23" fmla="*/ 19926 w 25683"/>
                      <a:gd name="connsiteY23" fmla="*/ 16530 h 39626"/>
                      <a:gd name="connsiteX24" fmla="*/ 16957 w 25683"/>
                      <a:gd name="connsiteY24" fmla="*/ 13989 h 39626"/>
                      <a:gd name="connsiteX25" fmla="*/ 12999 w 25683"/>
                      <a:gd name="connsiteY25" fmla="*/ 13044 h 39626"/>
                      <a:gd name="connsiteX26" fmla="*/ 8636 w 25683"/>
                      <a:gd name="connsiteY26" fmla="*/ 14033 h 39626"/>
                      <a:gd name="connsiteX27" fmla="*/ 5622 w 25683"/>
                      <a:gd name="connsiteY27" fmla="*/ 16755 h 39626"/>
                      <a:gd name="connsiteX28" fmla="*/ 3891 w 25683"/>
                      <a:gd name="connsiteY28" fmla="*/ 20780 h 39626"/>
                      <a:gd name="connsiteX29" fmla="*/ 3463 w 25683"/>
                      <a:gd name="connsiteY29" fmla="*/ 25728 h 39626"/>
                      <a:gd name="connsiteX30" fmla="*/ 4183 w 25683"/>
                      <a:gd name="connsiteY30" fmla="*/ 30406 h 39626"/>
                      <a:gd name="connsiteX31" fmla="*/ 6207 w 25683"/>
                      <a:gd name="connsiteY31" fmla="*/ 33824 h 39626"/>
                      <a:gd name="connsiteX32" fmla="*/ 9221 w 25683"/>
                      <a:gd name="connsiteY32" fmla="*/ 35961 h 39626"/>
                      <a:gd name="connsiteX33" fmla="*/ 12999 w 25683"/>
                      <a:gd name="connsiteY33" fmla="*/ 36681 h 39626"/>
                      <a:gd name="connsiteX34" fmla="*/ 17047 w 25683"/>
                      <a:gd name="connsiteY34" fmla="*/ 35758 h 39626"/>
                      <a:gd name="connsiteX35" fmla="*/ 20016 w 25683"/>
                      <a:gd name="connsiteY35" fmla="*/ 33240 h 39626"/>
                      <a:gd name="connsiteX36" fmla="*/ 21815 w 25683"/>
                      <a:gd name="connsiteY36" fmla="*/ 29461 h 39626"/>
                      <a:gd name="connsiteX37" fmla="*/ 22445 w 25683"/>
                      <a:gd name="connsiteY37" fmla="*/ 24739 h 3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683" h="39626">
                        <a:moveTo>
                          <a:pt x="22445" y="0"/>
                        </a:moveTo>
                        <a:lnTo>
                          <a:pt x="25683" y="0"/>
                        </a:lnTo>
                        <a:lnTo>
                          <a:pt x="25683" y="38862"/>
                        </a:lnTo>
                        <a:lnTo>
                          <a:pt x="22445" y="38862"/>
                        </a:lnTo>
                        <a:lnTo>
                          <a:pt x="22445" y="33959"/>
                        </a:lnTo>
                        <a:lnTo>
                          <a:pt x="22332" y="33959"/>
                        </a:lnTo>
                        <a:cubicBezTo>
                          <a:pt x="21860" y="34904"/>
                          <a:pt x="21253" y="35713"/>
                          <a:pt x="20533" y="36411"/>
                        </a:cubicBezTo>
                        <a:cubicBezTo>
                          <a:pt x="19791" y="37108"/>
                          <a:pt x="18981" y="37693"/>
                          <a:pt x="18104" y="38165"/>
                        </a:cubicBezTo>
                        <a:cubicBezTo>
                          <a:pt x="17227" y="38637"/>
                          <a:pt x="16305" y="38997"/>
                          <a:pt x="15383" y="39244"/>
                        </a:cubicBezTo>
                        <a:cubicBezTo>
                          <a:pt x="14438" y="39492"/>
                          <a:pt x="13539" y="39627"/>
                          <a:pt x="12639" y="39627"/>
                        </a:cubicBezTo>
                        <a:cubicBezTo>
                          <a:pt x="10368" y="39627"/>
                          <a:pt x="8456" y="39244"/>
                          <a:pt x="6859" y="38502"/>
                        </a:cubicBezTo>
                        <a:cubicBezTo>
                          <a:pt x="5285" y="37738"/>
                          <a:pt x="3981" y="36703"/>
                          <a:pt x="2946" y="35399"/>
                        </a:cubicBezTo>
                        <a:cubicBezTo>
                          <a:pt x="1912" y="34094"/>
                          <a:pt x="1170" y="32520"/>
                          <a:pt x="697" y="30721"/>
                        </a:cubicBezTo>
                        <a:cubicBezTo>
                          <a:pt x="225" y="28922"/>
                          <a:pt x="0" y="26987"/>
                          <a:pt x="0" y="24941"/>
                        </a:cubicBezTo>
                        <a:cubicBezTo>
                          <a:pt x="0" y="23007"/>
                          <a:pt x="247" y="21118"/>
                          <a:pt x="765" y="19319"/>
                        </a:cubicBezTo>
                        <a:cubicBezTo>
                          <a:pt x="1260" y="17519"/>
                          <a:pt x="2024" y="15945"/>
                          <a:pt x="3059" y="14596"/>
                        </a:cubicBezTo>
                        <a:cubicBezTo>
                          <a:pt x="4093" y="13246"/>
                          <a:pt x="5375" y="12167"/>
                          <a:pt x="6949" y="11357"/>
                        </a:cubicBezTo>
                        <a:cubicBezTo>
                          <a:pt x="8524" y="10548"/>
                          <a:pt x="10368" y="10143"/>
                          <a:pt x="12482" y="10143"/>
                        </a:cubicBezTo>
                        <a:cubicBezTo>
                          <a:pt x="14461" y="10143"/>
                          <a:pt x="16350" y="10593"/>
                          <a:pt x="18172" y="11470"/>
                        </a:cubicBezTo>
                        <a:cubicBezTo>
                          <a:pt x="19993" y="12347"/>
                          <a:pt x="21410" y="13651"/>
                          <a:pt x="22467" y="15383"/>
                        </a:cubicBezTo>
                        <a:lnTo>
                          <a:pt x="22467" y="0"/>
                        </a:lnTo>
                        <a:close/>
                        <a:moveTo>
                          <a:pt x="22445" y="24761"/>
                        </a:moveTo>
                        <a:cubicBezTo>
                          <a:pt x="22445" y="23187"/>
                          <a:pt x="22220" y="21680"/>
                          <a:pt x="21793" y="20263"/>
                        </a:cubicBezTo>
                        <a:cubicBezTo>
                          <a:pt x="21365" y="18846"/>
                          <a:pt x="20735" y="17609"/>
                          <a:pt x="19926" y="16530"/>
                        </a:cubicBezTo>
                        <a:cubicBezTo>
                          <a:pt x="19116" y="15473"/>
                          <a:pt x="18127" y="14618"/>
                          <a:pt x="16957" y="13989"/>
                        </a:cubicBezTo>
                        <a:cubicBezTo>
                          <a:pt x="15788" y="13359"/>
                          <a:pt x="14461" y="13044"/>
                          <a:pt x="12999" y="13044"/>
                        </a:cubicBezTo>
                        <a:cubicBezTo>
                          <a:pt x="11312" y="13044"/>
                          <a:pt x="9850" y="13381"/>
                          <a:pt x="8636" y="14033"/>
                        </a:cubicBezTo>
                        <a:cubicBezTo>
                          <a:pt x="7422" y="14708"/>
                          <a:pt x="6409" y="15608"/>
                          <a:pt x="5622" y="16755"/>
                        </a:cubicBezTo>
                        <a:cubicBezTo>
                          <a:pt x="4835" y="17902"/>
                          <a:pt x="4251" y="19251"/>
                          <a:pt x="3891" y="20780"/>
                        </a:cubicBezTo>
                        <a:cubicBezTo>
                          <a:pt x="3531" y="22310"/>
                          <a:pt x="3396" y="23951"/>
                          <a:pt x="3463" y="25728"/>
                        </a:cubicBezTo>
                        <a:cubicBezTo>
                          <a:pt x="3463" y="27482"/>
                          <a:pt x="3711" y="29056"/>
                          <a:pt x="4183" y="30406"/>
                        </a:cubicBezTo>
                        <a:cubicBezTo>
                          <a:pt x="4678" y="31755"/>
                          <a:pt x="5353" y="32902"/>
                          <a:pt x="6207" y="33824"/>
                        </a:cubicBezTo>
                        <a:cubicBezTo>
                          <a:pt x="7062" y="34746"/>
                          <a:pt x="8074" y="35466"/>
                          <a:pt x="9221" y="35961"/>
                        </a:cubicBezTo>
                        <a:cubicBezTo>
                          <a:pt x="10368" y="36456"/>
                          <a:pt x="11627" y="36681"/>
                          <a:pt x="12999" y="36681"/>
                        </a:cubicBezTo>
                        <a:cubicBezTo>
                          <a:pt x="14506" y="36681"/>
                          <a:pt x="15855" y="36366"/>
                          <a:pt x="17047" y="35758"/>
                        </a:cubicBezTo>
                        <a:cubicBezTo>
                          <a:pt x="18239" y="35151"/>
                          <a:pt x="19229" y="34319"/>
                          <a:pt x="20016" y="33240"/>
                        </a:cubicBezTo>
                        <a:cubicBezTo>
                          <a:pt x="20803" y="32183"/>
                          <a:pt x="21410" y="30923"/>
                          <a:pt x="21815" y="29461"/>
                        </a:cubicBezTo>
                        <a:cubicBezTo>
                          <a:pt x="22220" y="27999"/>
                          <a:pt x="22445" y="26425"/>
                          <a:pt x="22445" y="24739"/>
                        </a:cubicBezTo>
                        <a:close/>
                      </a:path>
                    </a:pathLst>
                  </a:custGeom>
                  <a:solidFill>
                    <a:srgbClr val="010101"/>
                  </a:solidFill>
                  <a:ln w="2249" cap="flat">
                    <a:noFill/>
                    <a:prstDash val="solid"/>
                    <a:miter/>
                  </a:ln>
                </p:spPr>
                <p:txBody>
                  <a:bodyPr rtlCol="0" anchor="ctr"/>
                  <a:lstStyle/>
                  <a:p>
                    <a:endParaRPr lang="en-US"/>
                  </a:p>
                </p:txBody>
              </p:sp>
            </p:grpSp>
            <p:grpSp>
              <p:nvGrpSpPr>
                <p:cNvPr id="47" name="Graphic 4479">
                  <a:extLst>
                    <a:ext uri="{FF2B5EF4-FFF2-40B4-BE49-F238E27FC236}">
                      <a16:creationId xmlns:a16="http://schemas.microsoft.com/office/drawing/2014/main" id="{7C3371D9-28F2-1DD4-DC3D-28C7D182ECDB}"/>
                    </a:ext>
                  </a:extLst>
                </p:cNvPr>
                <p:cNvGrpSpPr/>
                <p:nvPr/>
              </p:nvGrpSpPr>
              <p:grpSpPr>
                <a:xfrm>
                  <a:off x="8542367" y="6349825"/>
                  <a:ext cx="675748" cy="148604"/>
                  <a:chOff x="5231524" y="3026189"/>
                  <a:chExt cx="180501" cy="39694"/>
                </a:xfrm>
                <a:solidFill>
                  <a:srgbClr val="010101"/>
                </a:solidFill>
              </p:grpSpPr>
              <p:sp>
                <p:nvSpPr>
                  <p:cNvPr id="3467" name="Freeform 3466">
                    <a:extLst>
                      <a:ext uri="{FF2B5EF4-FFF2-40B4-BE49-F238E27FC236}">
                        <a16:creationId xmlns:a16="http://schemas.microsoft.com/office/drawing/2014/main" id="{2605790D-6D86-7DA7-C2EE-9B48207BCD0B}"/>
                      </a:ext>
                    </a:extLst>
                  </p:cNvPr>
                  <p:cNvSpPr/>
                  <p:nvPr/>
                </p:nvSpPr>
                <p:spPr>
                  <a:xfrm>
                    <a:off x="5231524" y="3026189"/>
                    <a:ext cx="3553" cy="38884"/>
                  </a:xfrm>
                  <a:custGeom>
                    <a:avLst/>
                    <a:gdLst>
                      <a:gd name="connsiteX0" fmla="*/ 0 w 3553"/>
                      <a:gd name="connsiteY0" fmla="*/ 4813 h 38884"/>
                      <a:gd name="connsiteX1" fmla="*/ 0 w 3553"/>
                      <a:gd name="connsiteY1" fmla="*/ 0 h 38884"/>
                      <a:gd name="connsiteX2" fmla="*/ 3553 w 3553"/>
                      <a:gd name="connsiteY2" fmla="*/ 0 h 38884"/>
                      <a:gd name="connsiteX3" fmla="*/ 3553 w 3553"/>
                      <a:gd name="connsiteY3" fmla="*/ 4813 h 38884"/>
                      <a:gd name="connsiteX4" fmla="*/ 0 w 3553"/>
                      <a:gd name="connsiteY4" fmla="*/ 4813 h 38884"/>
                      <a:gd name="connsiteX5" fmla="*/ 180 w 3553"/>
                      <a:gd name="connsiteY5" fmla="*/ 38885 h 38884"/>
                      <a:gd name="connsiteX6" fmla="*/ 180 w 3553"/>
                      <a:gd name="connsiteY6" fmla="*/ 10930 h 38884"/>
                      <a:gd name="connsiteX7" fmla="*/ 3418 w 3553"/>
                      <a:gd name="connsiteY7" fmla="*/ 10930 h 38884"/>
                      <a:gd name="connsiteX8" fmla="*/ 3418 w 3553"/>
                      <a:gd name="connsiteY8" fmla="*/ 38885 h 38884"/>
                      <a:gd name="connsiteX9" fmla="*/ 180 w 3553"/>
                      <a:gd name="connsiteY9" fmla="*/ 38885 h 3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53" h="38884">
                        <a:moveTo>
                          <a:pt x="0" y="4813"/>
                        </a:moveTo>
                        <a:lnTo>
                          <a:pt x="0" y="0"/>
                        </a:lnTo>
                        <a:lnTo>
                          <a:pt x="3553" y="0"/>
                        </a:lnTo>
                        <a:lnTo>
                          <a:pt x="3553" y="4813"/>
                        </a:lnTo>
                        <a:lnTo>
                          <a:pt x="0" y="4813"/>
                        </a:lnTo>
                        <a:close/>
                        <a:moveTo>
                          <a:pt x="180" y="38885"/>
                        </a:moveTo>
                        <a:lnTo>
                          <a:pt x="180" y="10930"/>
                        </a:lnTo>
                        <a:lnTo>
                          <a:pt x="3418" y="10930"/>
                        </a:lnTo>
                        <a:lnTo>
                          <a:pt x="3418" y="38885"/>
                        </a:lnTo>
                        <a:lnTo>
                          <a:pt x="180" y="38885"/>
                        </a:lnTo>
                        <a:close/>
                      </a:path>
                    </a:pathLst>
                  </a:custGeom>
                  <a:solidFill>
                    <a:srgbClr val="010101"/>
                  </a:solidFill>
                  <a:ln w="2249" cap="flat">
                    <a:noFill/>
                    <a:prstDash val="solid"/>
                    <a:miter/>
                  </a:ln>
                </p:spPr>
                <p:txBody>
                  <a:bodyPr rtlCol="0" anchor="ctr"/>
                  <a:lstStyle/>
                  <a:p>
                    <a:endParaRPr lang="en-US"/>
                  </a:p>
                </p:txBody>
              </p:sp>
              <p:sp>
                <p:nvSpPr>
                  <p:cNvPr id="3468" name="Freeform 3467">
                    <a:extLst>
                      <a:ext uri="{FF2B5EF4-FFF2-40B4-BE49-F238E27FC236}">
                        <a16:creationId xmlns:a16="http://schemas.microsoft.com/office/drawing/2014/main" id="{3131270E-E50A-7C74-F094-5DA650B7DDF0}"/>
                      </a:ext>
                    </a:extLst>
                  </p:cNvPr>
                  <p:cNvSpPr/>
                  <p:nvPr/>
                </p:nvSpPr>
                <p:spPr>
                  <a:xfrm>
                    <a:off x="5241779" y="3036332"/>
                    <a:ext cx="22039" cy="29438"/>
                  </a:xfrm>
                  <a:custGeom>
                    <a:avLst/>
                    <a:gdLst>
                      <a:gd name="connsiteX0" fmla="*/ 3306 w 22039"/>
                      <a:gd name="connsiteY0" fmla="*/ 19993 h 29438"/>
                      <a:gd name="connsiteX1" fmla="*/ 6027 w 22039"/>
                      <a:gd name="connsiteY1" fmla="*/ 25098 h 29438"/>
                      <a:gd name="connsiteX2" fmla="*/ 11672 w 22039"/>
                      <a:gd name="connsiteY2" fmla="*/ 26583 h 29438"/>
                      <a:gd name="connsiteX3" fmla="*/ 14753 w 22039"/>
                      <a:gd name="connsiteY3" fmla="*/ 26155 h 29438"/>
                      <a:gd name="connsiteX4" fmla="*/ 16890 w 22039"/>
                      <a:gd name="connsiteY4" fmla="*/ 24986 h 29438"/>
                      <a:gd name="connsiteX5" fmla="*/ 18149 w 22039"/>
                      <a:gd name="connsiteY5" fmla="*/ 23344 h 29438"/>
                      <a:gd name="connsiteX6" fmla="*/ 18576 w 22039"/>
                      <a:gd name="connsiteY6" fmla="*/ 21410 h 29438"/>
                      <a:gd name="connsiteX7" fmla="*/ 17250 w 22039"/>
                      <a:gd name="connsiteY7" fmla="*/ 18352 h 29438"/>
                      <a:gd name="connsiteX8" fmla="*/ 13921 w 22039"/>
                      <a:gd name="connsiteY8" fmla="*/ 16777 h 29438"/>
                      <a:gd name="connsiteX9" fmla="*/ 9603 w 22039"/>
                      <a:gd name="connsiteY9" fmla="*/ 15810 h 29438"/>
                      <a:gd name="connsiteX10" fmla="*/ 5285 w 22039"/>
                      <a:gd name="connsiteY10" fmla="*/ 14596 h 29438"/>
                      <a:gd name="connsiteX11" fmla="*/ 1957 w 22039"/>
                      <a:gd name="connsiteY11" fmla="*/ 12279 h 29438"/>
                      <a:gd name="connsiteX12" fmla="*/ 630 w 22039"/>
                      <a:gd name="connsiteY12" fmla="*/ 8006 h 29438"/>
                      <a:gd name="connsiteX13" fmla="*/ 3194 w 22039"/>
                      <a:gd name="connsiteY13" fmla="*/ 2249 h 29438"/>
                      <a:gd name="connsiteX14" fmla="*/ 10458 w 22039"/>
                      <a:gd name="connsiteY14" fmla="*/ 0 h 29438"/>
                      <a:gd name="connsiteX15" fmla="*/ 17834 w 22039"/>
                      <a:gd name="connsiteY15" fmla="*/ 2024 h 29438"/>
                      <a:gd name="connsiteX16" fmla="*/ 21253 w 22039"/>
                      <a:gd name="connsiteY16" fmla="*/ 8793 h 29438"/>
                      <a:gd name="connsiteX17" fmla="*/ 17969 w 22039"/>
                      <a:gd name="connsiteY17" fmla="*/ 8793 h 29438"/>
                      <a:gd name="connsiteX18" fmla="*/ 15518 w 22039"/>
                      <a:gd name="connsiteY18" fmla="*/ 4228 h 29438"/>
                      <a:gd name="connsiteX19" fmla="*/ 10413 w 22039"/>
                      <a:gd name="connsiteY19" fmla="*/ 2901 h 29438"/>
                      <a:gd name="connsiteX20" fmla="*/ 5712 w 22039"/>
                      <a:gd name="connsiteY20" fmla="*/ 4228 h 29438"/>
                      <a:gd name="connsiteX21" fmla="*/ 4093 w 22039"/>
                      <a:gd name="connsiteY21" fmla="*/ 7714 h 29438"/>
                      <a:gd name="connsiteX22" fmla="*/ 5420 w 22039"/>
                      <a:gd name="connsiteY22" fmla="*/ 10593 h 29438"/>
                      <a:gd name="connsiteX23" fmla="*/ 8748 w 22039"/>
                      <a:gd name="connsiteY23" fmla="*/ 12212 h 29438"/>
                      <a:gd name="connsiteX24" fmla="*/ 13067 w 22039"/>
                      <a:gd name="connsiteY24" fmla="*/ 13314 h 29438"/>
                      <a:gd name="connsiteX25" fmla="*/ 17385 w 22039"/>
                      <a:gd name="connsiteY25" fmla="*/ 14686 h 29438"/>
                      <a:gd name="connsiteX26" fmla="*/ 20713 w 22039"/>
                      <a:gd name="connsiteY26" fmla="*/ 17092 h 29438"/>
                      <a:gd name="connsiteX27" fmla="*/ 22040 w 22039"/>
                      <a:gd name="connsiteY27" fmla="*/ 21298 h 29438"/>
                      <a:gd name="connsiteX28" fmla="*/ 21185 w 22039"/>
                      <a:gd name="connsiteY28" fmla="*/ 24829 h 29438"/>
                      <a:gd name="connsiteX29" fmla="*/ 18802 w 22039"/>
                      <a:gd name="connsiteY29" fmla="*/ 27392 h 29438"/>
                      <a:gd name="connsiteX30" fmla="*/ 15203 w 22039"/>
                      <a:gd name="connsiteY30" fmla="*/ 28922 h 29438"/>
                      <a:gd name="connsiteX31" fmla="*/ 10638 w 22039"/>
                      <a:gd name="connsiteY31" fmla="*/ 29439 h 29438"/>
                      <a:gd name="connsiteX32" fmla="*/ 6230 w 22039"/>
                      <a:gd name="connsiteY32" fmla="*/ 28719 h 29438"/>
                      <a:gd name="connsiteX33" fmla="*/ 2969 w 22039"/>
                      <a:gd name="connsiteY33" fmla="*/ 26695 h 29438"/>
                      <a:gd name="connsiteX34" fmla="*/ 855 w 22039"/>
                      <a:gd name="connsiteY34" fmla="*/ 23682 h 29438"/>
                      <a:gd name="connsiteX35" fmla="*/ 0 w 22039"/>
                      <a:gd name="connsiteY35" fmla="*/ 19948 h 29438"/>
                      <a:gd name="connsiteX36" fmla="*/ 3284 w 22039"/>
                      <a:gd name="connsiteY36" fmla="*/ 19948 h 2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2039" h="29438">
                        <a:moveTo>
                          <a:pt x="3306" y="19993"/>
                        </a:moveTo>
                        <a:cubicBezTo>
                          <a:pt x="3801" y="22400"/>
                          <a:pt x="4723" y="24109"/>
                          <a:pt x="6027" y="25098"/>
                        </a:cubicBezTo>
                        <a:cubicBezTo>
                          <a:pt x="7332" y="26088"/>
                          <a:pt x="9221" y="26583"/>
                          <a:pt x="11672" y="26583"/>
                        </a:cubicBezTo>
                        <a:cubicBezTo>
                          <a:pt x="12864" y="26583"/>
                          <a:pt x="13876" y="26448"/>
                          <a:pt x="14753" y="26155"/>
                        </a:cubicBezTo>
                        <a:cubicBezTo>
                          <a:pt x="15608" y="25863"/>
                          <a:pt x="16327" y="25481"/>
                          <a:pt x="16890" y="24986"/>
                        </a:cubicBezTo>
                        <a:cubicBezTo>
                          <a:pt x="17452" y="24491"/>
                          <a:pt x="17879" y="23951"/>
                          <a:pt x="18149" y="23344"/>
                        </a:cubicBezTo>
                        <a:cubicBezTo>
                          <a:pt x="18442" y="22737"/>
                          <a:pt x="18576" y="22085"/>
                          <a:pt x="18576" y="21410"/>
                        </a:cubicBezTo>
                        <a:cubicBezTo>
                          <a:pt x="18576" y="20038"/>
                          <a:pt x="18127" y="19026"/>
                          <a:pt x="17250" y="18352"/>
                        </a:cubicBezTo>
                        <a:cubicBezTo>
                          <a:pt x="16372" y="17677"/>
                          <a:pt x="15271" y="17160"/>
                          <a:pt x="13921" y="16777"/>
                        </a:cubicBezTo>
                        <a:cubicBezTo>
                          <a:pt x="12572" y="16395"/>
                          <a:pt x="11155" y="16080"/>
                          <a:pt x="9603" y="15810"/>
                        </a:cubicBezTo>
                        <a:cubicBezTo>
                          <a:pt x="8051" y="15540"/>
                          <a:pt x="6612" y="15136"/>
                          <a:pt x="5285" y="14596"/>
                        </a:cubicBezTo>
                        <a:cubicBezTo>
                          <a:pt x="3958" y="14056"/>
                          <a:pt x="2856" y="13291"/>
                          <a:pt x="1957" y="12279"/>
                        </a:cubicBezTo>
                        <a:cubicBezTo>
                          <a:pt x="1057" y="11267"/>
                          <a:pt x="630" y="9850"/>
                          <a:pt x="630" y="8006"/>
                        </a:cubicBezTo>
                        <a:cubicBezTo>
                          <a:pt x="630" y="5667"/>
                          <a:pt x="1484" y="3756"/>
                          <a:pt x="3194" y="2249"/>
                        </a:cubicBezTo>
                        <a:cubicBezTo>
                          <a:pt x="4903" y="765"/>
                          <a:pt x="7332" y="0"/>
                          <a:pt x="10458" y="0"/>
                        </a:cubicBezTo>
                        <a:cubicBezTo>
                          <a:pt x="13584" y="0"/>
                          <a:pt x="15945" y="675"/>
                          <a:pt x="17834" y="2024"/>
                        </a:cubicBezTo>
                        <a:cubicBezTo>
                          <a:pt x="19723" y="3373"/>
                          <a:pt x="20870" y="5622"/>
                          <a:pt x="21253" y="8793"/>
                        </a:cubicBezTo>
                        <a:lnTo>
                          <a:pt x="17969" y="8793"/>
                        </a:lnTo>
                        <a:cubicBezTo>
                          <a:pt x="17677" y="6634"/>
                          <a:pt x="16867" y="5105"/>
                          <a:pt x="15518" y="4228"/>
                        </a:cubicBezTo>
                        <a:cubicBezTo>
                          <a:pt x="14169" y="3351"/>
                          <a:pt x="12459" y="2901"/>
                          <a:pt x="10413" y="2901"/>
                        </a:cubicBezTo>
                        <a:cubicBezTo>
                          <a:pt x="8366" y="2901"/>
                          <a:pt x="6792" y="3351"/>
                          <a:pt x="5712" y="4228"/>
                        </a:cubicBezTo>
                        <a:cubicBezTo>
                          <a:pt x="4633" y="5105"/>
                          <a:pt x="4093" y="6275"/>
                          <a:pt x="4093" y="7714"/>
                        </a:cubicBezTo>
                        <a:cubicBezTo>
                          <a:pt x="4093" y="8973"/>
                          <a:pt x="4543" y="9940"/>
                          <a:pt x="5420" y="10593"/>
                        </a:cubicBezTo>
                        <a:cubicBezTo>
                          <a:pt x="6297" y="11267"/>
                          <a:pt x="7399" y="11807"/>
                          <a:pt x="8748" y="12212"/>
                        </a:cubicBezTo>
                        <a:cubicBezTo>
                          <a:pt x="10076" y="12617"/>
                          <a:pt x="11515" y="12999"/>
                          <a:pt x="13067" y="13314"/>
                        </a:cubicBezTo>
                        <a:cubicBezTo>
                          <a:pt x="14618" y="13629"/>
                          <a:pt x="16058" y="14101"/>
                          <a:pt x="17385" y="14686"/>
                        </a:cubicBezTo>
                        <a:cubicBezTo>
                          <a:pt x="18711" y="15270"/>
                          <a:pt x="19813" y="16080"/>
                          <a:pt x="20713" y="17092"/>
                        </a:cubicBezTo>
                        <a:cubicBezTo>
                          <a:pt x="21590" y="18104"/>
                          <a:pt x="22040" y="19498"/>
                          <a:pt x="22040" y="21298"/>
                        </a:cubicBezTo>
                        <a:cubicBezTo>
                          <a:pt x="22040" y="22625"/>
                          <a:pt x="21748" y="23816"/>
                          <a:pt x="21185" y="24829"/>
                        </a:cubicBezTo>
                        <a:cubicBezTo>
                          <a:pt x="20601" y="25863"/>
                          <a:pt x="19813" y="26718"/>
                          <a:pt x="18802" y="27392"/>
                        </a:cubicBezTo>
                        <a:cubicBezTo>
                          <a:pt x="17789" y="28067"/>
                          <a:pt x="16597" y="28584"/>
                          <a:pt x="15203" y="28922"/>
                        </a:cubicBezTo>
                        <a:cubicBezTo>
                          <a:pt x="13809" y="29259"/>
                          <a:pt x="12302" y="29439"/>
                          <a:pt x="10638" y="29439"/>
                        </a:cubicBezTo>
                        <a:cubicBezTo>
                          <a:pt x="8973" y="29439"/>
                          <a:pt x="7512" y="29192"/>
                          <a:pt x="6230" y="28719"/>
                        </a:cubicBezTo>
                        <a:cubicBezTo>
                          <a:pt x="4948" y="28224"/>
                          <a:pt x="3868" y="27550"/>
                          <a:pt x="2969" y="26695"/>
                        </a:cubicBezTo>
                        <a:cubicBezTo>
                          <a:pt x="2069" y="25841"/>
                          <a:pt x="1372" y="24829"/>
                          <a:pt x="855" y="23682"/>
                        </a:cubicBezTo>
                        <a:cubicBezTo>
                          <a:pt x="360" y="22535"/>
                          <a:pt x="68" y="21298"/>
                          <a:pt x="0" y="19948"/>
                        </a:cubicBezTo>
                        <a:lnTo>
                          <a:pt x="3284" y="19948"/>
                        </a:lnTo>
                        <a:close/>
                      </a:path>
                    </a:pathLst>
                  </a:custGeom>
                  <a:solidFill>
                    <a:srgbClr val="010101"/>
                  </a:solidFill>
                  <a:ln w="2249" cap="flat">
                    <a:noFill/>
                    <a:prstDash val="solid"/>
                    <a:miter/>
                  </a:ln>
                </p:spPr>
                <p:txBody>
                  <a:bodyPr rtlCol="0" anchor="ctr"/>
                  <a:lstStyle/>
                  <a:p>
                    <a:endParaRPr lang="en-US"/>
                  </a:p>
                </p:txBody>
              </p:sp>
              <p:sp>
                <p:nvSpPr>
                  <p:cNvPr id="3469" name="Freeform 3468">
                    <a:extLst>
                      <a:ext uri="{FF2B5EF4-FFF2-40B4-BE49-F238E27FC236}">
                        <a16:creationId xmlns:a16="http://schemas.microsoft.com/office/drawing/2014/main" id="{71C6E814-09C0-F1F3-7C30-8F80088154B7}"/>
                      </a:ext>
                    </a:extLst>
                  </p:cNvPr>
                  <p:cNvSpPr/>
                  <p:nvPr/>
                </p:nvSpPr>
                <p:spPr>
                  <a:xfrm>
                    <a:off x="5268339" y="3036332"/>
                    <a:ext cx="25908" cy="29483"/>
                  </a:xfrm>
                  <a:custGeom>
                    <a:avLst/>
                    <a:gdLst>
                      <a:gd name="connsiteX0" fmla="*/ 12954 w 25908"/>
                      <a:gd name="connsiteY0" fmla="*/ 29484 h 29483"/>
                      <a:gd name="connsiteX1" fmla="*/ 7916 w 25908"/>
                      <a:gd name="connsiteY1" fmla="*/ 28517 h 29483"/>
                      <a:gd name="connsiteX2" fmla="*/ 3823 w 25908"/>
                      <a:gd name="connsiteY2" fmla="*/ 25773 h 29483"/>
                      <a:gd name="connsiteX3" fmla="*/ 1034 w 25908"/>
                      <a:gd name="connsiteY3" fmla="*/ 21185 h 29483"/>
                      <a:gd name="connsiteX4" fmla="*/ 0 w 25908"/>
                      <a:gd name="connsiteY4" fmla="*/ 14753 h 29483"/>
                      <a:gd name="connsiteX5" fmla="*/ 810 w 25908"/>
                      <a:gd name="connsiteY5" fmla="*/ 8996 h 29483"/>
                      <a:gd name="connsiteX6" fmla="*/ 3238 w 25908"/>
                      <a:gd name="connsiteY6" fmla="*/ 4318 h 29483"/>
                      <a:gd name="connsiteX7" fmla="*/ 7287 w 25908"/>
                      <a:gd name="connsiteY7" fmla="*/ 1169 h 29483"/>
                      <a:gd name="connsiteX8" fmla="*/ 12954 w 25908"/>
                      <a:gd name="connsiteY8" fmla="*/ 0 h 29483"/>
                      <a:gd name="connsiteX9" fmla="*/ 18666 w 25908"/>
                      <a:gd name="connsiteY9" fmla="*/ 1169 h 29483"/>
                      <a:gd name="connsiteX10" fmla="*/ 22714 w 25908"/>
                      <a:gd name="connsiteY10" fmla="*/ 4296 h 29483"/>
                      <a:gd name="connsiteX11" fmla="*/ 25121 w 25908"/>
                      <a:gd name="connsiteY11" fmla="*/ 8973 h 29483"/>
                      <a:gd name="connsiteX12" fmla="*/ 25908 w 25908"/>
                      <a:gd name="connsiteY12" fmla="*/ 14753 h 29483"/>
                      <a:gd name="connsiteX13" fmla="*/ 24986 w 25908"/>
                      <a:gd name="connsiteY13" fmla="*/ 20803 h 29483"/>
                      <a:gd name="connsiteX14" fmla="*/ 22377 w 25908"/>
                      <a:gd name="connsiteY14" fmla="*/ 25436 h 29483"/>
                      <a:gd name="connsiteX15" fmla="*/ 18284 w 25908"/>
                      <a:gd name="connsiteY15" fmla="*/ 28427 h 29483"/>
                      <a:gd name="connsiteX16" fmla="*/ 12977 w 25908"/>
                      <a:gd name="connsiteY16" fmla="*/ 29484 h 29483"/>
                      <a:gd name="connsiteX17" fmla="*/ 22467 w 25908"/>
                      <a:gd name="connsiteY17" fmla="*/ 14753 h 29483"/>
                      <a:gd name="connsiteX18" fmla="*/ 21927 w 25908"/>
                      <a:gd name="connsiteY18" fmla="*/ 10120 h 29483"/>
                      <a:gd name="connsiteX19" fmla="*/ 20263 w 25908"/>
                      <a:gd name="connsiteY19" fmla="*/ 6365 h 29483"/>
                      <a:gd name="connsiteX20" fmla="*/ 17339 w 25908"/>
                      <a:gd name="connsiteY20" fmla="*/ 3846 h 29483"/>
                      <a:gd name="connsiteX21" fmla="*/ 12977 w 25908"/>
                      <a:gd name="connsiteY21" fmla="*/ 2924 h 29483"/>
                      <a:gd name="connsiteX22" fmla="*/ 8636 w 25908"/>
                      <a:gd name="connsiteY22" fmla="*/ 3913 h 29483"/>
                      <a:gd name="connsiteX23" fmla="*/ 5690 w 25908"/>
                      <a:gd name="connsiteY23" fmla="*/ 6567 h 29483"/>
                      <a:gd name="connsiteX24" fmla="*/ 4026 w 25908"/>
                      <a:gd name="connsiteY24" fmla="*/ 10345 h 29483"/>
                      <a:gd name="connsiteX25" fmla="*/ 3486 w 25908"/>
                      <a:gd name="connsiteY25" fmla="*/ 14753 h 29483"/>
                      <a:gd name="connsiteX26" fmla="*/ 4115 w 25908"/>
                      <a:gd name="connsiteY26" fmla="*/ 19521 h 29483"/>
                      <a:gd name="connsiteX27" fmla="*/ 5915 w 25908"/>
                      <a:gd name="connsiteY27" fmla="*/ 23277 h 29483"/>
                      <a:gd name="connsiteX28" fmla="*/ 8883 w 25908"/>
                      <a:gd name="connsiteY28" fmla="*/ 25706 h 29483"/>
                      <a:gd name="connsiteX29" fmla="*/ 12977 w 25908"/>
                      <a:gd name="connsiteY29" fmla="*/ 26560 h 29483"/>
                      <a:gd name="connsiteX30" fmla="*/ 17317 w 25908"/>
                      <a:gd name="connsiteY30" fmla="*/ 25571 h 29483"/>
                      <a:gd name="connsiteX31" fmla="*/ 20263 w 25908"/>
                      <a:gd name="connsiteY31" fmla="*/ 22894 h 29483"/>
                      <a:gd name="connsiteX32" fmla="*/ 21927 w 25908"/>
                      <a:gd name="connsiteY32" fmla="*/ 19116 h 29483"/>
                      <a:gd name="connsiteX33" fmla="*/ 22467 w 25908"/>
                      <a:gd name="connsiteY33" fmla="*/ 14753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8" h="29483">
                        <a:moveTo>
                          <a:pt x="12954" y="29484"/>
                        </a:moveTo>
                        <a:cubicBezTo>
                          <a:pt x="11155" y="29439"/>
                          <a:pt x="9468" y="29124"/>
                          <a:pt x="7916" y="28517"/>
                        </a:cubicBezTo>
                        <a:cubicBezTo>
                          <a:pt x="6342" y="27910"/>
                          <a:pt x="4993" y="26987"/>
                          <a:pt x="3823" y="25773"/>
                        </a:cubicBezTo>
                        <a:cubicBezTo>
                          <a:pt x="2654" y="24559"/>
                          <a:pt x="1732" y="23029"/>
                          <a:pt x="1034" y="21185"/>
                        </a:cubicBezTo>
                        <a:cubicBezTo>
                          <a:pt x="360" y="19341"/>
                          <a:pt x="0" y="17205"/>
                          <a:pt x="0" y="14753"/>
                        </a:cubicBezTo>
                        <a:cubicBezTo>
                          <a:pt x="0" y="12707"/>
                          <a:pt x="270" y="10795"/>
                          <a:pt x="810" y="8996"/>
                        </a:cubicBezTo>
                        <a:cubicBezTo>
                          <a:pt x="1349" y="7219"/>
                          <a:pt x="2159" y="5667"/>
                          <a:pt x="3238" y="4318"/>
                        </a:cubicBezTo>
                        <a:cubicBezTo>
                          <a:pt x="4318" y="2991"/>
                          <a:pt x="5667" y="1934"/>
                          <a:pt x="7287" y="1169"/>
                        </a:cubicBezTo>
                        <a:cubicBezTo>
                          <a:pt x="8906" y="405"/>
                          <a:pt x="10795" y="0"/>
                          <a:pt x="12954" y="0"/>
                        </a:cubicBezTo>
                        <a:cubicBezTo>
                          <a:pt x="15113" y="0"/>
                          <a:pt x="17047" y="382"/>
                          <a:pt x="18666" y="1169"/>
                        </a:cubicBezTo>
                        <a:cubicBezTo>
                          <a:pt x="20286" y="1934"/>
                          <a:pt x="21635" y="2991"/>
                          <a:pt x="22714" y="4296"/>
                        </a:cubicBezTo>
                        <a:cubicBezTo>
                          <a:pt x="23794" y="5600"/>
                          <a:pt x="24603" y="7174"/>
                          <a:pt x="25121" y="8973"/>
                        </a:cubicBezTo>
                        <a:cubicBezTo>
                          <a:pt x="25638" y="10773"/>
                          <a:pt x="25908" y="12707"/>
                          <a:pt x="25908" y="14753"/>
                        </a:cubicBezTo>
                        <a:cubicBezTo>
                          <a:pt x="25908" y="16980"/>
                          <a:pt x="25593" y="19004"/>
                          <a:pt x="24986" y="20803"/>
                        </a:cubicBezTo>
                        <a:cubicBezTo>
                          <a:pt x="24379" y="22602"/>
                          <a:pt x="23502" y="24154"/>
                          <a:pt x="22377" y="25436"/>
                        </a:cubicBezTo>
                        <a:cubicBezTo>
                          <a:pt x="21253" y="26740"/>
                          <a:pt x="19881" y="27730"/>
                          <a:pt x="18284" y="28427"/>
                        </a:cubicBezTo>
                        <a:cubicBezTo>
                          <a:pt x="16687" y="29124"/>
                          <a:pt x="14911" y="29484"/>
                          <a:pt x="12977" y="29484"/>
                        </a:cubicBezTo>
                        <a:close/>
                        <a:moveTo>
                          <a:pt x="22467" y="14753"/>
                        </a:moveTo>
                        <a:cubicBezTo>
                          <a:pt x="22467" y="13089"/>
                          <a:pt x="22287" y="11560"/>
                          <a:pt x="21927" y="10120"/>
                        </a:cubicBezTo>
                        <a:cubicBezTo>
                          <a:pt x="21567" y="8681"/>
                          <a:pt x="21005" y="7422"/>
                          <a:pt x="20263" y="6365"/>
                        </a:cubicBezTo>
                        <a:cubicBezTo>
                          <a:pt x="19499" y="5308"/>
                          <a:pt x="18531" y="4475"/>
                          <a:pt x="17339" y="3846"/>
                        </a:cubicBezTo>
                        <a:cubicBezTo>
                          <a:pt x="16147" y="3239"/>
                          <a:pt x="14686" y="2924"/>
                          <a:pt x="12977" y="2924"/>
                        </a:cubicBezTo>
                        <a:cubicBezTo>
                          <a:pt x="11267" y="2924"/>
                          <a:pt x="9828" y="3261"/>
                          <a:pt x="8636" y="3913"/>
                        </a:cubicBezTo>
                        <a:cubicBezTo>
                          <a:pt x="7422" y="4588"/>
                          <a:pt x="6454" y="5465"/>
                          <a:pt x="5690" y="6567"/>
                        </a:cubicBezTo>
                        <a:cubicBezTo>
                          <a:pt x="4925" y="7669"/>
                          <a:pt x="4385" y="8928"/>
                          <a:pt x="4026" y="10345"/>
                        </a:cubicBezTo>
                        <a:cubicBezTo>
                          <a:pt x="3666" y="11762"/>
                          <a:pt x="3486" y="13224"/>
                          <a:pt x="3486" y="14753"/>
                        </a:cubicBezTo>
                        <a:cubicBezTo>
                          <a:pt x="3486" y="16485"/>
                          <a:pt x="3688" y="18082"/>
                          <a:pt x="4115" y="19521"/>
                        </a:cubicBezTo>
                        <a:cubicBezTo>
                          <a:pt x="4520" y="20983"/>
                          <a:pt x="5128" y="22220"/>
                          <a:pt x="5915" y="23277"/>
                        </a:cubicBezTo>
                        <a:cubicBezTo>
                          <a:pt x="6702" y="24334"/>
                          <a:pt x="7692" y="25121"/>
                          <a:pt x="8883" y="25706"/>
                        </a:cubicBezTo>
                        <a:cubicBezTo>
                          <a:pt x="10075" y="26290"/>
                          <a:pt x="11447" y="26560"/>
                          <a:pt x="12977" y="26560"/>
                        </a:cubicBezTo>
                        <a:cubicBezTo>
                          <a:pt x="14663" y="26560"/>
                          <a:pt x="16125" y="26223"/>
                          <a:pt x="17317" y="25571"/>
                        </a:cubicBezTo>
                        <a:cubicBezTo>
                          <a:pt x="18531" y="24896"/>
                          <a:pt x="19499" y="24019"/>
                          <a:pt x="20263" y="22894"/>
                        </a:cubicBezTo>
                        <a:cubicBezTo>
                          <a:pt x="21028" y="21770"/>
                          <a:pt x="21567" y="20510"/>
                          <a:pt x="21927" y="19116"/>
                        </a:cubicBezTo>
                        <a:cubicBezTo>
                          <a:pt x="22287" y="17722"/>
                          <a:pt x="22467" y="16260"/>
                          <a:pt x="22467" y="14753"/>
                        </a:cubicBezTo>
                        <a:close/>
                      </a:path>
                    </a:pathLst>
                  </a:custGeom>
                  <a:solidFill>
                    <a:srgbClr val="010101"/>
                  </a:solidFill>
                  <a:ln w="2249" cap="flat">
                    <a:noFill/>
                    <a:prstDash val="solid"/>
                    <a:miter/>
                  </a:ln>
                </p:spPr>
                <p:txBody>
                  <a:bodyPr rtlCol="0" anchor="ctr"/>
                  <a:lstStyle/>
                  <a:p>
                    <a:endParaRPr lang="en-US"/>
                  </a:p>
                </p:txBody>
              </p:sp>
              <p:sp>
                <p:nvSpPr>
                  <p:cNvPr id="3470" name="Freeform 3469">
                    <a:extLst>
                      <a:ext uri="{FF2B5EF4-FFF2-40B4-BE49-F238E27FC236}">
                        <a16:creationId xmlns:a16="http://schemas.microsoft.com/office/drawing/2014/main" id="{0CACC55F-8149-9A39-7647-270F634A8A98}"/>
                      </a:ext>
                    </a:extLst>
                  </p:cNvPr>
                  <p:cNvSpPr/>
                  <p:nvPr/>
                </p:nvSpPr>
                <p:spPr>
                  <a:xfrm>
                    <a:off x="5300679" y="3026211"/>
                    <a:ext cx="3238" cy="38861"/>
                  </a:xfrm>
                  <a:custGeom>
                    <a:avLst/>
                    <a:gdLst>
                      <a:gd name="connsiteX0" fmla="*/ 0 w 3238"/>
                      <a:gd name="connsiteY0" fmla="*/ 38862 h 38861"/>
                      <a:gd name="connsiteX1" fmla="*/ 0 w 3238"/>
                      <a:gd name="connsiteY1" fmla="*/ 0 h 38861"/>
                      <a:gd name="connsiteX2" fmla="*/ 3238 w 3238"/>
                      <a:gd name="connsiteY2" fmla="*/ 0 h 38861"/>
                      <a:gd name="connsiteX3" fmla="*/ 3238 w 3238"/>
                      <a:gd name="connsiteY3" fmla="*/ 38862 h 38861"/>
                      <a:gd name="connsiteX4" fmla="*/ 0 w 3238"/>
                      <a:gd name="connsiteY4" fmla="*/ 38862 h 38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 h="38861">
                        <a:moveTo>
                          <a:pt x="0" y="38862"/>
                        </a:moveTo>
                        <a:lnTo>
                          <a:pt x="0" y="0"/>
                        </a:lnTo>
                        <a:lnTo>
                          <a:pt x="3238" y="0"/>
                        </a:lnTo>
                        <a:lnTo>
                          <a:pt x="3238" y="38862"/>
                        </a:lnTo>
                        <a:lnTo>
                          <a:pt x="0" y="38862"/>
                        </a:lnTo>
                        <a:close/>
                      </a:path>
                    </a:pathLst>
                  </a:custGeom>
                  <a:solidFill>
                    <a:srgbClr val="010101"/>
                  </a:solidFill>
                  <a:ln w="2249" cap="flat">
                    <a:noFill/>
                    <a:prstDash val="solid"/>
                    <a:miter/>
                  </a:ln>
                </p:spPr>
                <p:txBody>
                  <a:bodyPr rtlCol="0" anchor="ctr"/>
                  <a:lstStyle/>
                  <a:p>
                    <a:endParaRPr lang="en-US"/>
                  </a:p>
                </p:txBody>
              </p:sp>
              <p:sp>
                <p:nvSpPr>
                  <p:cNvPr id="3471" name="Freeform 3470">
                    <a:extLst>
                      <a:ext uri="{FF2B5EF4-FFF2-40B4-BE49-F238E27FC236}">
                        <a16:creationId xmlns:a16="http://schemas.microsoft.com/office/drawing/2014/main" id="{DD9CBBDC-4B96-4E83-8097-BBB349093395}"/>
                      </a:ext>
                    </a:extLst>
                  </p:cNvPr>
                  <p:cNvSpPr/>
                  <p:nvPr/>
                </p:nvSpPr>
                <p:spPr>
                  <a:xfrm>
                    <a:off x="5310687" y="3036399"/>
                    <a:ext cx="26358" cy="29483"/>
                  </a:xfrm>
                  <a:custGeom>
                    <a:avLst/>
                    <a:gdLst>
                      <a:gd name="connsiteX0" fmla="*/ 14326 w 26358"/>
                      <a:gd name="connsiteY0" fmla="*/ 12369 h 29483"/>
                      <a:gd name="connsiteX1" fmla="*/ 16508 w 26358"/>
                      <a:gd name="connsiteY1" fmla="*/ 12054 h 29483"/>
                      <a:gd name="connsiteX2" fmla="*/ 18576 w 26358"/>
                      <a:gd name="connsiteY2" fmla="*/ 11470 h 29483"/>
                      <a:gd name="connsiteX3" fmla="*/ 19566 w 26358"/>
                      <a:gd name="connsiteY3" fmla="*/ 10210 h 29483"/>
                      <a:gd name="connsiteX4" fmla="*/ 19746 w 26358"/>
                      <a:gd name="connsiteY4" fmla="*/ 8569 h 29483"/>
                      <a:gd name="connsiteX5" fmla="*/ 18149 w 26358"/>
                      <a:gd name="connsiteY5" fmla="*/ 4498 h 29483"/>
                      <a:gd name="connsiteX6" fmla="*/ 12774 w 26358"/>
                      <a:gd name="connsiteY6" fmla="*/ 2901 h 29483"/>
                      <a:gd name="connsiteX7" fmla="*/ 9693 w 26358"/>
                      <a:gd name="connsiteY7" fmla="*/ 3193 h 29483"/>
                      <a:gd name="connsiteX8" fmla="*/ 7242 w 26358"/>
                      <a:gd name="connsiteY8" fmla="*/ 4228 h 29483"/>
                      <a:gd name="connsiteX9" fmla="*/ 5510 w 26358"/>
                      <a:gd name="connsiteY9" fmla="*/ 6162 h 29483"/>
                      <a:gd name="connsiteX10" fmla="*/ 4610 w 26358"/>
                      <a:gd name="connsiteY10" fmla="*/ 9221 h 29483"/>
                      <a:gd name="connsiteX11" fmla="*/ 1327 w 26358"/>
                      <a:gd name="connsiteY11" fmla="*/ 9221 h 29483"/>
                      <a:gd name="connsiteX12" fmla="*/ 2452 w 26358"/>
                      <a:gd name="connsiteY12" fmla="*/ 4993 h 29483"/>
                      <a:gd name="connsiteX13" fmla="*/ 4970 w 26358"/>
                      <a:gd name="connsiteY13" fmla="*/ 2137 h 29483"/>
                      <a:gd name="connsiteX14" fmla="*/ 8524 w 26358"/>
                      <a:gd name="connsiteY14" fmla="*/ 517 h 29483"/>
                      <a:gd name="connsiteX15" fmla="*/ 12819 w 26358"/>
                      <a:gd name="connsiteY15" fmla="*/ 0 h 29483"/>
                      <a:gd name="connsiteX16" fmla="*/ 16777 w 26358"/>
                      <a:gd name="connsiteY16" fmla="*/ 450 h 29483"/>
                      <a:gd name="connsiteX17" fmla="*/ 20016 w 26358"/>
                      <a:gd name="connsiteY17" fmla="*/ 1912 h 29483"/>
                      <a:gd name="connsiteX18" fmla="*/ 22175 w 26358"/>
                      <a:gd name="connsiteY18" fmla="*/ 4588 h 29483"/>
                      <a:gd name="connsiteX19" fmla="*/ 22962 w 26358"/>
                      <a:gd name="connsiteY19" fmla="*/ 8681 h 29483"/>
                      <a:gd name="connsiteX20" fmla="*/ 22962 w 26358"/>
                      <a:gd name="connsiteY20" fmla="*/ 23906 h 29483"/>
                      <a:gd name="connsiteX21" fmla="*/ 23637 w 26358"/>
                      <a:gd name="connsiteY21" fmla="*/ 26313 h 29483"/>
                      <a:gd name="connsiteX22" fmla="*/ 26358 w 26358"/>
                      <a:gd name="connsiteY22" fmla="*/ 26065 h 29483"/>
                      <a:gd name="connsiteX23" fmla="*/ 26358 w 26358"/>
                      <a:gd name="connsiteY23" fmla="*/ 28607 h 29483"/>
                      <a:gd name="connsiteX24" fmla="*/ 25256 w 26358"/>
                      <a:gd name="connsiteY24" fmla="*/ 28922 h 29483"/>
                      <a:gd name="connsiteX25" fmla="*/ 23817 w 26358"/>
                      <a:gd name="connsiteY25" fmla="*/ 29146 h 29483"/>
                      <a:gd name="connsiteX26" fmla="*/ 22355 w 26358"/>
                      <a:gd name="connsiteY26" fmla="*/ 28989 h 29483"/>
                      <a:gd name="connsiteX27" fmla="*/ 21050 w 26358"/>
                      <a:gd name="connsiteY27" fmla="*/ 28472 h 29483"/>
                      <a:gd name="connsiteX28" fmla="*/ 20263 w 26358"/>
                      <a:gd name="connsiteY28" fmla="*/ 27505 h 29483"/>
                      <a:gd name="connsiteX29" fmla="*/ 19858 w 26358"/>
                      <a:gd name="connsiteY29" fmla="*/ 26268 h 29483"/>
                      <a:gd name="connsiteX30" fmla="*/ 19746 w 26358"/>
                      <a:gd name="connsiteY30" fmla="*/ 24829 h 29483"/>
                      <a:gd name="connsiteX31" fmla="*/ 15046 w 26358"/>
                      <a:gd name="connsiteY31" fmla="*/ 28292 h 29483"/>
                      <a:gd name="connsiteX32" fmla="*/ 9333 w 26358"/>
                      <a:gd name="connsiteY32" fmla="*/ 29484 h 29483"/>
                      <a:gd name="connsiteX33" fmla="*/ 5802 w 26358"/>
                      <a:gd name="connsiteY33" fmla="*/ 28989 h 29483"/>
                      <a:gd name="connsiteX34" fmla="*/ 2811 w 26358"/>
                      <a:gd name="connsiteY34" fmla="*/ 27482 h 29483"/>
                      <a:gd name="connsiteX35" fmla="*/ 765 w 26358"/>
                      <a:gd name="connsiteY35" fmla="*/ 24963 h 29483"/>
                      <a:gd name="connsiteX36" fmla="*/ 0 w 26358"/>
                      <a:gd name="connsiteY36" fmla="*/ 21433 h 29483"/>
                      <a:gd name="connsiteX37" fmla="*/ 9761 w 26358"/>
                      <a:gd name="connsiteY37" fmla="*/ 13021 h 29483"/>
                      <a:gd name="connsiteX38" fmla="*/ 14236 w 26358"/>
                      <a:gd name="connsiteY38" fmla="*/ 12437 h 29483"/>
                      <a:gd name="connsiteX39" fmla="*/ 19791 w 26358"/>
                      <a:gd name="connsiteY39" fmla="*/ 13989 h 29483"/>
                      <a:gd name="connsiteX40" fmla="*/ 15630 w 26358"/>
                      <a:gd name="connsiteY40" fmla="*/ 15113 h 29483"/>
                      <a:gd name="connsiteX41" fmla="*/ 11425 w 26358"/>
                      <a:gd name="connsiteY41" fmla="*/ 15540 h 29483"/>
                      <a:gd name="connsiteX42" fmla="*/ 5622 w 26358"/>
                      <a:gd name="connsiteY42" fmla="*/ 17205 h 29483"/>
                      <a:gd name="connsiteX43" fmla="*/ 3554 w 26358"/>
                      <a:gd name="connsiteY43" fmla="*/ 21478 h 29483"/>
                      <a:gd name="connsiteX44" fmla="*/ 4071 w 26358"/>
                      <a:gd name="connsiteY44" fmla="*/ 23726 h 29483"/>
                      <a:gd name="connsiteX45" fmla="*/ 5420 w 26358"/>
                      <a:gd name="connsiteY45" fmla="*/ 25301 h 29483"/>
                      <a:gd name="connsiteX46" fmla="*/ 7354 w 26358"/>
                      <a:gd name="connsiteY46" fmla="*/ 26223 h 29483"/>
                      <a:gd name="connsiteX47" fmla="*/ 9603 w 26358"/>
                      <a:gd name="connsiteY47" fmla="*/ 26515 h 29483"/>
                      <a:gd name="connsiteX48" fmla="*/ 13381 w 26358"/>
                      <a:gd name="connsiteY48" fmla="*/ 26020 h 29483"/>
                      <a:gd name="connsiteX49" fmla="*/ 16642 w 26358"/>
                      <a:gd name="connsiteY49" fmla="*/ 24536 h 29483"/>
                      <a:gd name="connsiteX50" fmla="*/ 18936 w 26358"/>
                      <a:gd name="connsiteY50" fmla="*/ 21995 h 29483"/>
                      <a:gd name="connsiteX51" fmla="*/ 19791 w 26358"/>
                      <a:gd name="connsiteY51" fmla="*/ 18352 h 29483"/>
                      <a:gd name="connsiteX52" fmla="*/ 19791 w 26358"/>
                      <a:gd name="connsiteY52" fmla="*/ 13989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6358" h="29483">
                        <a:moveTo>
                          <a:pt x="14326" y="12369"/>
                        </a:moveTo>
                        <a:cubicBezTo>
                          <a:pt x="14933" y="12302"/>
                          <a:pt x="15675" y="12189"/>
                          <a:pt x="16508" y="12054"/>
                        </a:cubicBezTo>
                        <a:cubicBezTo>
                          <a:pt x="17362" y="11919"/>
                          <a:pt x="18037" y="11717"/>
                          <a:pt x="18576" y="11470"/>
                        </a:cubicBezTo>
                        <a:cubicBezTo>
                          <a:pt x="19116" y="11222"/>
                          <a:pt x="19454" y="10795"/>
                          <a:pt x="19566" y="10210"/>
                        </a:cubicBezTo>
                        <a:cubicBezTo>
                          <a:pt x="19701" y="9626"/>
                          <a:pt x="19746" y="9063"/>
                          <a:pt x="19746" y="8569"/>
                        </a:cubicBezTo>
                        <a:cubicBezTo>
                          <a:pt x="19746" y="6904"/>
                          <a:pt x="19206" y="5555"/>
                          <a:pt x="18149" y="4498"/>
                        </a:cubicBezTo>
                        <a:cubicBezTo>
                          <a:pt x="17092" y="3441"/>
                          <a:pt x="15293" y="2901"/>
                          <a:pt x="12774" y="2901"/>
                        </a:cubicBezTo>
                        <a:cubicBezTo>
                          <a:pt x="11650" y="2901"/>
                          <a:pt x="10638" y="2991"/>
                          <a:pt x="9693" y="3193"/>
                        </a:cubicBezTo>
                        <a:cubicBezTo>
                          <a:pt x="8748" y="3396"/>
                          <a:pt x="7939" y="3733"/>
                          <a:pt x="7242" y="4228"/>
                        </a:cubicBezTo>
                        <a:cubicBezTo>
                          <a:pt x="6545" y="4723"/>
                          <a:pt x="5960" y="5353"/>
                          <a:pt x="5510" y="6162"/>
                        </a:cubicBezTo>
                        <a:cubicBezTo>
                          <a:pt x="5060" y="6972"/>
                          <a:pt x="4768" y="7984"/>
                          <a:pt x="4610" y="9221"/>
                        </a:cubicBezTo>
                        <a:lnTo>
                          <a:pt x="1327" y="9221"/>
                        </a:lnTo>
                        <a:cubicBezTo>
                          <a:pt x="1439" y="7556"/>
                          <a:pt x="1822" y="6162"/>
                          <a:pt x="2452" y="4993"/>
                        </a:cubicBezTo>
                        <a:cubicBezTo>
                          <a:pt x="3081" y="3823"/>
                          <a:pt x="3936" y="2879"/>
                          <a:pt x="4970" y="2137"/>
                        </a:cubicBezTo>
                        <a:cubicBezTo>
                          <a:pt x="6005" y="1394"/>
                          <a:pt x="7174" y="855"/>
                          <a:pt x="8524" y="517"/>
                        </a:cubicBezTo>
                        <a:cubicBezTo>
                          <a:pt x="9873" y="180"/>
                          <a:pt x="11312" y="0"/>
                          <a:pt x="12819" y="0"/>
                        </a:cubicBezTo>
                        <a:cubicBezTo>
                          <a:pt x="14214" y="0"/>
                          <a:pt x="15540" y="157"/>
                          <a:pt x="16777" y="450"/>
                        </a:cubicBezTo>
                        <a:cubicBezTo>
                          <a:pt x="18014" y="765"/>
                          <a:pt x="19094" y="1237"/>
                          <a:pt x="20016" y="1912"/>
                        </a:cubicBezTo>
                        <a:cubicBezTo>
                          <a:pt x="20938" y="2586"/>
                          <a:pt x="21657" y="3463"/>
                          <a:pt x="22175" y="4588"/>
                        </a:cubicBezTo>
                        <a:cubicBezTo>
                          <a:pt x="22692" y="5712"/>
                          <a:pt x="22962" y="7062"/>
                          <a:pt x="22962" y="8681"/>
                        </a:cubicBezTo>
                        <a:lnTo>
                          <a:pt x="22962" y="23906"/>
                        </a:lnTo>
                        <a:cubicBezTo>
                          <a:pt x="22962" y="25166"/>
                          <a:pt x="23187" y="25975"/>
                          <a:pt x="23637" y="26313"/>
                        </a:cubicBezTo>
                        <a:cubicBezTo>
                          <a:pt x="24087" y="26650"/>
                          <a:pt x="24986" y="26583"/>
                          <a:pt x="26358" y="26065"/>
                        </a:cubicBezTo>
                        <a:lnTo>
                          <a:pt x="26358" y="28607"/>
                        </a:lnTo>
                        <a:cubicBezTo>
                          <a:pt x="26110" y="28674"/>
                          <a:pt x="25728" y="28787"/>
                          <a:pt x="25256" y="28922"/>
                        </a:cubicBezTo>
                        <a:cubicBezTo>
                          <a:pt x="24761" y="29056"/>
                          <a:pt x="24289" y="29146"/>
                          <a:pt x="23817" y="29146"/>
                        </a:cubicBezTo>
                        <a:cubicBezTo>
                          <a:pt x="23322" y="29146"/>
                          <a:pt x="22827" y="29102"/>
                          <a:pt x="22355" y="28989"/>
                        </a:cubicBezTo>
                        <a:cubicBezTo>
                          <a:pt x="21815" y="28922"/>
                          <a:pt x="21388" y="28742"/>
                          <a:pt x="21050" y="28472"/>
                        </a:cubicBezTo>
                        <a:cubicBezTo>
                          <a:pt x="20713" y="28202"/>
                          <a:pt x="20465" y="27887"/>
                          <a:pt x="20263" y="27505"/>
                        </a:cubicBezTo>
                        <a:cubicBezTo>
                          <a:pt x="20061" y="27122"/>
                          <a:pt x="19926" y="26718"/>
                          <a:pt x="19858" y="26268"/>
                        </a:cubicBezTo>
                        <a:cubicBezTo>
                          <a:pt x="19791" y="25818"/>
                          <a:pt x="19746" y="25346"/>
                          <a:pt x="19746" y="24829"/>
                        </a:cubicBezTo>
                        <a:cubicBezTo>
                          <a:pt x="18374" y="26335"/>
                          <a:pt x="16822" y="27482"/>
                          <a:pt x="15046" y="28292"/>
                        </a:cubicBezTo>
                        <a:cubicBezTo>
                          <a:pt x="13291" y="29079"/>
                          <a:pt x="11380" y="29484"/>
                          <a:pt x="9333" y="29484"/>
                        </a:cubicBezTo>
                        <a:cubicBezTo>
                          <a:pt x="8119" y="29484"/>
                          <a:pt x="6927" y="29326"/>
                          <a:pt x="5802" y="28989"/>
                        </a:cubicBezTo>
                        <a:cubicBezTo>
                          <a:pt x="4678" y="28652"/>
                          <a:pt x="3666" y="28157"/>
                          <a:pt x="2811" y="27482"/>
                        </a:cubicBezTo>
                        <a:cubicBezTo>
                          <a:pt x="1957" y="26808"/>
                          <a:pt x="1260" y="25953"/>
                          <a:pt x="765" y="24963"/>
                        </a:cubicBezTo>
                        <a:cubicBezTo>
                          <a:pt x="270" y="23974"/>
                          <a:pt x="0" y="22804"/>
                          <a:pt x="0" y="21433"/>
                        </a:cubicBezTo>
                        <a:cubicBezTo>
                          <a:pt x="0" y="16687"/>
                          <a:pt x="3261" y="13876"/>
                          <a:pt x="9761" y="13021"/>
                        </a:cubicBezTo>
                        <a:lnTo>
                          <a:pt x="14236" y="12437"/>
                        </a:lnTo>
                        <a:close/>
                        <a:moveTo>
                          <a:pt x="19791" y="13989"/>
                        </a:moveTo>
                        <a:cubicBezTo>
                          <a:pt x="18419" y="14573"/>
                          <a:pt x="17047" y="14933"/>
                          <a:pt x="15630" y="15113"/>
                        </a:cubicBezTo>
                        <a:cubicBezTo>
                          <a:pt x="14214" y="15293"/>
                          <a:pt x="12819" y="15428"/>
                          <a:pt x="11425" y="15540"/>
                        </a:cubicBezTo>
                        <a:cubicBezTo>
                          <a:pt x="8951" y="15720"/>
                          <a:pt x="7017" y="16282"/>
                          <a:pt x="5622" y="17205"/>
                        </a:cubicBezTo>
                        <a:cubicBezTo>
                          <a:pt x="4228" y="18149"/>
                          <a:pt x="3554" y="19566"/>
                          <a:pt x="3554" y="21478"/>
                        </a:cubicBezTo>
                        <a:cubicBezTo>
                          <a:pt x="3554" y="22332"/>
                          <a:pt x="3733" y="23097"/>
                          <a:pt x="4071" y="23726"/>
                        </a:cubicBezTo>
                        <a:cubicBezTo>
                          <a:pt x="4408" y="24356"/>
                          <a:pt x="4858" y="24873"/>
                          <a:pt x="5420" y="25301"/>
                        </a:cubicBezTo>
                        <a:cubicBezTo>
                          <a:pt x="5982" y="25706"/>
                          <a:pt x="6635" y="26020"/>
                          <a:pt x="7354" y="26223"/>
                        </a:cubicBezTo>
                        <a:cubicBezTo>
                          <a:pt x="8096" y="26425"/>
                          <a:pt x="8839" y="26515"/>
                          <a:pt x="9603" y="26515"/>
                        </a:cubicBezTo>
                        <a:cubicBezTo>
                          <a:pt x="10907" y="26515"/>
                          <a:pt x="12167" y="26358"/>
                          <a:pt x="13381" y="26020"/>
                        </a:cubicBezTo>
                        <a:cubicBezTo>
                          <a:pt x="14596" y="25706"/>
                          <a:pt x="15698" y="25211"/>
                          <a:pt x="16642" y="24536"/>
                        </a:cubicBezTo>
                        <a:cubicBezTo>
                          <a:pt x="17587" y="23861"/>
                          <a:pt x="18352" y="23029"/>
                          <a:pt x="18936" y="21995"/>
                        </a:cubicBezTo>
                        <a:cubicBezTo>
                          <a:pt x="19521" y="20960"/>
                          <a:pt x="19791" y="19746"/>
                          <a:pt x="19791" y="18352"/>
                        </a:cubicBezTo>
                        <a:lnTo>
                          <a:pt x="19791" y="13989"/>
                        </a:lnTo>
                        <a:close/>
                      </a:path>
                    </a:pathLst>
                  </a:custGeom>
                  <a:solidFill>
                    <a:srgbClr val="010101"/>
                  </a:solidFill>
                  <a:ln w="2249" cap="flat">
                    <a:noFill/>
                    <a:prstDash val="solid"/>
                    <a:miter/>
                  </a:ln>
                </p:spPr>
                <p:txBody>
                  <a:bodyPr rtlCol="0" anchor="ctr"/>
                  <a:lstStyle/>
                  <a:p>
                    <a:endParaRPr lang="en-US"/>
                  </a:p>
                </p:txBody>
              </p:sp>
              <p:sp>
                <p:nvSpPr>
                  <p:cNvPr id="3472" name="Freeform 3471">
                    <a:extLst>
                      <a:ext uri="{FF2B5EF4-FFF2-40B4-BE49-F238E27FC236}">
                        <a16:creationId xmlns:a16="http://schemas.microsoft.com/office/drawing/2014/main" id="{4307F23A-D4F7-BCF9-B211-DB9E129B3A88}"/>
                      </a:ext>
                    </a:extLst>
                  </p:cNvPr>
                  <p:cNvSpPr/>
                  <p:nvPr/>
                </p:nvSpPr>
                <p:spPr>
                  <a:xfrm>
                    <a:off x="5339384" y="3029315"/>
                    <a:ext cx="12616" cy="36500"/>
                  </a:xfrm>
                  <a:custGeom>
                    <a:avLst/>
                    <a:gdLst>
                      <a:gd name="connsiteX0" fmla="*/ 12617 w 12616"/>
                      <a:gd name="connsiteY0" fmla="*/ 35848 h 36500"/>
                      <a:gd name="connsiteX1" fmla="*/ 11042 w 12616"/>
                      <a:gd name="connsiteY1" fmla="*/ 36231 h 36500"/>
                      <a:gd name="connsiteX2" fmla="*/ 8884 w 12616"/>
                      <a:gd name="connsiteY2" fmla="*/ 36501 h 36500"/>
                      <a:gd name="connsiteX3" fmla="*/ 5195 w 12616"/>
                      <a:gd name="connsiteY3" fmla="*/ 35286 h 36500"/>
                      <a:gd name="connsiteX4" fmla="*/ 3936 w 12616"/>
                      <a:gd name="connsiteY4" fmla="*/ 30946 h 36500"/>
                      <a:gd name="connsiteX5" fmla="*/ 3936 w 12616"/>
                      <a:gd name="connsiteY5" fmla="*/ 10480 h 36500"/>
                      <a:gd name="connsiteX6" fmla="*/ 0 w 12616"/>
                      <a:gd name="connsiteY6" fmla="*/ 10480 h 36500"/>
                      <a:gd name="connsiteX7" fmla="*/ 0 w 12616"/>
                      <a:gd name="connsiteY7" fmla="*/ 7781 h 36500"/>
                      <a:gd name="connsiteX8" fmla="*/ 3936 w 12616"/>
                      <a:gd name="connsiteY8" fmla="*/ 7781 h 36500"/>
                      <a:gd name="connsiteX9" fmla="*/ 3936 w 12616"/>
                      <a:gd name="connsiteY9" fmla="*/ 0 h 36500"/>
                      <a:gd name="connsiteX10" fmla="*/ 7174 w 12616"/>
                      <a:gd name="connsiteY10" fmla="*/ 0 h 36500"/>
                      <a:gd name="connsiteX11" fmla="*/ 7174 w 12616"/>
                      <a:gd name="connsiteY11" fmla="*/ 7781 h 36500"/>
                      <a:gd name="connsiteX12" fmla="*/ 12414 w 12616"/>
                      <a:gd name="connsiteY12" fmla="*/ 7781 h 36500"/>
                      <a:gd name="connsiteX13" fmla="*/ 12414 w 12616"/>
                      <a:gd name="connsiteY13" fmla="*/ 10480 h 36500"/>
                      <a:gd name="connsiteX14" fmla="*/ 7174 w 12616"/>
                      <a:gd name="connsiteY14" fmla="*/ 10480 h 36500"/>
                      <a:gd name="connsiteX15" fmla="*/ 7174 w 12616"/>
                      <a:gd name="connsiteY15" fmla="*/ 29641 h 36500"/>
                      <a:gd name="connsiteX16" fmla="*/ 7219 w 12616"/>
                      <a:gd name="connsiteY16" fmla="*/ 31418 h 36500"/>
                      <a:gd name="connsiteX17" fmla="*/ 7534 w 12616"/>
                      <a:gd name="connsiteY17" fmla="*/ 32655 h 36500"/>
                      <a:gd name="connsiteX18" fmla="*/ 8366 w 12616"/>
                      <a:gd name="connsiteY18" fmla="*/ 33352 h 36500"/>
                      <a:gd name="connsiteX19" fmla="*/ 9963 w 12616"/>
                      <a:gd name="connsiteY19" fmla="*/ 33577 h 36500"/>
                      <a:gd name="connsiteX20" fmla="*/ 11290 w 12616"/>
                      <a:gd name="connsiteY20" fmla="*/ 33465 h 36500"/>
                      <a:gd name="connsiteX21" fmla="*/ 12617 w 12616"/>
                      <a:gd name="connsiteY21" fmla="*/ 33195 h 36500"/>
                      <a:gd name="connsiteX22" fmla="*/ 12617 w 12616"/>
                      <a:gd name="connsiteY22" fmla="*/ 35848 h 3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6" h="36500">
                        <a:moveTo>
                          <a:pt x="12617" y="35848"/>
                        </a:moveTo>
                        <a:cubicBezTo>
                          <a:pt x="12212" y="35916"/>
                          <a:pt x="11695" y="36051"/>
                          <a:pt x="11042" y="36231"/>
                        </a:cubicBezTo>
                        <a:cubicBezTo>
                          <a:pt x="10390" y="36411"/>
                          <a:pt x="9671" y="36501"/>
                          <a:pt x="8884" y="36501"/>
                        </a:cubicBezTo>
                        <a:cubicBezTo>
                          <a:pt x="7264" y="36501"/>
                          <a:pt x="6027" y="36096"/>
                          <a:pt x="5195" y="35286"/>
                        </a:cubicBezTo>
                        <a:cubicBezTo>
                          <a:pt x="4363" y="34476"/>
                          <a:pt x="3936" y="33037"/>
                          <a:pt x="3936" y="30946"/>
                        </a:cubicBezTo>
                        <a:lnTo>
                          <a:pt x="3936" y="10480"/>
                        </a:lnTo>
                        <a:lnTo>
                          <a:pt x="0" y="10480"/>
                        </a:lnTo>
                        <a:lnTo>
                          <a:pt x="0" y="7781"/>
                        </a:lnTo>
                        <a:lnTo>
                          <a:pt x="3936" y="7781"/>
                        </a:lnTo>
                        <a:lnTo>
                          <a:pt x="3936" y="0"/>
                        </a:lnTo>
                        <a:lnTo>
                          <a:pt x="7174" y="0"/>
                        </a:lnTo>
                        <a:lnTo>
                          <a:pt x="7174" y="7781"/>
                        </a:lnTo>
                        <a:lnTo>
                          <a:pt x="12414" y="7781"/>
                        </a:lnTo>
                        <a:lnTo>
                          <a:pt x="12414" y="10480"/>
                        </a:lnTo>
                        <a:lnTo>
                          <a:pt x="7174" y="10480"/>
                        </a:lnTo>
                        <a:lnTo>
                          <a:pt x="7174" y="29641"/>
                        </a:lnTo>
                        <a:cubicBezTo>
                          <a:pt x="7174" y="30316"/>
                          <a:pt x="7174" y="30923"/>
                          <a:pt x="7219" y="31418"/>
                        </a:cubicBezTo>
                        <a:cubicBezTo>
                          <a:pt x="7264" y="31913"/>
                          <a:pt x="7354" y="32340"/>
                          <a:pt x="7534" y="32655"/>
                        </a:cubicBezTo>
                        <a:cubicBezTo>
                          <a:pt x="7714" y="32970"/>
                          <a:pt x="7984" y="33217"/>
                          <a:pt x="8366" y="33352"/>
                        </a:cubicBezTo>
                        <a:cubicBezTo>
                          <a:pt x="8748" y="33487"/>
                          <a:pt x="9266" y="33577"/>
                          <a:pt x="9963" y="33577"/>
                        </a:cubicBezTo>
                        <a:cubicBezTo>
                          <a:pt x="10390" y="33577"/>
                          <a:pt x="10840" y="33532"/>
                          <a:pt x="11290" y="33465"/>
                        </a:cubicBezTo>
                        <a:cubicBezTo>
                          <a:pt x="11739" y="33397"/>
                          <a:pt x="12189" y="33307"/>
                          <a:pt x="12617" y="33195"/>
                        </a:cubicBezTo>
                        <a:lnTo>
                          <a:pt x="12617" y="35848"/>
                        </a:lnTo>
                        <a:close/>
                      </a:path>
                    </a:pathLst>
                  </a:custGeom>
                  <a:solidFill>
                    <a:srgbClr val="010101"/>
                  </a:solidFill>
                  <a:ln w="2249" cap="flat">
                    <a:noFill/>
                    <a:prstDash val="solid"/>
                    <a:miter/>
                  </a:ln>
                </p:spPr>
                <p:txBody>
                  <a:bodyPr rtlCol="0" anchor="ctr"/>
                  <a:lstStyle/>
                  <a:p>
                    <a:endParaRPr lang="en-US"/>
                  </a:p>
                </p:txBody>
              </p:sp>
              <p:sp>
                <p:nvSpPr>
                  <p:cNvPr id="3473" name="Freeform 3472">
                    <a:extLst>
                      <a:ext uri="{FF2B5EF4-FFF2-40B4-BE49-F238E27FC236}">
                        <a16:creationId xmlns:a16="http://schemas.microsoft.com/office/drawing/2014/main" id="{3ED3F5EA-B9E9-1919-B260-806098243CBC}"/>
                      </a:ext>
                    </a:extLst>
                  </p:cNvPr>
                  <p:cNvSpPr/>
                  <p:nvPr/>
                </p:nvSpPr>
                <p:spPr>
                  <a:xfrm>
                    <a:off x="5355666" y="3036377"/>
                    <a:ext cx="25167" cy="29483"/>
                  </a:xfrm>
                  <a:custGeom>
                    <a:avLst/>
                    <a:gdLst>
                      <a:gd name="connsiteX0" fmla="*/ 3509 w 25167"/>
                      <a:gd name="connsiteY0" fmla="*/ 15473 h 29483"/>
                      <a:gd name="connsiteX1" fmla="*/ 4093 w 25167"/>
                      <a:gd name="connsiteY1" fmla="*/ 19768 h 29483"/>
                      <a:gd name="connsiteX2" fmla="*/ 5847 w 25167"/>
                      <a:gd name="connsiteY2" fmla="*/ 23277 h 29483"/>
                      <a:gd name="connsiteX3" fmla="*/ 8794 w 25167"/>
                      <a:gd name="connsiteY3" fmla="*/ 25661 h 29483"/>
                      <a:gd name="connsiteX4" fmla="*/ 12886 w 25167"/>
                      <a:gd name="connsiteY4" fmla="*/ 26560 h 29483"/>
                      <a:gd name="connsiteX5" fmla="*/ 18329 w 25167"/>
                      <a:gd name="connsiteY5" fmla="*/ 24896 h 29483"/>
                      <a:gd name="connsiteX6" fmla="*/ 21343 w 25167"/>
                      <a:gd name="connsiteY6" fmla="*/ 20151 h 29483"/>
                      <a:gd name="connsiteX7" fmla="*/ 24963 w 25167"/>
                      <a:gd name="connsiteY7" fmla="*/ 20151 h 29483"/>
                      <a:gd name="connsiteX8" fmla="*/ 23389 w 25167"/>
                      <a:gd name="connsiteY8" fmla="*/ 23839 h 29483"/>
                      <a:gd name="connsiteX9" fmla="*/ 20960 w 25167"/>
                      <a:gd name="connsiteY9" fmla="*/ 26808 h 29483"/>
                      <a:gd name="connsiteX10" fmla="*/ 17497 w 25167"/>
                      <a:gd name="connsiteY10" fmla="*/ 28787 h 29483"/>
                      <a:gd name="connsiteX11" fmla="*/ 12864 w 25167"/>
                      <a:gd name="connsiteY11" fmla="*/ 29484 h 29483"/>
                      <a:gd name="connsiteX12" fmla="*/ 7084 w 25167"/>
                      <a:gd name="connsiteY12" fmla="*/ 28359 h 29483"/>
                      <a:gd name="connsiteX13" fmla="*/ 3081 w 25167"/>
                      <a:gd name="connsiteY13" fmla="*/ 25256 h 29483"/>
                      <a:gd name="connsiteX14" fmla="*/ 765 w 25167"/>
                      <a:gd name="connsiteY14" fmla="*/ 20623 h 29483"/>
                      <a:gd name="connsiteX15" fmla="*/ 0 w 25167"/>
                      <a:gd name="connsiteY15" fmla="*/ 14866 h 29483"/>
                      <a:gd name="connsiteX16" fmla="*/ 900 w 25167"/>
                      <a:gd name="connsiteY16" fmla="*/ 9086 h 29483"/>
                      <a:gd name="connsiteX17" fmla="*/ 3441 w 25167"/>
                      <a:gd name="connsiteY17" fmla="*/ 4363 h 29483"/>
                      <a:gd name="connsiteX18" fmla="*/ 7467 w 25167"/>
                      <a:gd name="connsiteY18" fmla="*/ 1170 h 29483"/>
                      <a:gd name="connsiteX19" fmla="*/ 12864 w 25167"/>
                      <a:gd name="connsiteY19" fmla="*/ 0 h 29483"/>
                      <a:gd name="connsiteX20" fmla="*/ 21927 w 25167"/>
                      <a:gd name="connsiteY20" fmla="*/ 3958 h 29483"/>
                      <a:gd name="connsiteX21" fmla="*/ 25166 w 25167"/>
                      <a:gd name="connsiteY21" fmla="*/ 15473 h 29483"/>
                      <a:gd name="connsiteX22" fmla="*/ 3463 w 25167"/>
                      <a:gd name="connsiteY22" fmla="*/ 15473 h 29483"/>
                      <a:gd name="connsiteX23" fmla="*/ 21748 w 25167"/>
                      <a:gd name="connsiteY23" fmla="*/ 12774 h 29483"/>
                      <a:gd name="connsiteX24" fmla="*/ 21185 w 25167"/>
                      <a:gd name="connsiteY24" fmla="*/ 8906 h 29483"/>
                      <a:gd name="connsiteX25" fmla="*/ 19521 w 25167"/>
                      <a:gd name="connsiteY25" fmla="*/ 5780 h 29483"/>
                      <a:gd name="connsiteX26" fmla="*/ 16732 w 25167"/>
                      <a:gd name="connsiteY26" fmla="*/ 3666 h 29483"/>
                      <a:gd name="connsiteX27" fmla="*/ 12909 w 25167"/>
                      <a:gd name="connsiteY27" fmla="*/ 2879 h 29483"/>
                      <a:gd name="connsiteX28" fmla="*/ 9108 w 25167"/>
                      <a:gd name="connsiteY28" fmla="*/ 3688 h 29483"/>
                      <a:gd name="connsiteX29" fmla="*/ 6297 w 25167"/>
                      <a:gd name="connsiteY29" fmla="*/ 5847 h 29483"/>
                      <a:gd name="connsiteX30" fmla="*/ 4431 w 25167"/>
                      <a:gd name="connsiteY30" fmla="*/ 8973 h 29483"/>
                      <a:gd name="connsiteX31" fmla="*/ 3509 w 25167"/>
                      <a:gd name="connsiteY31" fmla="*/ 12752 h 29483"/>
                      <a:gd name="connsiteX32" fmla="*/ 21748 w 25167"/>
                      <a:gd name="connsiteY32" fmla="*/ 12752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167" h="29483">
                        <a:moveTo>
                          <a:pt x="3509" y="15473"/>
                        </a:moveTo>
                        <a:cubicBezTo>
                          <a:pt x="3509" y="16980"/>
                          <a:pt x="3711" y="18419"/>
                          <a:pt x="4093" y="19768"/>
                        </a:cubicBezTo>
                        <a:cubicBezTo>
                          <a:pt x="4498" y="21118"/>
                          <a:pt x="5083" y="22287"/>
                          <a:pt x="5847" y="23277"/>
                        </a:cubicBezTo>
                        <a:cubicBezTo>
                          <a:pt x="6612" y="24266"/>
                          <a:pt x="7601" y="25053"/>
                          <a:pt x="8794" y="25661"/>
                        </a:cubicBezTo>
                        <a:cubicBezTo>
                          <a:pt x="9986" y="26245"/>
                          <a:pt x="11357" y="26560"/>
                          <a:pt x="12886" y="26560"/>
                        </a:cubicBezTo>
                        <a:cubicBezTo>
                          <a:pt x="15001" y="26560"/>
                          <a:pt x="16822" y="25998"/>
                          <a:pt x="18329" y="24896"/>
                        </a:cubicBezTo>
                        <a:cubicBezTo>
                          <a:pt x="19836" y="23772"/>
                          <a:pt x="20848" y="22197"/>
                          <a:pt x="21343" y="20151"/>
                        </a:cubicBezTo>
                        <a:lnTo>
                          <a:pt x="24963" y="20151"/>
                        </a:lnTo>
                        <a:cubicBezTo>
                          <a:pt x="24559" y="21478"/>
                          <a:pt x="24042" y="22714"/>
                          <a:pt x="23389" y="23839"/>
                        </a:cubicBezTo>
                        <a:cubicBezTo>
                          <a:pt x="22737" y="24963"/>
                          <a:pt x="21927" y="25953"/>
                          <a:pt x="20960" y="26808"/>
                        </a:cubicBezTo>
                        <a:cubicBezTo>
                          <a:pt x="19993" y="27662"/>
                          <a:pt x="18846" y="28314"/>
                          <a:pt x="17497" y="28787"/>
                        </a:cubicBezTo>
                        <a:cubicBezTo>
                          <a:pt x="16170" y="29259"/>
                          <a:pt x="14618" y="29484"/>
                          <a:pt x="12864" y="29484"/>
                        </a:cubicBezTo>
                        <a:cubicBezTo>
                          <a:pt x="10638" y="29484"/>
                          <a:pt x="8703" y="29102"/>
                          <a:pt x="7084" y="28359"/>
                        </a:cubicBezTo>
                        <a:cubicBezTo>
                          <a:pt x="5465" y="27595"/>
                          <a:pt x="4138" y="26560"/>
                          <a:pt x="3081" y="25256"/>
                        </a:cubicBezTo>
                        <a:cubicBezTo>
                          <a:pt x="2047" y="23951"/>
                          <a:pt x="1260" y="22400"/>
                          <a:pt x="765" y="20623"/>
                        </a:cubicBezTo>
                        <a:cubicBezTo>
                          <a:pt x="270" y="18846"/>
                          <a:pt x="0" y="16935"/>
                          <a:pt x="0" y="14866"/>
                        </a:cubicBezTo>
                        <a:cubicBezTo>
                          <a:pt x="0" y="12797"/>
                          <a:pt x="292" y="10885"/>
                          <a:pt x="900" y="9086"/>
                        </a:cubicBezTo>
                        <a:cubicBezTo>
                          <a:pt x="1484" y="7287"/>
                          <a:pt x="2339" y="5712"/>
                          <a:pt x="3441" y="4363"/>
                        </a:cubicBezTo>
                        <a:cubicBezTo>
                          <a:pt x="4543" y="3014"/>
                          <a:pt x="5870" y="1957"/>
                          <a:pt x="7467" y="1170"/>
                        </a:cubicBezTo>
                        <a:cubicBezTo>
                          <a:pt x="9041" y="405"/>
                          <a:pt x="10840" y="0"/>
                          <a:pt x="12864" y="0"/>
                        </a:cubicBezTo>
                        <a:cubicBezTo>
                          <a:pt x="16710" y="0"/>
                          <a:pt x="19746" y="1327"/>
                          <a:pt x="21927" y="3958"/>
                        </a:cubicBezTo>
                        <a:cubicBezTo>
                          <a:pt x="24131" y="6612"/>
                          <a:pt x="25211" y="10435"/>
                          <a:pt x="25166" y="15473"/>
                        </a:cubicBezTo>
                        <a:lnTo>
                          <a:pt x="3463" y="15473"/>
                        </a:lnTo>
                        <a:close/>
                        <a:moveTo>
                          <a:pt x="21748" y="12774"/>
                        </a:moveTo>
                        <a:cubicBezTo>
                          <a:pt x="21748" y="11402"/>
                          <a:pt x="21568" y="10120"/>
                          <a:pt x="21185" y="8906"/>
                        </a:cubicBezTo>
                        <a:cubicBezTo>
                          <a:pt x="20803" y="7691"/>
                          <a:pt x="20241" y="6657"/>
                          <a:pt x="19521" y="5780"/>
                        </a:cubicBezTo>
                        <a:cubicBezTo>
                          <a:pt x="18779" y="4903"/>
                          <a:pt x="17857" y="4206"/>
                          <a:pt x="16732" y="3666"/>
                        </a:cubicBezTo>
                        <a:cubicBezTo>
                          <a:pt x="15608" y="3149"/>
                          <a:pt x="14348" y="2879"/>
                          <a:pt x="12909" y="2879"/>
                        </a:cubicBezTo>
                        <a:cubicBezTo>
                          <a:pt x="11470" y="2879"/>
                          <a:pt x="10210" y="3149"/>
                          <a:pt x="9108" y="3688"/>
                        </a:cubicBezTo>
                        <a:cubicBezTo>
                          <a:pt x="8006" y="4228"/>
                          <a:pt x="7084" y="4948"/>
                          <a:pt x="6297" y="5847"/>
                        </a:cubicBezTo>
                        <a:cubicBezTo>
                          <a:pt x="5533" y="6747"/>
                          <a:pt x="4903" y="7781"/>
                          <a:pt x="4431" y="8973"/>
                        </a:cubicBezTo>
                        <a:cubicBezTo>
                          <a:pt x="3958" y="10165"/>
                          <a:pt x="3666" y="11425"/>
                          <a:pt x="3509" y="12752"/>
                        </a:cubicBezTo>
                        <a:lnTo>
                          <a:pt x="21748" y="12752"/>
                        </a:lnTo>
                        <a:close/>
                      </a:path>
                    </a:pathLst>
                  </a:custGeom>
                  <a:solidFill>
                    <a:srgbClr val="010101"/>
                  </a:solidFill>
                  <a:ln w="2249" cap="flat">
                    <a:noFill/>
                    <a:prstDash val="solid"/>
                    <a:miter/>
                  </a:ln>
                </p:spPr>
                <p:txBody>
                  <a:bodyPr rtlCol="0" anchor="ctr"/>
                  <a:lstStyle/>
                  <a:p>
                    <a:endParaRPr lang="en-US"/>
                  </a:p>
                </p:txBody>
              </p:sp>
              <p:sp>
                <p:nvSpPr>
                  <p:cNvPr id="3474" name="Freeform 3473">
                    <a:extLst>
                      <a:ext uri="{FF2B5EF4-FFF2-40B4-BE49-F238E27FC236}">
                        <a16:creationId xmlns:a16="http://schemas.microsoft.com/office/drawing/2014/main" id="{CC55FADE-493B-FAD4-0D03-105085FA6D68}"/>
                      </a:ext>
                    </a:extLst>
                  </p:cNvPr>
                  <p:cNvSpPr/>
                  <p:nvPr/>
                </p:nvSpPr>
                <p:spPr>
                  <a:xfrm>
                    <a:off x="5386342" y="3026211"/>
                    <a:ext cx="25683" cy="39626"/>
                  </a:xfrm>
                  <a:custGeom>
                    <a:avLst/>
                    <a:gdLst>
                      <a:gd name="connsiteX0" fmla="*/ 22445 w 25683"/>
                      <a:gd name="connsiteY0" fmla="*/ 0 h 39626"/>
                      <a:gd name="connsiteX1" fmla="*/ 25683 w 25683"/>
                      <a:gd name="connsiteY1" fmla="*/ 0 h 39626"/>
                      <a:gd name="connsiteX2" fmla="*/ 25683 w 25683"/>
                      <a:gd name="connsiteY2" fmla="*/ 38862 h 39626"/>
                      <a:gd name="connsiteX3" fmla="*/ 22445 w 25683"/>
                      <a:gd name="connsiteY3" fmla="*/ 38862 h 39626"/>
                      <a:gd name="connsiteX4" fmla="*/ 22445 w 25683"/>
                      <a:gd name="connsiteY4" fmla="*/ 33959 h 39626"/>
                      <a:gd name="connsiteX5" fmla="*/ 22332 w 25683"/>
                      <a:gd name="connsiteY5" fmla="*/ 33959 h 39626"/>
                      <a:gd name="connsiteX6" fmla="*/ 20533 w 25683"/>
                      <a:gd name="connsiteY6" fmla="*/ 36411 h 39626"/>
                      <a:gd name="connsiteX7" fmla="*/ 18104 w 25683"/>
                      <a:gd name="connsiteY7" fmla="*/ 38165 h 39626"/>
                      <a:gd name="connsiteX8" fmla="*/ 15383 w 25683"/>
                      <a:gd name="connsiteY8" fmla="*/ 39244 h 39626"/>
                      <a:gd name="connsiteX9" fmla="*/ 12639 w 25683"/>
                      <a:gd name="connsiteY9" fmla="*/ 39627 h 39626"/>
                      <a:gd name="connsiteX10" fmla="*/ 6859 w 25683"/>
                      <a:gd name="connsiteY10" fmla="*/ 38502 h 39626"/>
                      <a:gd name="connsiteX11" fmla="*/ 2946 w 25683"/>
                      <a:gd name="connsiteY11" fmla="*/ 35399 h 39626"/>
                      <a:gd name="connsiteX12" fmla="*/ 697 w 25683"/>
                      <a:gd name="connsiteY12" fmla="*/ 30721 h 39626"/>
                      <a:gd name="connsiteX13" fmla="*/ 0 w 25683"/>
                      <a:gd name="connsiteY13" fmla="*/ 24941 h 39626"/>
                      <a:gd name="connsiteX14" fmla="*/ 765 w 25683"/>
                      <a:gd name="connsiteY14" fmla="*/ 19319 h 39626"/>
                      <a:gd name="connsiteX15" fmla="*/ 3059 w 25683"/>
                      <a:gd name="connsiteY15" fmla="*/ 14596 h 39626"/>
                      <a:gd name="connsiteX16" fmla="*/ 6949 w 25683"/>
                      <a:gd name="connsiteY16" fmla="*/ 11357 h 39626"/>
                      <a:gd name="connsiteX17" fmla="*/ 12482 w 25683"/>
                      <a:gd name="connsiteY17" fmla="*/ 10143 h 39626"/>
                      <a:gd name="connsiteX18" fmla="*/ 18172 w 25683"/>
                      <a:gd name="connsiteY18" fmla="*/ 11470 h 39626"/>
                      <a:gd name="connsiteX19" fmla="*/ 22467 w 25683"/>
                      <a:gd name="connsiteY19" fmla="*/ 15383 h 39626"/>
                      <a:gd name="connsiteX20" fmla="*/ 22467 w 25683"/>
                      <a:gd name="connsiteY20" fmla="*/ 0 h 39626"/>
                      <a:gd name="connsiteX21" fmla="*/ 22445 w 25683"/>
                      <a:gd name="connsiteY21" fmla="*/ 24761 h 39626"/>
                      <a:gd name="connsiteX22" fmla="*/ 21793 w 25683"/>
                      <a:gd name="connsiteY22" fmla="*/ 20263 h 39626"/>
                      <a:gd name="connsiteX23" fmla="*/ 19926 w 25683"/>
                      <a:gd name="connsiteY23" fmla="*/ 16530 h 39626"/>
                      <a:gd name="connsiteX24" fmla="*/ 16957 w 25683"/>
                      <a:gd name="connsiteY24" fmla="*/ 13989 h 39626"/>
                      <a:gd name="connsiteX25" fmla="*/ 12999 w 25683"/>
                      <a:gd name="connsiteY25" fmla="*/ 13044 h 39626"/>
                      <a:gd name="connsiteX26" fmla="*/ 8636 w 25683"/>
                      <a:gd name="connsiteY26" fmla="*/ 14033 h 39626"/>
                      <a:gd name="connsiteX27" fmla="*/ 5622 w 25683"/>
                      <a:gd name="connsiteY27" fmla="*/ 16755 h 39626"/>
                      <a:gd name="connsiteX28" fmla="*/ 3891 w 25683"/>
                      <a:gd name="connsiteY28" fmla="*/ 20780 h 39626"/>
                      <a:gd name="connsiteX29" fmla="*/ 3463 w 25683"/>
                      <a:gd name="connsiteY29" fmla="*/ 25728 h 39626"/>
                      <a:gd name="connsiteX30" fmla="*/ 4183 w 25683"/>
                      <a:gd name="connsiteY30" fmla="*/ 30406 h 39626"/>
                      <a:gd name="connsiteX31" fmla="*/ 6207 w 25683"/>
                      <a:gd name="connsiteY31" fmla="*/ 33824 h 39626"/>
                      <a:gd name="connsiteX32" fmla="*/ 9221 w 25683"/>
                      <a:gd name="connsiteY32" fmla="*/ 35961 h 39626"/>
                      <a:gd name="connsiteX33" fmla="*/ 12999 w 25683"/>
                      <a:gd name="connsiteY33" fmla="*/ 36681 h 39626"/>
                      <a:gd name="connsiteX34" fmla="*/ 17047 w 25683"/>
                      <a:gd name="connsiteY34" fmla="*/ 35758 h 39626"/>
                      <a:gd name="connsiteX35" fmla="*/ 20016 w 25683"/>
                      <a:gd name="connsiteY35" fmla="*/ 33240 h 39626"/>
                      <a:gd name="connsiteX36" fmla="*/ 21815 w 25683"/>
                      <a:gd name="connsiteY36" fmla="*/ 29461 h 39626"/>
                      <a:gd name="connsiteX37" fmla="*/ 22445 w 25683"/>
                      <a:gd name="connsiteY37" fmla="*/ 24739 h 3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683" h="39626">
                        <a:moveTo>
                          <a:pt x="22445" y="0"/>
                        </a:moveTo>
                        <a:lnTo>
                          <a:pt x="25683" y="0"/>
                        </a:lnTo>
                        <a:lnTo>
                          <a:pt x="25683" y="38862"/>
                        </a:lnTo>
                        <a:lnTo>
                          <a:pt x="22445" y="38862"/>
                        </a:lnTo>
                        <a:lnTo>
                          <a:pt x="22445" y="33959"/>
                        </a:lnTo>
                        <a:lnTo>
                          <a:pt x="22332" y="33959"/>
                        </a:lnTo>
                        <a:cubicBezTo>
                          <a:pt x="21860" y="34904"/>
                          <a:pt x="21253" y="35713"/>
                          <a:pt x="20533" y="36411"/>
                        </a:cubicBezTo>
                        <a:cubicBezTo>
                          <a:pt x="19791" y="37108"/>
                          <a:pt x="18981" y="37693"/>
                          <a:pt x="18104" y="38165"/>
                        </a:cubicBezTo>
                        <a:cubicBezTo>
                          <a:pt x="17227" y="38637"/>
                          <a:pt x="16305" y="38997"/>
                          <a:pt x="15383" y="39244"/>
                        </a:cubicBezTo>
                        <a:cubicBezTo>
                          <a:pt x="14438" y="39492"/>
                          <a:pt x="13539" y="39627"/>
                          <a:pt x="12639" y="39627"/>
                        </a:cubicBezTo>
                        <a:cubicBezTo>
                          <a:pt x="10368" y="39627"/>
                          <a:pt x="8456" y="39244"/>
                          <a:pt x="6859" y="38502"/>
                        </a:cubicBezTo>
                        <a:cubicBezTo>
                          <a:pt x="5285" y="37738"/>
                          <a:pt x="3981" y="36703"/>
                          <a:pt x="2946" y="35399"/>
                        </a:cubicBezTo>
                        <a:cubicBezTo>
                          <a:pt x="1912" y="34094"/>
                          <a:pt x="1170" y="32520"/>
                          <a:pt x="697" y="30721"/>
                        </a:cubicBezTo>
                        <a:cubicBezTo>
                          <a:pt x="225" y="28922"/>
                          <a:pt x="0" y="26987"/>
                          <a:pt x="0" y="24941"/>
                        </a:cubicBezTo>
                        <a:cubicBezTo>
                          <a:pt x="0" y="23007"/>
                          <a:pt x="247" y="21118"/>
                          <a:pt x="765" y="19319"/>
                        </a:cubicBezTo>
                        <a:cubicBezTo>
                          <a:pt x="1260" y="17519"/>
                          <a:pt x="2024" y="15945"/>
                          <a:pt x="3059" y="14596"/>
                        </a:cubicBezTo>
                        <a:cubicBezTo>
                          <a:pt x="4093" y="13246"/>
                          <a:pt x="5375" y="12167"/>
                          <a:pt x="6949" y="11357"/>
                        </a:cubicBezTo>
                        <a:cubicBezTo>
                          <a:pt x="8524" y="10548"/>
                          <a:pt x="10368" y="10143"/>
                          <a:pt x="12482" y="10143"/>
                        </a:cubicBezTo>
                        <a:cubicBezTo>
                          <a:pt x="14461" y="10143"/>
                          <a:pt x="16350" y="10593"/>
                          <a:pt x="18172" y="11470"/>
                        </a:cubicBezTo>
                        <a:cubicBezTo>
                          <a:pt x="19993" y="12347"/>
                          <a:pt x="21410" y="13651"/>
                          <a:pt x="22467" y="15383"/>
                        </a:cubicBezTo>
                        <a:lnTo>
                          <a:pt x="22467" y="0"/>
                        </a:lnTo>
                        <a:close/>
                        <a:moveTo>
                          <a:pt x="22445" y="24761"/>
                        </a:moveTo>
                        <a:cubicBezTo>
                          <a:pt x="22445" y="23187"/>
                          <a:pt x="22220" y="21680"/>
                          <a:pt x="21793" y="20263"/>
                        </a:cubicBezTo>
                        <a:cubicBezTo>
                          <a:pt x="21365" y="18846"/>
                          <a:pt x="20735" y="17609"/>
                          <a:pt x="19926" y="16530"/>
                        </a:cubicBezTo>
                        <a:cubicBezTo>
                          <a:pt x="19116" y="15473"/>
                          <a:pt x="18127" y="14618"/>
                          <a:pt x="16957" y="13989"/>
                        </a:cubicBezTo>
                        <a:cubicBezTo>
                          <a:pt x="15788" y="13359"/>
                          <a:pt x="14461" y="13044"/>
                          <a:pt x="12999" y="13044"/>
                        </a:cubicBezTo>
                        <a:cubicBezTo>
                          <a:pt x="11312" y="13044"/>
                          <a:pt x="9850" y="13381"/>
                          <a:pt x="8636" y="14033"/>
                        </a:cubicBezTo>
                        <a:cubicBezTo>
                          <a:pt x="7422" y="14708"/>
                          <a:pt x="6409" y="15608"/>
                          <a:pt x="5622" y="16755"/>
                        </a:cubicBezTo>
                        <a:cubicBezTo>
                          <a:pt x="4835" y="17902"/>
                          <a:pt x="4251" y="19251"/>
                          <a:pt x="3891" y="20780"/>
                        </a:cubicBezTo>
                        <a:cubicBezTo>
                          <a:pt x="3531" y="22310"/>
                          <a:pt x="3396" y="23951"/>
                          <a:pt x="3463" y="25728"/>
                        </a:cubicBezTo>
                        <a:cubicBezTo>
                          <a:pt x="3463" y="27482"/>
                          <a:pt x="3711" y="29056"/>
                          <a:pt x="4183" y="30406"/>
                        </a:cubicBezTo>
                        <a:cubicBezTo>
                          <a:pt x="4678" y="31755"/>
                          <a:pt x="5353" y="32902"/>
                          <a:pt x="6207" y="33824"/>
                        </a:cubicBezTo>
                        <a:cubicBezTo>
                          <a:pt x="7062" y="34746"/>
                          <a:pt x="8074" y="35466"/>
                          <a:pt x="9221" y="35961"/>
                        </a:cubicBezTo>
                        <a:cubicBezTo>
                          <a:pt x="10368" y="36456"/>
                          <a:pt x="11627" y="36681"/>
                          <a:pt x="12999" y="36681"/>
                        </a:cubicBezTo>
                        <a:cubicBezTo>
                          <a:pt x="14506" y="36681"/>
                          <a:pt x="15855" y="36366"/>
                          <a:pt x="17047" y="35758"/>
                        </a:cubicBezTo>
                        <a:cubicBezTo>
                          <a:pt x="18239" y="35151"/>
                          <a:pt x="19229" y="34319"/>
                          <a:pt x="20016" y="33240"/>
                        </a:cubicBezTo>
                        <a:cubicBezTo>
                          <a:pt x="20803" y="32183"/>
                          <a:pt x="21410" y="30923"/>
                          <a:pt x="21815" y="29461"/>
                        </a:cubicBezTo>
                        <a:cubicBezTo>
                          <a:pt x="22220" y="27999"/>
                          <a:pt x="22445" y="26425"/>
                          <a:pt x="22445" y="24739"/>
                        </a:cubicBezTo>
                        <a:close/>
                      </a:path>
                    </a:pathLst>
                  </a:custGeom>
                  <a:solidFill>
                    <a:srgbClr val="010101"/>
                  </a:solidFill>
                  <a:ln w="2249" cap="flat">
                    <a:noFill/>
                    <a:prstDash val="solid"/>
                    <a:miter/>
                  </a:ln>
                </p:spPr>
                <p:txBody>
                  <a:bodyPr rtlCol="0" anchor="ctr"/>
                  <a:lstStyle/>
                  <a:p>
                    <a:endParaRPr lang="en-US"/>
                  </a:p>
                </p:txBody>
              </p:sp>
            </p:grpSp>
            <p:grpSp>
              <p:nvGrpSpPr>
                <p:cNvPr id="48" name="Graphic 4479">
                  <a:extLst>
                    <a:ext uri="{FF2B5EF4-FFF2-40B4-BE49-F238E27FC236}">
                      <a16:creationId xmlns:a16="http://schemas.microsoft.com/office/drawing/2014/main" id="{3BE3D875-EE21-B988-FE8B-FDB746A8EB57}"/>
                    </a:ext>
                  </a:extLst>
                </p:cNvPr>
                <p:cNvGrpSpPr/>
                <p:nvPr/>
              </p:nvGrpSpPr>
              <p:grpSpPr>
                <a:xfrm>
                  <a:off x="9690365" y="6349907"/>
                  <a:ext cx="452041" cy="148435"/>
                  <a:chOff x="5538169" y="3026211"/>
                  <a:chExt cx="120746" cy="39649"/>
                </a:xfrm>
                <a:solidFill>
                  <a:srgbClr val="010101"/>
                </a:solidFill>
              </p:grpSpPr>
              <p:sp>
                <p:nvSpPr>
                  <p:cNvPr id="3462" name="Freeform 3461">
                    <a:extLst>
                      <a:ext uri="{FF2B5EF4-FFF2-40B4-BE49-F238E27FC236}">
                        <a16:creationId xmlns:a16="http://schemas.microsoft.com/office/drawing/2014/main" id="{F904AB83-68C0-E08A-1FAD-F1A4A41A510D}"/>
                      </a:ext>
                    </a:extLst>
                  </p:cNvPr>
                  <p:cNvSpPr/>
                  <p:nvPr/>
                </p:nvSpPr>
                <p:spPr>
                  <a:xfrm>
                    <a:off x="5538169" y="3036354"/>
                    <a:ext cx="22197" cy="28741"/>
                  </a:xfrm>
                  <a:custGeom>
                    <a:avLst/>
                    <a:gdLst>
                      <a:gd name="connsiteX0" fmla="*/ 3238 w 22197"/>
                      <a:gd name="connsiteY0" fmla="*/ 28719 h 28741"/>
                      <a:gd name="connsiteX1" fmla="*/ 0 w 22197"/>
                      <a:gd name="connsiteY1" fmla="*/ 28719 h 28741"/>
                      <a:gd name="connsiteX2" fmla="*/ 0 w 22197"/>
                      <a:gd name="connsiteY2" fmla="*/ 765 h 28741"/>
                      <a:gd name="connsiteX3" fmla="*/ 3238 w 22197"/>
                      <a:gd name="connsiteY3" fmla="*/ 765 h 28741"/>
                      <a:gd name="connsiteX4" fmla="*/ 3238 w 22197"/>
                      <a:gd name="connsiteY4" fmla="*/ 4655 h 28741"/>
                      <a:gd name="connsiteX5" fmla="*/ 7264 w 22197"/>
                      <a:gd name="connsiteY5" fmla="*/ 1304 h 28741"/>
                      <a:gd name="connsiteX6" fmla="*/ 12257 w 22197"/>
                      <a:gd name="connsiteY6" fmla="*/ 0 h 28741"/>
                      <a:gd name="connsiteX7" fmla="*/ 17070 w 22197"/>
                      <a:gd name="connsiteY7" fmla="*/ 900 h 28741"/>
                      <a:gd name="connsiteX8" fmla="*/ 20803 w 22197"/>
                      <a:gd name="connsiteY8" fmla="*/ 4003 h 28741"/>
                      <a:gd name="connsiteX9" fmla="*/ 22017 w 22197"/>
                      <a:gd name="connsiteY9" fmla="*/ 7107 h 28741"/>
                      <a:gd name="connsiteX10" fmla="*/ 22197 w 22197"/>
                      <a:gd name="connsiteY10" fmla="*/ 10435 h 28741"/>
                      <a:gd name="connsiteX11" fmla="*/ 22197 w 22197"/>
                      <a:gd name="connsiteY11" fmla="*/ 28742 h 28741"/>
                      <a:gd name="connsiteX12" fmla="*/ 18959 w 22197"/>
                      <a:gd name="connsiteY12" fmla="*/ 28742 h 28741"/>
                      <a:gd name="connsiteX13" fmla="*/ 18959 w 22197"/>
                      <a:gd name="connsiteY13" fmla="*/ 10503 h 28741"/>
                      <a:gd name="connsiteX14" fmla="*/ 17294 w 22197"/>
                      <a:gd name="connsiteY14" fmla="*/ 4835 h 28741"/>
                      <a:gd name="connsiteX15" fmla="*/ 11739 w 22197"/>
                      <a:gd name="connsiteY15" fmla="*/ 2946 h 28741"/>
                      <a:gd name="connsiteX16" fmla="*/ 8996 w 22197"/>
                      <a:gd name="connsiteY16" fmla="*/ 3396 h 28741"/>
                      <a:gd name="connsiteX17" fmla="*/ 6747 w 22197"/>
                      <a:gd name="connsiteY17" fmla="*/ 4610 h 28741"/>
                      <a:gd name="connsiteX18" fmla="*/ 5038 w 22197"/>
                      <a:gd name="connsiteY18" fmla="*/ 6342 h 28741"/>
                      <a:gd name="connsiteX19" fmla="*/ 3958 w 22197"/>
                      <a:gd name="connsiteY19" fmla="*/ 8389 h 28741"/>
                      <a:gd name="connsiteX20" fmla="*/ 3373 w 22197"/>
                      <a:gd name="connsiteY20" fmla="*/ 10975 h 28741"/>
                      <a:gd name="connsiteX21" fmla="*/ 3261 w 22197"/>
                      <a:gd name="connsiteY21" fmla="*/ 13674 h 28741"/>
                      <a:gd name="connsiteX22" fmla="*/ 3261 w 22197"/>
                      <a:gd name="connsiteY22" fmla="*/ 28742 h 28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197" h="28741">
                        <a:moveTo>
                          <a:pt x="3238" y="28719"/>
                        </a:moveTo>
                        <a:lnTo>
                          <a:pt x="0" y="28719"/>
                        </a:lnTo>
                        <a:lnTo>
                          <a:pt x="0" y="765"/>
                        </a:lnTo>
                        <a:lnTo>
                          <a:pt x="3238" y="765"/>
                        </a:lnTo>
                        <a:lnTo>
                          <a:pt x="3238" y="4655"/>
                        </a:lnTo>
                        <a:cubicBezTo>
                          <a:pt x="4543" y="3283"/>
                          <a:pt x="5870" y="2181"/>
                          <a:pt x="7264" y="1304"/>
                        </a:cubicBezTo>
                        <a:cubicBezTo>
                          <a:pt x="8659" y="450"/>
                          <a:pt x="10323" y="0"/>
                          <a:pt x="12257" y="0"/>
                        </a:cubicBezTo>
                        <a:cubicBezTo>
                          <a:pt x="13988" y="0"/>
                          <a:pt x="15585" y="292"/>
                          <a:pt x="17070" y="900"/>
                        </a:cubicBezTo>
                        <a:cubicBezTo>
                          <a:pt x="18554" y="1484"/>
                          <a:pt x="19791" y="2519"/>
                          <a:pt x="20803" y="4003"/>
                        </a:cubicBezTo>
                        <a:cubicBezTo>
                          <a:pt x="21478" y="5015"/>
                          <a:pt x="21882" y="6050"/>
                          <a:pt x="22017" y="7107"/>
                        </a:cubicBezTo>
                        <a:cubicBezTo>
                          <a:pt x="22152" y="8164"/>
                          <a:pt x="22197" y="9266"/>
                          <a:pt x="22197" y="10435"/>
                        </a:cubicBezTo>
                        <a:lnTo>
                          <a:pt x="22197" y="28742"/>
                        </a:lnTo>
                        <a:lnTo>
                          <a:pt x="18959" y="28742"/>
                        </a:lnTo>
                        <a:lnTo>
                          <a:pt x="18959" y="10503"/>
                        </a:lnTo>
                        <a:cubicBezTo>
                          <a:pt x="18959" y="7984"/>
                          <a:pt x="18396" y="6095"/>
                          <a:pt x="17294" y="4835"/>
                        </a:cubicBezTo>
                        <a:cubicBezTo>
                          <a:pt x="16170" y="3576"/>
                          <a:pt x="14326" y="2946"/>
                          <a:pt x="11739" y="2946"/>
                        </a:cubicBezTo>
                        <a:cubicBezTo>
                          <a:pt x="10728" y="2946"/>
                          <a:pt x="9806" y="3104"/>
                          <a:pt x="8996" y="3396"/>
                        </a:cubicBezTo>
                        <a:cubicBezTo>
                          <a:pt x="8164" y="3711"/>
                          <a:pt x="7422" y="4116"/>
                          <a:pt x="6747" y="4610"/>
                        </a:cubicBezTo>
                        <a:cubicBezTo>
                          <a:pt x="6072" y="5105"/>
                          <a:pt x="5510" y="5690"/>
                          <a:pt x="5038" y="6342"/>
                        </a:cubicBezTo>
                        <a:cubicBezTo>
                          <a:pt x="4565" y="6994"/>
                          <a:pt x="4206" y="7669"/>
                          <a:pt x="3958" y="8389"/>
                        </a:cubicBezTo>
                        <a:cubicBezTo>
                          <a:pt x="3644" y="9288"/>
                          <a:pt x="3441" y="10143"/>
                          <a:pt x="3373" y="10975"/>
                        </a:cubicBezTo>
                        <a:cubicBezTo>
                          <a:pt x="3306" y="11807"/>
                          <a:pt x="3261" y="12707"/>
                          <a:pt x="3261" y="13674"/>
                        </a:cubicBezTo>
                        <a:lnTo>
                          <a:pt x="3261" y="28742"/>
                        </a:lnTo>
                        <a:close/>
                      </a:path>
                    </a:pathLst>
                  </a:custGeom>
                  <a:solidFill>
                    <a:srgbClr val="010101"/>
                  </a:solidFill>
                  <a:ln w="2249" cap="flat">
                    <a:noFill/>
                    <a:prstDash val="solid"/>
                    <a:miter/>
                  </a:ln>
                </p:spPr>
                <p:txBody>
                  <a:bodyPr rtlCol="0" anchor="ctr"/>
                  <a:lstStyle/>
                  <a:p>
                    <a:endParaRPr lang="en-US"/>
                  </a:p>
                </p:txBody>
              </p:sp>
              <p:sp>
                <p:nvSpPr>
                  <p:cNvPr id="3463" name="Freeform 3462">
                    <a:extLst>
                      <a:ext uri="{FF2B5EF4-FFF2-40B4-BE49-F238E27FC236}">
                        <a16:creationId xmlns:a16="http://schemas.microsoft.com/office/drawing/2014/main" id="{2A628FAD-76A6-D1E9-7D1B-C37FFD26174D}"/>
                      </a:ext>
                    </a:extLst>
                  </p:cNvPr>
                  <p:cNvSpPr/>
                  <p:nvPr/>
                </p:nvSpPr>
                <p:spPr>
                  <a:xfrm>
                    <a:off x="5566349" y="3036332"/>
                    <a:ext cx="25908" cy="29483"/>
                  </a:xfrm>
                  <a:custGeom>
                    <a:avLst/>
                    <a:gdLst>
                      <a:gd name="connsiteX0" fmla="*/ 12954 w 25908"/>
                      <a:gd name="connsiteY0" fmla="*/ 29484 h 29483"/>
                      <a:gd name="connsiteX1" fmla="*/ 7916 w 25908"/>
                      <a:gd name="connsiteY1" fmla="*/ 28517 h 29483"/>
                      <a:gd name="connsiteX2" fmla="*/ 3823 w 25908"/>
                      <a:gd name="connsiteY2" fmla="*/ 25773 h 29483"/>
                      <a:gd name="connsiteX3" fmla="*/ 1034 w 25908"/>
                      <a:gd name="connsiteY3" fmla="*/ 21185 h 29483"/>
                      <a:gd name="connsiteX4" fmla="*/ 0 w 25908"/>
                      <a:gd name="connsiteY4" fmla="*/ 14753 h 29483"/>
                      <a:gd name="connsiteX5" fmla="*/ 809 w 25908"/>
                      <a:gd name="connsiteY5" fmla="*/ 8996 h 29483"/>
                      <a:gd name="connsiteX6" fmla="*/ 3238 w 25908"/>
                      <a:gd name="connsiteY6" fmla="*/ 4318 h 29483"/>
                      <a:gd name="connsiteX7" fmla="*/ 7287 w 25908"/>
                      <a:gd name="connsiteY7" fmla="*/ 1169 h 29483"/>
                      <a:gd name="connsiteX8" fmla="*/ 12954 w 25908"/>
                      <a:gd name="connsiteY8" fmla="*/ 0 h 29483"/>
                      <a:gd name="connsiteX9" fmla="*/ 18666 w 25908"/>
                      <a:gd name="connsiteY9" fmla="*/ 1169 h 29483"/>
                      <a:gd name="connsiteX10" fmla="*/ 22715 w 25908"/>
                      <a:gd name="connsiteY10" fmla="*/ 4296 h 29483"/>
                      <a:gd name="connsiteX11" fmla="*/ 25121 w 25908"/>
                      <a:gd name="connsiteY11" fmla="*/ 8973 h 29483"/>
                      <a:gd name="connsiteX12" fmla="*/ 25908 w 25908"/>
                      <a:gd name="connsiteY12" fmla="*/ 14753 h 29483"/>
                      <a:gd name="connsiteX13" fmla="*/ 24986 w 25908"/>
                      <a:gd name="connsiteY13" fmla="*/ 20803 h 29483"/>
                      <a:gd name="connsiteX14" fmla="*/ 22377 w 25908"/>
                      <a:gd name="connsiteY14" fmla="*/ 25436 h 29483"/>
                      <a:gd name="connsiteX15" fmla="*/ 18284 w 25908"/>
                      <a:gd name="connsiteY15" fmla="*/ 28427 h 29483"/>
                      <a:gd name="connsiteX16" fmla="*/ 12977 w 25908"/>
                      <a:gd name="connsiteY16" fmla="*/ 29484 h 29483"/>
                      <a:gd name="connsiteX17" fmla="*/ 22467 w 25908"/>
                      <a:gd name="connsiteY17" fmla="*/ 14753 h 29483"/>
                      <a:gd name="connsiteX18" fmla="*/ 21927 w 25908"/>
                      <a:gd name="connsiteY18" fmla="*/ 10120 h 29483"/>
                      <a:gd name="connsiteX19" fmla="*/ 20263 w 25908"/>
                      <a:gd name="connsiteY19" fmla="*/ 6365 h 29483"/>
                      <a:gd name="connsiteX20" fmla="*/ 17339 w 25908"/>
                      <a:gd name="connsiteY20" fmla="*/ 3846 h 29483"/>
                      <a:gd name="connsiteX21" fmla="*/ 12977 w 25908"/>
                      <a:gd name="connsiteY21" fmla="*/ 2924 h 29483"/>
                      <a:gd name="connsiteX22" fmla="*/ 8636 w 25908"/>
                      <a:gd name="connsiteY22" fmla="*/ 3913 h 29483"/>
                      <a:gd name="connsiteX23" fmla="*/ 5690 w 25908"/>
                      <a:gd name="connsiteY23" fmla="*/ 6567 h 29483"/>
                      <a:gd name="connsiteX24" fmla="*/ 4026 w 25908"/>
                      <a:gd name="connsiteY24" fmla="*/ 10345 h 29483"/>
                      <a:gd name="connsiteX25" fmla="*/ 3486 w 25908"/>
                      <a:gd name="connsiteY25" fmla="*/ 14753 h 29483"/>
                      <a:gd name="connsiteX26" fmla="*/ 4116 w 25908"/>
                      <a:gd name="connsiteY26" fmla="*/ 19521 h 29483"/>
                      <a:gd name="connsiteX27" fmla="*/ 5914 w 25908"/>
                      <a:gd name="connsiteY27" fmla="*/ 23277 h 29483"/>
                      <a:gd name="connsiteX28" fmla="*/ 8883 w 25908"/>
                      <a:gd name="connsiteY28" fmla="*/ 25706 h 29483"/>
                      <a:gd name="connsiteX29" fmla="*/ 12977 w 25908"/>
                      <a:gd name="connsiteY29" fmla="*/ 26560 h 29483"/>
                      <a:gd name="connsiteX30" fmla="*/ 17317 w 25908"/>
                      <a:gd name="connsiteY30" fmla="*/ 25571 h 29483"/>
                      <a:gd name="connsiteX31" fmla="*/ 20263 w 25908"/>
                      <a:gd name="connsiteY31" fmla="*/ 22894 h 29483"/>
                      <a:gd name="connsiteX32" fmla="*/ 21927 w 25908"/>
                      <a:gd name="connsiteY32" fmla="*/ 19116 h 29483"/>
                      <a:gd name="connsiteX33" fmla="*/ 22467 w 25908"/>
                      <a:gd name="connsiteY33" fmla="*/ 14753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5908" h="29483">
                        <a:moveTo>
                          <a:pt x="12954" y="29484"/>
                        </a:moveTo>
                        <a:cubicBezTo>
                          <a:pt x="11155" y="29439"/>
                          <a:pt x="9468" y="29124"/>
                          <a:pt x="7916" y="28517"/>
                        </a:cubicBezTo>
                        <a:cubicBezTo>
                          <a:pt x="6342" y="27910"/>
                          <a:pt x="4993" y="26987"/>
                          <a:pt x="3823" y="25773"/>
                        </a:cubicBezTo>
                        <a:cubicBezTo>
                          <a:pt x="2654" y="24559"/>
                          <a:pt x="1732" y="23029"/>
                          <a:pt x="1034" y="21185"/>
                        </a:cubicBezTo>
                        <a:cubicBezTo>
                          <a:pt x="360" y="19341"/>
                          <a:pt x="0" y="17205"/>
                          <a:pt x="0" y="14753"/>
                        </a:cubicBezTo>
                        <a:cubicBezTo>
                          <a:pt x="0" y="12707"/>
                          <a:pt x="270" y="10795"/>
                          <a:pt x="809" y="8996"/>
                        </a:cubicBezTo>
                        <a:cubicBezTo>
                          <a:pt x="1350" y="7219"/>
                          <a:pt x="2159" y="5667"/>
                          <a:pt x="3238" y="4318"/>
                        </a:cubicBezTo>
                        <a:cubicBezTo>
                          <a:pt x="4318" y="2991"/>
                          <a:pt x="5667" y="1934"/>
                          <a:pt x="7287" y="1169"/>
                        </a:cubicBezTo>
                        <a:cubicBezTo>
                          <a:pt x="8906" y="405"/>
                          <a:pt x="10795" y="0"/>
                          <a:pt x="12954" y="0"/>
                        </a:cubicBezTo>
                        <a:cubicBezTo>
                          <a:pt x="15113" y="0"/>
                          <a:pt x="17047" y="382"/>
                          <a:pt x="18666" y="1169"/>
                        </a:cubicBezTo>
                        <a:cubicBezTo>
                          <a:pt x="20286" y="1934"/>
                          <a:pt x="21635" y="2991"/>
                          <a:pt x="22715" y="4296"/>
                        </a:cubicBezTo>
                        <a:cubicBezTo>
                          <a:pt x="23794" y="5600"/>
                          <a:pt x="24603" y="7174"/>
                          <a:pt x="25121" y="8973"/>
                        </a:cubicBezTo>
                        <a:cubicBezTo>
                          <a:pt x="25638" y="10773"/>
                          <a:pt x="25908" y="12707"/>
                          <a:pt x="25908" y="14753"/>
                        </a:cubicBezTo>
                        <a:cubicBezTo>
                          <a:pt x="25908" y="16980"/>
                          <a:pt x="25593" y="19004"/>
                          <a:pt x="24986" y="20803"/>
                        </a:cubicBezTo>
                        <a:cubicBezTo>
                          <a:pt x="24379" y="22602"/>
                          <a:pt x="23502" y="24154"/>
                          <a:pt x="22377" y="25436"/>
                        </a:cubicBezTo>
                        <a:cubicBezTo>
                          <a:pt x="21253" y="26740"/>
                          <a:pt x="19881" y="27730"/>
                          <a:pt x="18284" y="28427"/>
                        </a:cubicBezTo>
                        <a:cubicBezTo>
                          <a:pt x="16687" y="29124"/>
                          <a:pt x="14910" y="29484"/>
                          <a:pt x="12977" y="29484"/>
                        </a:cubicBezTo>
                        <a:close/>
                        <a:moveTo>
                          <a:pt x="22467" y="14753"/>
                        </a:moveTo>
                        <a:cubicBezTo>
                          <a:pt x="22467" y="13089"/>
                          <a:pt x="22287" y="11560"/>
                          <a:pt x="21927" y="10120"/>
                        </a:cubicBezTo>
                        <a:cubicBezTo>
                          <a:pt x="21568" y="8681"/>
                          <a:pt x="21005" y="7422"/>
                          <a:pt x="20263" y="6365"/>
                        </a:cubicBezTo>
                        <a:cubicBezTo>
                          <a:pt x="19498" y="5308"/>
                          <a:pt x="18531" y="4475"/>
                          <a:pt x="17339" y="3846"/>
                        </a:cubicBezTo>
                        <a:cubicBezTo>
                          <a:pt x="16147" y="3239"/>
                          <a:pt x="14686" y="2924"/>
                          <a:pt x="12977" y="2924"/>
                        </a:cubicBezTo>
                        <a:cubicBezTo>
                          <a:pt x="11267" y="2924"/>
                          <a:pt x="9828" y="3261"/>
                          <a:pt x="8636" y="3913"/>
                        </a:cubicBezTo>
                        <a:cubicBezTo>
                          <a:pt x="7422" y="4588"/>
                          <a:pt x="6454" y="5465"/>
                          <a:pt x="5690" y="6567"/>
                        </a:cubicBezTo>
                        <a:cubicBezTo>
                          <a:pt x="4925" y="7669"/>
                          <a:pt x="4385" y="8928"/>
                          <a:pt x="4026" y="10345"/>
                        </a:cubicBezTo>
                        <a:cubicBezTo>
                          <a:pt x="3666" y="11762"/>
                          <a:pt x="3486" y="13224"/>
                          <a:pt x="3486" y="14753"/>
                        </a:cubicBezTo>
                        <a:cubicBezTo>
                          <a:pt x="3486" y="16485"/>
                          <a:pt x="3688" y="18082"/>
                          <a:pt x="4116" y="19521"/>
                        </a:cubicBezTo>
                        <a:cubicBezTo>
                          <a:pt x="4520" y="20983"/>
                          <a:pt x="5128" y="22220"/>
                          <a:pt x="5914" y="23277"/>
                        </a:cubicBezTo>
                        <a:cubicBezTo>
                          <a:pt x="6702" y="24334"/>
                          <a:pt x="7691" y="25121"/>
                          <a:pt x="8883" y="25706"/>
                        </a:cubicBezTo>
                        <a:cubicBezTo>
                          <a:pt x="10075" y="26290"/>
                          <a:pt x="11447" y="26560"/>
                          <a:pt x="12977" y="26560"/>
                        </a:cubicBezTo>
                        <a:cubicBezTo>
                          <a:pt x="14663" y="26560"/>
                          <a:pt x="16125" y="26223"/>
                          <a:pt x="17317" y="25571"/>
                        </a:cubicBezTo>
                        <a:cubicBezTo>
                          <a:pt x="18531" y="24896"/>
                          <a:pt x="19498" y="24019"/>
                          <a:pt x="20263" y="22894"/>
                        </a:cubicBezTo>
                        <a:cubicBezTo>
                          <a:pt x="21028" y="21770"/>
                          <a:pt x="21568" y="20510"/>
                          <a:pt x="21927" y="19116"/>
                        </a:cubicBezTo>
                        <a:cubicBezTo>
                          <a:pt x="22287" y="17722"/>
                          <a:pt x="22467" y="16260"/>
                          <a:pt x="22467" y="14753"/>
                        </a:cubicBezTo>
                        <a:close/>
                      </a:path>
                    </a:pathLst>
                  </a:custGeom>
                  <a:solidFill>
                    <a:srgbClr val="010101"/>
                  </a:solidFill>
                  <a:ln w="2249" cap="flat">
                    <a:noFill/>
                    <a:prstDash val="solid"/>
                    <a:miter/>
                  </a:ln>
                </p:spPr>
                <p:txBody>
                  <a:bodyPr rtlCol="0" anchor="ctr"/>
                  <a:lstStyle/>
                  <a:p>
                    <a:endParaRPr lang="en-US"/>
                  </a:p>
                </p:txBody>
              </p:sp>
              <p:sp>
                <p:nvSpPr>
                  <p:cNvPr id="3464" name="Freeform 3463">
                    <a:extLst>
                      <a:ext uri="{FF2B5EF4-FFF2-40B4-BE49-F238E27FC236}">
                        <a16:creationId xmlns:a16="http://schemas.microsoft.com/office/drawing/2014/main" id="{BA8061C6-F900-E4BA-0D15-1B2758C84334}"/>
                      </a:ext>
                    </a:extLst>
                  </p:cNvPr>
                  <p:cNvSpPr/>
                  <p:nvPr/>
                </p:nvSpPr>
                <p:spPr>
                  <a:xfrm>
                    <a:off x="5595226" y="3037096"/>
                    <a:ext cx="25143" cy="27954"/>
                  </a:xfrm>
                  <a:custGeom>
                    <a:avLst/>
                    <a:gdLst>
                      <a:gd name="connsiteX0" fmla="*/ 0 w 25143"/>
                      <a:gd name="connsiteY0" fmla="*/ 0 h 27954"/>
                      <a:gd name="connsiteX1" fmla="*/ 3508 w 25143"/>
                      <a:gd name="connsiteY1" fmla="*/ 0 h 27954"/>
                      <a:gd name="connsiteX2" fmla="*/ 12571 w 25143"/>
                      <a:gd name="connsiteY2" fmla="*/ 23974 h 27954"/>
                      <a:gd name="connsiteX3" fmla="*/ 21635 w 25143"/>
                      <a:gd name="connsiteY3" fmla="*/ 0 h 27954"/>
                      <a:gd name="connsiteX4" fmla="*/ 25143 w 25143"/>
                      <a:gd name="connsiteY4" fmla="*/ 0 h 27954"/>
                      <a:gd name="connsiteX5" fmla="*/ 14303 w 25143"/>
                      <a:gd name="connsiteY5" fmla="*/ 27955 h 27954"/>
                      <a:gd name="connsiteX6" fmla="*/ 10683 w 25143"/>
                      <a:gd name="connsiteY6" fmla="*/ 27955 h 27954"/>
                      <a:gd name="connsiteX7" fmla="*/ 0 w 25143"/>
                      <a:gd name="connsiteY7" fmla="*/ 0 h 2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3" h="27954">
                        <a:moveTo>
                          <a:pt x="0" y="0"/>
                        </a:moveTo>
                        <a:lnTo>
                          <a:pt x="3508" y="0"/>
                        </a:lnTo>
                        <a:lnTo>
                          <a:pt x="12571" y="23974"/>
                        </a:lnTo>
                        <a:lnTo>
                          <a:pt x="21635" y="0"/>
                        </a:lnTo>
                        <a:lnTo>
                          <a:pt x="25143" y="0"/>
                        </a:lnTo>
                        <a:lnTo>
                          <a:pt x="14303" y="27955"/>
                        </a:lnTo>
                        <a:lnTo>
                          <a:pt x="10683" y="27955"/>
                        </a:lnTo>
                        <a:lnTo>
                          <a:pt x="0" y="0"/>
                        </a:lnTo>
                        <a:close/>
                      </a:path>
                    </a:pathLst>
                  </a:custGeom>
                  <a:solidFill>
                    <a:srgbClr val="010101"/>
                  </a:solidFill>
                  <a:ln w="2249" cap="flat">
                    <a:noFill/>
                    <a:prstDash val="solid"/>
                    <a:miter/>
                  </a:ln>
                </p:spPr>
                <p:txBody>
                  <a:bodyPr rtlCol="0" anchor="ctr"/>
                  <a:lstStyle/>
                  <a:p>
                    <a:endParaRPr lang="en-US"/>
                  </a:p>
                </p:txBody>
              </p:sp>
              <p:sp>
                <p:nvSpPr>
                  <p:cNvPr id="3465" name="Freeform 3464">
                    <a:extLst>
                      <a:ext uri="{FF2B5EF4-FFF2-40B4-BE49-F238E27FC236}">
                        <a16:creationId xmlns:a16="http://schemas.microsoft.com/office/drawing/2014/main" id="{D7C51848-554F-CD38-D91E-05AB6289CADE}"/>
                      </a:ext>
                    </a:extLst>
                  </p:cNvPr>
                  <p:cNvSpPr/>
                  <p:nvPr/>
                </p:nvSpPr>
                <p:spPr>
                  <a:xfrm>
                    <a:off x="5623675" y="3036377"/>
                    <a:ext cx="25167" cy="29483"/>
                  </a:xfrm>
                  <a:custGeom>
                    <a:avLst/>
                    <a:gdLst>
                      <a:gd name="connsiteX0" fmla="*/ 3509 w 25167"/>
                      <a:gd name="connsiteY0" fmla="*/ 15473 h 29483"/>
                      <a:gd name="connsiteX1" fmla="*/ 4093 w 25167"/>
                      <a:gd name="connsiteY1" fmla="*/ 19768 h 29483"/>
                      <a:gd name="connsiteX2" fmla="*/ 5848 w 25167"/>
                      <a:gd name="connsiteY2" fmla="*/ 23277 h 29483"/>
                      <a:gd name="connsiteX3" fmla="*/ 8793 w 25167"/>
                      <a:gd name="connsiteY3" fmla="*/ 25661 h 29483"/>
                      <a:gd name="connsiteX4" fmla="*/ 12886 w 25167"/>
                      <a:gd name="connsiteY4" fmla="*/ 26560 h 29483"/>
                      <a:gd name="connsiteX5" fmla="*/ 18329 w 25167"/>
                      <a:gd name="connsiteY5" fmla="*/ 24896 h 29483"/>
                      <a:gd name="connsiteX6" fmla="*/ 21343 w 25167"/>
                      <a:gd name="connsiteY6" fmla="*/ 20151 h 29483"/>
                      <a:gd name="connsiteX7" fmla="*/ 24964 w 25167"/>
                      <a:gd name="connsiteY7" fmla="*/ 20151 h 29483"/>
                      <a:gd name="connsiteX8" fmla="*/ 23389 w 25167"/>
                      <a:gd name="connsiteY8" fmla="*/ 23839 h 29483"/>
                      <a:gd name="connsiteX9" fmla="*/ 20960 w 25167"/>
                      <a:gd name="connsiteY9" fmla="*/ 26808 h 29483"/>
                      <a:gd name="connsiteX10" fmla="*/ 17497 w 25167"/>
                      <a:gd name="connsiteY10" fmla="*/ 28787 h 29483"/>
                      <a:gd name="connsiteX11" fmla="*/ 12864 w 25167"/>
                      <a:gd name="connsiteY11" fmla="*/ 29484 h 29483"/>
                      <a:gd name="connsiteX12" fmla="*/ 7084 w 25167"/>
                      <a:gd name="connsiteY12" fmla="*/ 28359 h 29483"/>
                      <a:gd name="connsiteX13" fmla="*/ 3081 w 25167"/>
                      <a:gd name="connsiteY13" fmla="*/ 25256 h 29483"/>
                      <a:gd name="connsiteX14" fmla="*/ 765 w 25167"/>
                      <a:gd name="connsiteY14" fmla="*/ 20623 h 29483"/>
                      <a:gd name="connsiteX15" fmla="*/ 0 w 25167"/>
                      <a:gd name="connsiteY15" fmla="*/ 14866 h 29483"/>
                      <a:gd name="connsiteX16" fmla="*/ 899 w 25167"/>
                      <a:gd name="connsiteY16" fmla="*/ 9086 h 29483"/>
                      <a:gd name="connsiteX17" fmla="*/ 3441 w 25167"/>
                      <a:gd name="connsiteY17" fmla="*/ 4363 h 29483"/>
                      <a:gd name="connsiteX18" fmla="*/ 7467 w 25167"/>
                      <a:gd name="connsiteY18" fmla="*/ 1170 h 29483"/>
                      <a:gd name="connsiteX19" fmla="*/ 12864 w 25167"/>
                      <a:gd name="connsiteY19" fmla="*/ 0 h 29483"/>
                      <a:gd name="connsiteX20" fmla="*/ 21927 w 25167"/>
                      <a:gd name="connsiteY20" fmla="*/ 3958 h 29483"/>
                      <a:gd name="connsiteX21" fmla="*/ 25166 w 25167"/>
                      <a:gd name="connsiteY21" fmla="*/ 15473 h 29483"/>
                      <a:gd name="connsiteX22" fmla="*/ 3463 w 25167"/>
                      <a:gd name="connsiteY22" fmla="*/ 15473 h 29483"/>
                      <a:gd name="connsiteX23" fmla="*/ 21747 w 25167"/>
                      <a:gd name="connsiteY23" fmla="*/ 12774 h 29483"/>
                      <a:gd name="connsiteX24" fmla="*/ 21185 w 25167"/>
                      <a:gd name="connsiteY24" fmla="*/ 8906 h 29483"/>
                      <a:gd name="connsiteX25" fmla="*/ 19521 w 25167"/>
                      <a:gd name="connsiteY25" fmla="*/ 5780 h 29483"/>
                      <a:gd name="connsiteX26" fmla="*/ 16732 w 25167"/>
                      <a:gd name="connsiteY26" fmla="*/ 3666 h 29483"/>
                      <a:gd name="connsiteX27" fmla="*/ 12909 w 25167"/>
                      <a:gd name="connsiteY27" fmla="*/ 2879 h 29483"/>
                      <a:gd name="connsiteX28" fmla="*/ 9108 w 25167"/>
                      <a:gd name="connsiteY28" fmla="*/ 3688 h 29483"/>
                      <a:gd name="connsiteX29" fmla="*/ 6297 w 25167"/>
                      <a:gd name="connsiteY29" fmla="*/ 5847 h 29483"/>
                      <a:gd name="connsiteX30" fmla="*/ 4430 w 25167"/>
                      <a:gd name="connsiteY30" fmla="*/ 8973 h 29483"/>
                      <a:gd name="connsiteX31" fmla="*/ 3509 w 25167"/>
                      <a:gd name="connsiteY31" fmla="*/ 12752 h 29483"/>
                      <a:gd name="connsiteX32" fmla="*/ 21747 w 25167"/>
                      <a:gd name="connsiteY32" fmla="*/ 12752 h 2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167" h="29483">
                        <a:moveTo>
                          <a:pt x="3509" y="15473"/>
                        </a:moveTo>
                        <a:cubicBezTo>
                          <a:pt x="3509" y="16980"/>
                          <a:pt x="3711" y="18419"/>
                          <a:pt x="4093" y="19768"/>
                        </a:cubicBezTo>
                        <a:cubicBezTo>
                          <a:pt x="4498" y="21118"/>
                          <a:pt x="5083" y="22287"/>
                          <a:pt x="5848" y="23277"/>
                        </a:cubicBezTo>
                        <a:cubicBezTo>
                          <a:pt x="6612" y="24266"/>
                          <a:pt x="7601" y="25053"/>
                          <a:pt x="8793" y="25661"/>
                        </a:cubicBezTo>
                        <a:cubicBezTo>
                          <a:pt x="9985" y="26245"/>
                          <a:pt x="11357" y="26560"/>
                          <a:pt x="12886" y="26560"/>
                        </a:cubicBezTo>
                        <a:cubicBezTo>
                          <a:pt x="15000" y="26560"/>
                          <a:pt x="16822" y="25998"/>
                          <a:pt x="18329" y="24896"/>
                        </a:cubicBezTo>
                        <a:cubicBezTo>
                          <a:pt x="19836" y="23772"/>
                          <a:pt x="20848" y="22197"/>
                          <a:pt x="21343" y="20151"/>
                        </a:cubicBezTo>
                        <a:lnTo>
                          <a:pt x="24964" y="20151"/>
                        </a:lnTo>
                        <a:cubicBezTo>
                          <a:pt x="24558" y="21478"/>
                          <a:pt x="24041" y="22714"/>
                          <a:pt x="23389" y="23839"/>
                        </a:cubicBezTo>
                        <a:cubicBezTo>
                          <a:pt x="22737" y="24963"/>
                          <a:pt x="21927" y="25953"/>
                          <a:pt x="20960" y="26808"/>
                        </a:cubicBezTo>
                        <a:cubicBezTo>
                          <a:pt x="19993" y="27662"/>
                          <a:pt x="18846" y="28314"/>
                          <a:pt x="17497" y="28787"/>
                        </a:cubicBezTo>
                        <a:cubicBezTo>
                          <a:pt x="16170" y="29259"/>
                          <a:pt x="14618" y="29484"/>
                          <a:pt x="12864" y="29484"/>
                        </a:cubicBezTo>
                        <a:cubicBezTo>
                          <a:pt x="10638" y="29484"/>
                          <a:pt x="8703" y="29102"/>
                          <a:pt x="7084" y="28359"/>
                        </a:cubicBezTo>
                        <a:cubicBezTo>
                          <a:pt x="5465" y="27595"/>
                          <a:pt x="4138" y="26560"/>
                          <a:pt x="3081" y="25256"/>
                        </a:cubicBezTo>
                        <a:cubicBezTo>
                          <a:pt x="2046" y="23951"/>
                          <a:pt x="1260" y="22400"/>
                          <a:pt x="765" y="20623"/>
                        </a:cubicBezTo>
                        <a:cubicBezTo>
                          <a:pt x="270" y="18846"/>
                          <a:pt x="0" y="16935"/>
                          <a:pt x="0" y="14866"/>
                        </a:cubicBezTo>
                        <a:cubicBezTo>
                          <a:pt x="0" y="12797"/>
                          <a:pt x="292" y="10885"/>
                          <a:pt x="899" y="9086"/>
                        </a:cubicBezTo>
                        <a:cubicBezTo>
                          <a:pt x="1484" y="7287"/>
                          <a:pt x="2339" y="5712"/>
                          <a:pt x="3441" y="4363"/>
                        </a:cubicBezTo>
                        <a:cubicBezTo>
                          <a:pt x="4543" y="3014"/>
                          <a:pt x="5870" y="1957"/>
                          <a:pt x="7467" y="1170"/>
                        </a:cubicBezTo>
                        <a:cubicBezTo>
                          <a:pt x="9041" y="405"/>
                          <a:pt x="10840" y="0"/>
                          <a:pt x="12864" y="0"/>
                        </a:cubicBezTo>
                        <a:cubicBezTo>
                          <a:pt x="16710" y="0"/>
                          <a:pt x="19746" y="1327"/>
                          <a:pt x="21927" y="3958"/>
                        </a:cubicBezTo>
                        <a:cubicBezTo>
                          <a:pt x="24131" y="6612"/>
                          <a:pt x="25211" y="10435"/>
                          <a:pt x="25166" y="15473"/>
                        </a:cubicBezTo>
                        <a:lnTo>
                          <a:pt x="3463" y="15473"/>
                        </a:lnTo>
                        <a:close/>
                        <a:moveTo>
                          <a:pt x="21747" y="12774"/>
                        </a:moveTo>
                        <a:cubicBezTo>
                          <a:pt x="21747" y="11402"/>
                          <a:pt x="21568" y="10120"/>
                          <a:pt x="21185" y="8906"/>
                        </a:cubicBezTo>
                        <a:cubicBezTo>
                          <a:pt x="20803" y="7691"/>
                          <a:pt x="20241" y="6657"/>
                          <a:pt x="19521" y="5780"/>
                        </a:cubicBezTo>
                        <a:cubicBezTo>
                          <a:pt x="18779" y="4903"/>
                          <a:pt x="17857" y="4206"/>
                          <a:pt x="16732" y="3666"/>
                        </a:cubicBezTo>
                        <a:cubicBezTo>
                          <a:pt x="15608" y="3149"/>
                          <a:pt x="14348" y="2879"/>
                          <a:pt x="12909" y="2879"/>
                        </a:cubicBezTo>
                        <a:cubicBezTo>
                          <a:pt x="11470" y="2879"/>
                          <a:pt x="10210" y="3149"/>
                          <a:pt x="9108" y="3688"/>
                        </a:cubicBezTo>
                        <a:cubicBezTo>
                          <a:pt x="8006" y="4228"/>
                          <a:pt x="7084" y="4948"/>
                          <a:pt x="6297" y="5847"/>
                        </a:cubicBezTo>
                        <a:cubicBezTo>
                          <a:pt x="5532" y="6747"/>
                          <a:pt x="4903" y="7781"/>
                          <a:pt x="4430" y="8973"/>
                        </a:cubicBezTo>
                        <a:cubicBezTo>
                          <a:pt x="3958" y="10165"/>
                          <a:pt x="3666" y="11425"/>
                          <a:pt x="3509" y="12752"/>
                        </a:cubicBezTo>
                        <a:lnTo>
                          <a:pt x="21747" y="12752"/>
                        </a:lnTo>
                        <a:close/>
                      </a:path>
                    </a:pathLst>
                  </a:custGeom>
                  <a:solidFill>
                    <a:srgbClr val="010101"/>
                  </a:solidFill>
                  <a:ln w="2249" cap="flat">
                    <a:noFill/>
                    <a:prstDash val="solid"/>
                    <a:miter/>
                  </a:ln>
                </p:spPr>
                <p:txBody>
                  <a:bodyPr rtlCol="0" anchor="ctr"/>
                  <a:lstStyle/>
                  <a:p>
                    <a:endParaRPr lang="en-US"/>
                  </a:p>
                </p:txBody>
              </p:sp>
              <p:sp>
                <p:nvSpPr>
                  <p:cNvPr id="3466" name="Freeform 3465">
                    <a:extLst>
                      <a:ext uri="{FF2B5EF4-FFF2-40B4-BE49-F238E27FC236}">
                        <a16:creationId xmlns:a16="http://schemas.microsoft.com/office/drawing/2014/main" id="{FD104026-F711-70B7-F735-0B68964441CC}"/>
                      </a:ext>
                    </a:extLst>
                  </p:cNvPr>
                  <p:cNvSpPr/>
                  <p:nvPr/>
                </p:nvSpPr>
                <p:spPr>
                  <a:xfrm>
                    <a:off x="5655677" y="3026211"/>
                    <a:ext cx="3238" cy="38861"/>
                  </a:xfrm>
                  <a:custGeom>
                    <a:avLst/>
                    <a:gdLst>
                      <a:gd name="connsiteX0" fmla="*/ 0 w 3238"/>
                      <a:gd name="connsiteY0" fmla="*/ 38862 h 38861"/>
                      <a:gd name="connsiteX1" fmla="*/ 0 w 3238"/>
                      <a:gd name="connsiteY1" fmla="*/ 0 h 38861"/>
                      <a:gd name="connsiteX2" fmla="*/ 3238 w 3238"/>
                      <a:gd name="connsiteY2" fmla="*/ 0 h 38861"/>
                      <a:gd name="connsiteX3" fmla="*/ 3238 w 3238"/>
                      <a:gd name="connsiteY3" fmla="*/ 38862 h 38861"/>
                      <a:gd name="connsiteX4" fmla="*/ 0 w 3238"/>
                      <a:gd name="connsiteY4" fmla="*/ 38862 h 38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8" h="38861">
                        <a:moveTo>
                          <a:pt x="0" y="38862"/>
                        </a:moveTo>
                        <a:lnTo>
                          <a:pt x="0" y="0"/>
                        </a:lnTo>
                        <a:lnTo>
                          <a:pt x="3238" y="0"/>
                        </a:lnTo>
                        <a:lnTo>
                          <a:pt x="3238" y="38862"/>
                        </a:lnTo>
                        <a:lnTo>
                          <a:pt x="0" y="38862"/>
                        </a:lnTo>
                        <a:close/>
                      </a:path>
                    </a:pathLst>
                  </a:custGeom>
                  <a:solidFill>
                    <a:srgbClr val="010101"/>
                  </a:solidFill>
                  <a:ln w="2249" cap="flat">
                    <a:noFill/>
                    <a:prstDash val="solid"/>
                    <a:miter/>
                  </a:ln>
                </p:spPr>
                <p:txBody>
                  <a:bodyPr rtlCol="0" anchor="ctr"/>
                  <a:lstStyle/>
                  <a:p>
                    <a:endParaRPr lang="en-US"/>
                  </a:p>
                </p:txBody>
              </p:sp>
            </p:grpSp>
            <p:grpSp>
              <p:nvGrpSpPr>
                <p:cNvPr id="49" name="Graphic 4479">
                  <a:extLst>
                    <a:ext uri="{FF2B5EF4-FFF2-40B4-BE49-F238E27FC236}">
                      <a16:creationId xmlns:a16="http://schemas.microsoft.com/office/drawing/2014/main" id="{9DB0B66B-628E-3944-A98C-40C6888A98FB}"/>
                    </a:ext>
                  </a:extLst>
                </p:cNvPr>
                <p:cNvGrpSpPr/>
                <p:nvPr/>
              </p:nvGrpSpPr>
              <p:grpSpPr>
                <a:xfrm>
                  <a:off x="1432092" y="3884174"/>
                  <a:ext cx="136901" cy="2157916"/>
                  <a:chOff x="3332278" y="2367582"/>
                  <a:chExt cx="36568" cy="576407"/>
                </a:xfrm>
                <a:solidFill>
                  <a:srgbClr val="231F20"/>
                </a:solidFill>
              </p:grpSpPr>
              <p:sp>
                <p:nvSpPr>
                  <p:cNvPr id="3459" name="Freeform 3458">
                    <a:extLst>
                      <a:ext uri="{FF2B5EF4-FFF2-40B4-BE49-F238E27FC236}">
                        <a16:creationId xmlns:a16="http://schemas.microsoft.com/office/drawing/2014/main" id="{2D2EDA32-EFFE-CB4B-E9F7-BC49A71B8490}"/>
                      </a:ext>
                    </a:extLst>
                  </p:cNvPr>
                  <p:cNvSpPr/>
                  <p:nvPr/>
                </p:nvSpPr>
                <p:spPr>
                  <a:xfrm>
                    <a:off x="3350562" y="2399359"/>
                    <a:ext cx="2248" cy="512874"/>
                  </a:xfrm>
                  <a:custGeom>
                    <a:avLst/>
                    <a:gdLst>
                      <a:gd name="connsiteX0" fmla="*/ 0 w 2248"/>
                      <a:gd name="connsiteY0" fmla="*/ 0 h 512874"/>
                      <a:gd name="connsiteX1" fmla="*/ 0 w 2248"/>
                      <a:gd name="connsiteY1" fmla="*/ 512875 h 512874"/>
                    </a:gdLst>
                    <a:ahLst/>
                    <a:cxnLst>
                      <a:cxn ang="0">
                        <a:pos x="connsiteX0" y="connsiteY0"/>
                      </a:cxn>
                      <a:cxn ang="0">
                        <a:pos x="connsiteX1" y="connsiteY1"/>
                      </a:cxn>
                    </a:cxnLst>
                    <a:rect l="l" t="t" r="r" b="b"/>
                    <a:pathLst>
                      <a:path w="2248" h="512874">
                        <a:moveTo>
                          <a:pt x="0" y="0"/>
                        </a:moveTo>
                        <a:lnTo>
                          <a:pt x="0" y="512875"/>
                        </a:lnTo>
                      </a:path>
                    </a:pathLst>
                  </a:custGeom>
                  <a:ln w="4498" cap="flat">
                    <a:solidFill>
                      <a:srgbClr val="231F20"/>
                    </a:solidFill>
                    <a:prstDash val="solid"/>
                    <a:miter/>
                  </a:ln>
                </p:spPr>
                <p:txBody>
                  <a:bodyPr rtlCol="0" anchor="ctr"/>
                  <a:lstStyle/>
                  <a:p>
                    <a:endParaRPr lang="en-US"/>
                  </a:p>
                </p:txBody>
              </p:sp>
              <p:sp>
                <p:nvSpPr>
                  <p:cNvPr id="3460" name="Freeform 3459">
                    <a:extLst>
                      <a:ext uri="{FF2B5EF4-FFF2-40B4-BE49-F238E27FC236}">
                        <a16:creationId xmlns:a16="http://schemas.microsoft.com/office/drawing/2014/main" id="{E862135F-CB1B-3E11-D724-37E9CC193142}"/>
                      </a:ext>
                    </a:extLst>
                  </p:cNvPr>
                  <p:cNvSpPr/>
                  <p:nvPr/>
                </p:nvSpPr>
                <p:spPr>
                  <a:xfrm>
                    <a:off x="3332278" y="2367582"/>
                    <a:ext cx="36568" cy="44754"/>
                  </a:xfrm>
                  <a:custGeom>
                    <a:avLst/>
                    <a:gdLst>
                      <a:gd name="connsiteX0" fmla="*/ 18284 w 36568"/>
                      <a:gd name="connsiteY0" fmla="*/ 0 h 44754"/>
                      <a:gd name="connsiteX1" fmla="*/ 0 w 36568"/>
                      <a:gd name="connsiteY1" fmla="*/ 44754 h 44754"/>
                      <a:gd name="connsiteX2" fmla="*/ 18284 w 36568"/>
                      <a:gd name="connsiteY2" fmla="*/ 34139 h 44754"/>
                      <a:gd name="connsiteX3" fmla="*/ 36568 w 36568"/>
                      <a:gd name="connsiteY3" fmla="*/ 44754 h 44754"/>
                      <a:gd name="connsiteX4" fmla="*/ 18284 w 36568"/>
                      <a:gd name="connsiteY4" fmla="*/ 0 h 44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8" h="44754">
                        <a:moveTo>
                          <a:pt x="18284" y="0"/>
                        </a:moveTo>
                        <a:lnTo>
                          <a:pt x="0" y="44754"/>
                        </a:lnTo>
                        <a:lnTo>
                          <a:pt x="18284" y="34139"/>
                        </a:lnTo>
                        <a:lnTo>
                          <a:pt x="36568" y="44754"/>
                        </a:lnTo>
                        <a:lnTo>
                          <a:pt x="18284" y="0"/>
                        </a:lnTo>
                        <a:close/>
                      </a:path>
                    </a:pathLst>
                  </a:custGeom>
                  <a:solidFill>
                    <a:srgbClr val="231F20"/>
                  </a:solidFill>
                  <a:ln w="2249" cap="flat">
                    <a:noFill/>
                    <a:prstDash val="solid"/>
                    <a:miter/>
                  </a:ln>
                </p:spPr>
                <p:txBody>
                  <a:bodyPr rtlCol="0" anchor="ctr"/>
                  <a:lstStyle/>
                  <a:p>
                    <a:endParaRPr lang="en-US"/>
                  </a:p>
                </p:txBody>
              </p:sp>
              <p:sp>
                <p:nvSpPr>
                  <p:cNvPr id="3461" name="Freeform 3460">
                    <a:extLst>
                      <a:ext uri="{FF2B5EF4-FFF2-40B4-BE49-F238E27FC236}">
                        <a16:creationId xmlns:a16="http://schemas.microsoft.com/office/drawing/2014/main" id="{C161EA9E-40A3-5FD3-BCBB-CD3D1ED1C901}"/>
                      </a:ext>
                    </a:extLst>
                  </p:cNvPr>
                  <p:cNvSpPr/>
                  <p:nvPr/>
                </p:nvSpPr>
                <p:spPr>
                  <a:xfrm>
                    <a:off x="3332278" y="2899235"/>
                    <a:ext cx="36568" cy="44754"/>
                  </a:xfrm>
                  <a:custGeom>
                    <a:avLst/>
                    <a:gdLst>
                      <a:gd name="connsiteX0" fmla="*/ 18284 w 36568"/>
                      <a:gd name="connsiteY0" fmla="*/ 44754 h 44754"/>
                      <a:gd name="connsiteX1" fmla="*/ 0 w 36568"/>
                      <a:gd name="connsiteY1" fmla="*/ 0 h 44754"/>
                      <a:gd name="connsiteX2" fmla="*/ 18284 w 36568"/>
                      <a:gd name="connsiteY2" fmla="*/ 10638 h 44754"/>
                      <a:gd name="connsiteX3" fmla="*/ 36568 w 36568"/>
                      <a:gd name="connsiteY3" fmla="*/ 0 h 44754"/>
                      <a:gd name="connsiteX4" fmla="*/ 18284 w 36568"/>
                      <a:gd name="connsiteY4" fmla="*/ 44754 h 44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8" h="44754">
                        <a:moveTo>
                          <a:pt x="18284" y="44754"/>
                        </a:moveTo>
                        <a:lnTo>
                          <a:pt x="0" y="0"/>
                        </a:lnTo>
                        <a:lnTo>
                          <a:pt x="18284" y="10638"/>
                        </a:lnTo>
                        <a:lnTo>
                          <a:pt x="36568" y="0"/>
                        </a:lnTo>
                        <a:lnTo>
                          <a:pt x="18284" y="44754"/>
                        </a:lnTo>
                        <a:close/>
                      </a:path>
                    </a:pathLst>
                  </a:custGeom>
                  <a:solidFill>
                    <a:srgbClr val="231F20"/>
                  </a:solidFill>
                  <a:ln w="2249" cap="flat">
                    <a:noFill/>
                    <a:prstDash val="solid"/>
                    <a:miter/>
                  </a:ln>
                </p:spPr>
                <p:txBody>
                  <a:bodyPr rtlCol="0" anchor="ctr"/>
                  <a:lstStyle/>
                  <a:p>
                    <a:endParaRPr lang="en-US"/>
                  </a:p>
                </p:txBody>
              </p:sp>
            </p:grpSp>
            <p:grpSp>
              <p:nvGrpSpPr>
                <p:cNvPr id="50" name="Graphic 4479">
                  <a:extLst>
                    <a:ext uri="{FF2B5EF4-FFF2-40B4-BE49-F238E27FC236}">
                      <a16:creationId xmlns:a16="http://schemas.microsoft.com/office/drawing/2014/main" id="{24124193-5439-06CF-2B6D-BB9A314C5CF7}"/>
                    </a:ext>
                  </a:extLst>
                </p:cNvPr>
                <p:cNvGrpSpPr/>
                <p:nvPr/>
              </p:nvGrpSpPr>
              <p:grpSpPr>
                <a:xfrm>
                  <a:off x="1200811" y="3903117"/>
                  <a:ext cx="148435" cy="506430"/>
                  <a:chOff x="3270500" y="2372642"/>
                  <a:chExt cx="39649" cy="135274"/>
                </a:xfrm>
                <a:solidFill>
                  <a:srgbClr val="231F20"/>
                </a:solidFill>
              </p:grpSpPr>
              <p:sp>
                <p:nvSpPr>
                  <p:cNvPr id="61" name="Freeform 60">
                    <a:extLst>
                      <a:ext uri="{FF2B5EF4-FFF2-40B4-BE49-F238E27FC236}">
                        <a16:creationId xmlns:a16="http://schemas.microsoft.com/office/drawing/2014/main" id="{FFF72F86-ACF3-C442-D201-8B80CD633DF1}"/>
                      </a:ext>
                    </a:extLst>
                  </p:cNvPr>
                  <p:cNvSpPr/>
                  <p:nvPr/>
                </p:nvSpPr>
                <p:spPr>
                  <a:xfrm>
                    <a:off x="3270500" y="2482211"/>
                    <a:ext cx="39626" cy="25705"/>
                  </a:xfrm>
                  <a:custGeom>
                    <a:avLst/>
                    <a:gdLst>
                      <a:gd name="connsiteX0" fmla="*/ 38862 w 39626"/>
                      <a:gd name="connsiteY0" fmla="*/ 22467 h 25705"/>
                      <a:gd name="connsiteX1" fmla="*/ 38862 w 39626"/>
                      <a:gd name="connsiteY1" fmla="*/ 25706 h 25705"/>
                      <a:gd name="connsiteX2" fmla="*/ 0 w 39626"/>
                      <a:gd name="connsiteY2" fmla="*/ 25706 h 25705"/>
                      <a:gd name="connsiteX3" fmla="*/ 0 w 39626"/>
                      <a:gd name="connsiteY3" fmla="*/ 22467 h 25705"/>
                      <a:gd name="connsiteX4" fmla="*/ 15383 w 39626"/>
                      <a:gd name="connsiteY4" fmla="*/ 22467 h 25705"/>
                      <a:gd name="connsiteX5" fmla="*/ 11470 w 39626"/>
                      <a:gd name="connsiteY5" fmla="*/ 18172 h 25705"/>
                      <a:gd name="connsiteX6" fmla="*/ 10143 w 39626"/>
                      <a:gd name="connsiteY6" fmla="*/ 12482 h 25705"/>
                      <a:gd name="connsiteX7" fmla="*/ 11357 w 39626"/>
                      <a:gd name="connsiteY7" fmla="*/ 6949 h 25705"/>
                      <a:gd name="connsiteX8" fmla="*/ 14596 w 39626"/>
                      <a:gd name="connsiteY8" fmla="*/ 3059 h 25705"/>
                      <a:gd name="connsiteX9" fmla="*/ 19318 w 39626"/>
                      <a:gd name="connsiteY9" fmla="*/ 765 h 25705"/>
                      <a:gd name="connsiteX10" fmla="*/ 24941 w 39626"/>
                      <a:gd name="connsiteY10" fmla="*/ 0 h 25705"/>
                      <a:gd name="connsiteX11" fmla="*/ 30721 w 39626"/>
                      <a:gd name="connsiteY11" fmla="*/ 697 h 25705"/>
                      <a:gd name="connsiteX12" fmla="*/ 35399 w 39626"/>
                      <a:gd name="connsiteY12" fmla="*/ 2946 h 25705"/>
                      <a:gd name="connsiteX13" fmla="*/ 38502 w 39626"/>
                      <a:gd name="connsiteY13" fmla="*/ 6859 h 25705"/>
                      <a:gd name="connsiteX14" fmla="*/ 39627 w 39626"/>
                      <a:gd name="connsiteY14" fmla="*/ 12639 h 25705"/>
                      <a:gd name="connsiteX15" fmla="*/ 39244 w 39626"/>
                      <a:gd name="connsiteY15" fmla="*/ 15383 h 25705"/>
                      <a:gd name="connsiteX16" fmla="*/ 38165 w 39626"/>
                      <a:gd name="connsiteY16" fmla="*/ 18104 h 25705"/>
                      <a:gd name="connsiteX17" fmla="*/ 36411 w 39626"/>
                      <a:gd name="connsiteY17" fmla="*/ 20533 h 25705"/>
                      <a:gd name="connsiteX18" fmla="*/ 33959 w 39626"/>
                      <a:gd name="connsiteY18" fmla="*/ 22332 h 25705"/>
                      <a:gd name="connsiteX19" fmla="*/ 33959 w 39626"/>
                      <a:gd name="connsiteY19" fmla="*/ 22445 h 25705"/>
                      <a:gd name="connsiteX20" fmla="*/ 38862 w 39626"/>
                      <a:gd name="connsiteY20" fmla="*/ 22445 h 25705"/>
                      <a:gd name="connsiteX21" fmla="*/ 24783 w 39626"/>
                      <a:gd name="connsiteY21" fmla="*/ 22467 h 25705"/>
                      <a:gd name="connsiteX22" fmla="*/ 29506 w 39626"/>
                      <a:gd name="connsiteY22" fmla="*/ 21837 h 25705"/>
                      <a:gd name="connsiteX23" fmla="*/ 33284 w 39626"/>
                      <a:gd name="connsiteY23" fmla="*/ 20038 h 25705"/>
                      <a:gd name="connsiteX24" fmla="*/ 35803 w 39626"/>
                      <a:gd name="connsiteY24" fmla="*/ 17070 h 25705"/>
                      <a:gd name="connsiteX25" fmla="*/ 36725 w 39626"/>
                      <a:gd name="connsiteY25" fmla="*/ 13021 h 25705"/>
                      <a:gd name="connsiteX26" fmla="*/ 36006 w 39626"/>
                      <a:gd name="connsiteY26" fmla="*/ 9243 h 25705"/>
                      <a:gd name="connsiteX27" fmla="*/ 33869 w 39626"/>
                      <a:gd name="connsiteY27" fmla="*/ 6230 h 25705"/>
                      <a:gd name="connsiteX28" fmla="*/ 30451 w 39626"/>
                      <a:gd name="connsiteY28" fmla="*/ 4206 h 25705"/>
                      <a:gd name="connsiteX29" fmla="*/ 25773 w 39626"/>
                      <a:gd name="connsiteY29" fmla="*/ 3486 h 25705"/>
                      <a:gd name="connsiteX30" fmla="*/ 20825 w 39626"/>
                      <a:gd name="connsiteY30" fmla="*/ 3913 h 25705"/>
                      <a:gd name="connsiteX31" fmla="*/ 16800 w 39626"/>
                      <a:gd name="connsiteY31" fmla="*/ 5645 h 25705"/>
                      <a:gd name="connsiteX32" fmla="*/ 14079 w 39626"/>
                      <a:gd name="connsiteY32" fmla="*/ 8703 h 25705"/>
                      <a:gd name="connsiteX33" fmla="*/ 13089 w 39626"/>
                      <a:gd name="connsiteY33" fmla="*/ 13044 h 25705"/>
                      <a:gd name="connsiteX34" fmla="*/ 14033 w 39626"/>
                      <a:gd name="connsiteY34" fmla="*/ 17002 h 25705"/>
                      <a:gd name="connsiteX35" fmla="*/ 16575 w 39626"/>
                      <a:gd name="connsiteY35" fmla="*/ 19971 h 25705"/>
                      <a:gd name="connsiteX36" fmla="*/ 20308 w 39626"/>
                      <a:gd name="connsiteY36" fmla="*/ 21837 h 25705"/>
                      <a:gd name="connsiteX37" fmla="*/ 24806 w 39626"/>
                      <a:gd name="connsiteY37" fmla="*/ 22490 h 25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9626" h="25705">
                        <a:moveTo>
                          <a:pt x="38862" y="22467"/>
                        </a:moveTo>
                        <a:lnTo>
                          <a:pt x="38862" y="25706"/>
                        </a:lnTo>
                        <a:lnTo>
                          <a:pt x="0" y="25706"/>
                        </a:lnTo>
                        <a:lnTo>
                          <a:pt x="0" y="22467"/>
                        </a:lnTo>
                        <a:lnTo>
                          <a:pt x="15383" y="22467"/>
                        </a:lnTo>
                        <a:cubicBezTo>
                          <a:pt x="13651" y="21433"/>
                          <a:pt x="12347" y="19993"/>
                          <a:pt x="11470" y="18172"/>
                        </a:cubicBezTo>
                        <a:cubicBezTo>
                          <a:pt x="10593" y="16350"/>
                          <a:pt x="10143" y="14461"/>
                          <a:pt x="10143" y="12482"/>
                        </a:cubicBezTo>
                        <a:cubicBezTo>
                          <a:pt x="10143" y="10368"/>
                          <a:pt x="10547" y="8524"/>
                          <a:pt x="11357" y="6949"/>
                        </a:cubicBezTo>
                        <a:cubicBezTo>
                          <a:pt x="12167" y="5375"/>
                          <a:pt x="13246" y="4093"/>
                          <a:pt x="14596" y="3059"/>
                        </a:cubicBezTo>
                        <a:cubicBezTo>
                          <a:pt x="15945" y="2024"/>
                          <a:pt x="17519" y="1259"/>
                          <a:pt x="19318" y="765"/>
                        </a:cubicBezTo>
                        <a:cubicBezTo>
                          <a:pt x="21118" y="270"/>
                          <a:pt x="22984" y="0"/>
                          <a:pt x="24941" y="0"/>
                        </a:cubicBezTo>
                        <a:cubicBezTo>
                          <a:pt x="26988" y="0"/>
                          <a:pt x="28922" y="225"/>
                          <a:pt x="30721" y="697"/>
                        </a:cubicBezTo>
                        <a:cubicBezTo>
                          <a:pt x="32520" y="1169"/>
                          <a:pt x="34072" y="1912"/>
                          <a:pt x="35399" y="2946"/>
                        </a:cubicBezTo>
                        <a:cubicBezTo>
                          <a:pt x="36703" y="3981"/>
                          <a:pt x="37737" y="5285"/>
                          <a:pt x="38502" y="6859"/>
                        </a:cubicBezTo>
                        <a:cubicBezTo>
                          <a:pt x="39267" y="8434"/>
                          <a:pt x="39627" y="10368"/>
                          <a:pt x="39627" y="12639"/>
                        </a:cubicBezTo>
                        <a:cubicBezTo>
                          <a:pt x="39627" y="13539"/>
                          <a:pt x="39492" y="14461"/>
                          <a:pt x="39244" y="15383"/>
                        </a:cubicBezTo>
                        <a:cubicBezTo>
                          <a:pt x="38997" y="16327"/>
                          <a:pt x="38637" y="17227"/>
                          <a:pt x="38165" y="18104"/>
                        </a:cubicBezTo>
                        <a:cubicBezTo>
                          <a:pt x="37693" y="18981"/>
                          <a:pt x="37108" y="19791"/>
                          <a:pt x="36411" y="20533"/>
                        </a:cubicBezTo>
                        <a:cubicBezTo>
                          <a:pt x="35713" y="21275"/>
                          <a:pt x="34881" y="21882"/>
                          <a:pt x="33959" y="22332"/>
                        </a:cubicBezTo>
                        <a:lnTo>
                          <a:pt x="33959" y="22445"/>
                        </a:lnTo>
                        <a:lnTo>
                          <a:pt x="38862" y="22445"/>
                        </a:lnTo>
                        <a:close/>
                        <a:moveTo>
                          <a:pt x="24783" y="22467"/>
                        </a:moveTo>
                        <a:cubicBezTo>
                          <a:pt x="26470" y="22467"/>
                          <a:pt x="28044" y="22265"/>
                          <a:pt x="29506" y="21837"/>
                        </a:cubicBezTo>
                        <a:cubicBezTo>
                          <a:pt x="30968" y="21410"/>
                          <a:pt x="32227" y="20825"/>
                          <a:pt x="33284" y="20038"/>
                        </a:cubicBezTo>
                        <a:cubicBezTo>
                          <a:pt x="34341" y="19251"/>
                          <a:pt x="35174" y="18262"/>
                          <a:pt x="35803" y="17070"/>
                        </a:cubicBezTo>
                        <a:cubicBezTo>
                          <a:pt x="36411" y="15878"/>
                          <a:pt x="36725" y="14528"/>
                          <a:pt x="36725" y="13021"/>
                        </a:cubicBezTo>
                        <a:cubicBezTo>
                          <a:pt x="36725" y="11650"/>
                          <a:pt x="36478" y="10390"/>
                          <a:pt x="36006" y="9243"/>
                        </a:cubicBezTo>
                        <a:cubicBezTo>
                          <a:pt x="35511" y="8096"/>
                          <a:pt x="34814" y="7084"/>
                          <a:pt x="33869" y="6230"/>
                        </a:cubicBezTo>
                        <a:cubicBezTo>
                          <a:pt x="32925" y="5375"/>
                          <a:pt x="31800" y="4700"/>
                          <a:pt x="30451" y="4206"/>
                        </a:cubicBezTo>
                        <a:cubicBezTo>
                          <a:pt x="29101" y="3711"/>
                          <a:pt x="27550" y="3486"/>
                          <a:pt x="25773" y="3486"/>
                        </a:cubicBezTo>
                        <a:cubicBezTo>
                          <a:pt x="24019" y="3418"/>
                          <a:pt x="22355" y="3553"/>
                          <a:pt x="20825" y="3913"/>
                        </a:cubicBezTo>
                        <a:cubicBezTo>
                          <a:pt x="19296" y="4273"/>
                          <a:pt x="17947" y="4858"/>
                          <a:pt x="16800" y="5645"/>
                        </a:cubicBezTo>
                        <a:cubicBezTo>
                          <a:pt x="15653" y="6432"/>
                          <a:pt x="14731" y="7444"/>
                          <a:pt x="14079" y="8703"/>
                        </a:cubicBezTo>
                        <a:cubicBezTo>
                          <a:pt x="13404" y="9940"/>
                          <a:pt x="13089" y="11402"/>
                          <a:pt x="13089" y="13044"/>
                        </a:cubicBezTo>
                        <a:cubicBezTo>
                          <a:pt x="13089" y="14528"/>
                          <a:pt x="13404" y="15833"/>
                          <a:pt x="14033" y="17002"/>
                        </a:cubicBezTo>
                        <a:cubicBezTo>
                          <a:pt x="14663" y="18172"/>
                          <a:pt x="15518" y="19161"/>
                          <a:pt x="16575" y="19971"/>
                        </a:cubicBezTo>
                        <a:cubicBezTo>
                          <a:pt x="17632" y="20780"/>
                          <a:pt x="18869" y="21410"/>
                          <a:pt x="20308" y="21837"/>
                        </a:cubicBezTo>
                        <a:cubicBezTo>
                          <a:pt x="21725" y="22265"/>
                          <a:pt x="23232" y="22490"/>
                          <a:pt x="24806" y="22490"/>
                        </a:cubicBezTo>
                        <a:close/>
                      </a:path>
                    </a:pathLst>
                  </a:custGeom>
                  <a:solidFill>
                    <a:srgbClr val="231F20"/>
                  </a:solidFill>
                  <a:ln w="2249"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E71E9784-90AB-5185-26CD-0E54C7C76FED}"/>
                      </a:ext>
                    </a:extLst>
                  </p:cNvPr>
                  <p:cNvSpPr/>
                  <p:nvPr/>
                </p:nvSpPr>
                <p:spPr>
                  <a:xfrm>
                    <a:off x="3280665" y="2451669"/>
                    <a:ext cx="29484" cy="25167"/>
                  </a:xfrm>
                  <a:custGeom>
                    <a:avLst/>
                    <a:gdLst>
                      <a:gd name="connsiteX0" fmla="*/ 15473 w 29484"/>
                      <a:gd name="connsiteY0" fmla="*/ 21659 h 25167"/>
                      <a:gd name="connsiteX1" fmla="*/ 19768 w 29484"/>
                      <a:gd name="connsiteY1" fmla="*/ 21074 h 25167"/>
                      <a:gd name="connsiteX2" fmla="*/ 23277 w 29484"/>
                      <a:gd name="connsiteY2" fmla="*/ 19320 h 25167"/>
                      <a:gd name="connsiteX3" fmla="*/ 25661 w 29484"/>
                      <a:gd name="connsiteY3" fmla="*/ 16374 h 25167"/>
                      <a:gd name="connsiteX4" fmla="*/ 26560 w 29484"/>
                      <a:gd name="connsiteY4" fmla="*/ 12281 h 25167"/>
                      <a:gd name="connsiteX5" fmla="*/ 24896 w 29484"/>
                      <a:gd name="connsiteY5" fmla="*/ 6838 h 25167"/>
                      <a:gd name="connsiteX6" fmla="*/ 20151 w 29484"/>
                      <a:gd name="connsiteY6" fmla="*/ 3825 h 25167"/>
                      <a:gd name="connsiteX7" fmla="*/ 20151 w 29484"/>
                      <a:gd name="connsiteY7" fmla="*/ 204 h 25167"/>
                      <a:gd name="connsiteX8" fmla="*/ 23839 w 29484"/>
                      <a:gd name="connsiteY8" fmla="*/ 1778 h 25167"/>
                      <a:gd name="connsiteX9" fmla="*/ 26808 w 29484"/>
                      <a:gd name="connsiteY9" fmla="*/ 4207 h 25167"/>
                      <a:gd name="connsiteX10" fmla="*/ 28787 w 29484"/>
                      <a:gd name="connsiteY10" fmla="*/ 7670 h 25167"/>
                      <a:gd name="connsiteX11" fmla="*/ 29484 w 29484"/>
                      <a:gd name="connsiteY11" fmla="*/ 12303 h 25167"/>
                      <a:gd name="connsiteX12" fmla="*/ 28360 w 29484"/>
                      <a:gd name="connsiteY12" fmla="*/ 18083 h 25167"/>
                      <a:gd name="connsiteX13" fmla="*/ 25256 w 29484"/>
                      <a:gd name="connsiteY13" fmla="*/ 22086 h 25167"/>
                      <a:gd name="connsiteX14" fmla="*/ 20623 w 29484"/>
                      <a:gd name="connsiteY14" fmla="*/ 24403 h 25167"/>
                      <a:gd name="connsiteX15" fmla="*/ 14866 w 29484"/>
                      <a:gd name="connsiteY15" fmla="*/ 25167 h 25167"/>
                      <a:gd name="connsiteX16" fmla="*/ 9086 w 29484"/>
                      <a:gd name="connsiteY16" fmla="*/ 24268 h 25167"/>
                      <a:gd name="connsiteX17" fmla="*/ 4363 w 29484"/>
                      <a:gd name="connsiteY17" fmla="*/ 21726 h 25167"/>
                      <a:gd name="connsiteX18" fmla="*/ 1170 w 29484"/>
                      <a:gd name="connsiteY18" fmla="*/ 17701 h 25167"/>
                      <a:gd name="connsiteX19" fmla="*/ 0 w 29484"/>
                      <a:gd name="connsiteY19" fmla="*/ 12303 h 25167"/>
                      <a:gd name="connsiteX20" fmla="*/ 3958 w 29484"/>
                      <a:gd name="connsiteY20" fmla="*/ 3240 h 25167"/>
                      <a:gd name="connsiteX21" fmla="*/ 15473 w 29484"/>
                      <a:gd name="connsiteY21" fmla="*/ 1 h 25167"/>
                      <a:gd name="connsiteX22" fmla="*/ 15473 w 29484"/>
                      <a:gd name="connsiteY22" fmla="*/ 21704 h 25167"/>
                      <a:gd name="connsiteX23" fmla="*/ 12774 w 29484"/>
                      <a:gd name="connsiteY23" fmla="*/ 3420 h 25167"/>
                      <a:gd name="connsiteX24" fmla="*/ 8906 w 29484"/>
                      <a:gd name="connsiteY24" fmla="*/ 3982 h 25167"/>
                      <a:gd name="connsiteX25" fmla="*/ 5780 w 29484"/>
                      <a:gd name="connsiteY25" fmla="*/ 5646 h 25167"/>
                      <a:gd name="connsiteX26" fmla="*/ 3666 w 29484"/>
                      <a:gd name="connsiteY26" fmla="*/ 8435 h 25167"/>
                      <a:gd name="connsiteX27" fmla="*/ 2879 w 29484"/>
                      <a:gd name="connsiteY27" fmla="*/ 12258 h 25167"/>
                      <a:gd name="connsiteX28" fmla="*/ 3688 w 29484"/>
                      <a:gd name="connsiteY28" fmla="*/ 16059 h 25167"/>
                      <a:gd name="connsiteX29" fmla="*/ 5848 w 29484"/>
                      <a:gd name="connsiteY29" fmla="*/ 18870 h 25167"/>
                      <a:gd name="connsiteX30" fmla="*/ 8974 w 29484"/>
                      <a:gd name="connsiteY30" fmla="*/ 20737 h 25167"/>
                      <a:gd name="connsiteX31" fmla="*/ 12752 w 29484"/>
                      <a:gd name="connsiteY31" fmla="*/ 21659 h 25167"/>
                      <a:gd name="connsiteX32" fmla="*/ 12752 w 29484"/>
                      <a:gd name="connsiteY32" fmla="*/ 3420 h 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484" h="25167">
                        <a:moveTo>
                          <a:pt x="15473" y="21659"/>
                        </a:moveTo>
                        <a:cubicBezTo>
                          <a:pt x="16980" y="21659"/>
                          <a:pt x="18419" y="21456"/>
                          <a:pt x="19768" y="21074"/>
                        </a:cubicBezTo>
                        <a:cubicBezTo>
                          <a:pt x="21118" y="20669"/>
                          <a:pt x="22287" y="20085"/>
                          <a:pt x="23277" y="19320"/>
                        </a:cubicBezTo>
                        <a:cubicBezTo>
                          <a:pt x="24266" y="18555"/>
                          <a:pt x="25053" y="17566"/>
                          <a:pt x="25661" y="16374"/>
                        </a:cubicBezTo>
                        <a:cubicBezTo>
                          <a:pt x="26245" y="15182"/>
                          <a:pt x="26560" y="13810"/>
                          <a:pt x="26560" y="12281"/>
                        </a:cubicBezTo>
                        <a:cubicBezTo>
                          <a:pt x="26560" y="10167"/>
                          <a:pt x="25998" y="8345"/>
                          <a:pt x="24896" y="6838"/>
                        </a:cubicBezTo>
                        <a:cubicBezTo>
                          <a:pt x="23772" y="5331"/>
                          <a:pt x="22197" y="4319"/>
                          <a:pt x="20151" y="3825"/>
                        </a:cubicBezTo>
                        <a:lnTo>
                          <a:pt x="20151" y="204"/>
                        </a:lnTo>
                        <a:cubicBezTo>
                          <a:pt x="21478" y="609"/>
                          <a:pt x="22715" y="1126"/>
                          <a:pt x="23839" y="1778"/>
                        </a:cubicBezTo>
                        <a:cubicBezTo>
                          <a:pt x="24964" y="2430"/>
                          <a:pt x="25953" y="3240"/>
                          <a:pt x="26808" y="4207"/>
                        </a:cubicBezTo>
                        <a:cubicBezTo>
                          <a:pt x="27662" y="5174"/>
                          <a:pt x="28315" y="6321"/>
                          <a:pt x="28787" y="7670"/>
                        </a:cubicBezTo>
                        <a:cubicBezTo>
                          <a:pt x="29259" y="8997"/>
                          <a:pt x="29484" y="10549"/>
                          <a:pt x="29484" y="12303"/>
                        </a:cubicBezTo>
                        <a:cubicBezTo>
                          <a:pt x="29484" y="14530"/>
                          <a:pt x="29102" y="16464"/>
                          <a:pt x="28360" y="18083"/>
                        </a:cubicBezTo>
                        <a:cubicBezTo>
                          <a:pt x="27595" y="19702"/>
                          <a:pt x="26560" y="21029"/>
                          <a:pt x="25256" y="22086"/>
                        </a:cubicBezTo>
                        <a:cubicBezTo>
                          <a:pt x="23951" y="23121"/>
                          <a:pt x="22400" y="23908"/>
                          <a:pt x="20623" y="24403"/>
                        </a:cubicBezTo>
                        <a:cubicBezTo>
                          <a:pt x="18846" y="24897"/>
                          <a:pt x="16935" y="25167"/>
                          <a:pt x="14866" y="25167"/>
                        </a:cubicBezTo>
                        <a:cubicBezTo>
                          <a:pt x="12797" y="25167"/>
                          <a:pt x="10885" y="24875"/>
                          <a:pt x="9086" y="24268"/>
                        </a:cubicBezTo>
                        <a:cubicBezTo>
                          <a:pt x="7287" y="23683"/>
                          <a:pt x="5712" y="22828"/>
                          <a:pt x="4363" y="21726"/>
                        </a:cubicBezTo>
                        <a:cubicBezTo>
                          <a:pt x="3014" y="20624"/>
                          <a:pt x="1957" y="19297"/>
                          <a:pt x="1170" y="17701"/>
                        </a:cubicBezTo>
                        <a:cubicBezTo>
                          <a:pt x="405" y="16126"/>
                          <a:pt x="0" y="14327"/>
                          <a:pt x="0" y="12303"/>
                        </a:cubicBezTo>
                        <a:cubicBezTo>
                          <a:pt x="0" y="8457"/>
                          <a:pt x="1327" y="5421"/>
                          <a:pt x="3958" y="3240"/>
                        </a:cubicBezTo>
                        <a:cubicBezTo>
                          <a:pt x="6612" y="1036"/>
                          <a:pt x="10435" y="-44"/>
                          <a:pt x="15473" y="1"/>
                        </a:cubicBezTo>
                        <a:lnTo>
                          <a:pt x="15473" y="21704"/>
                        </a:lnTo>
                        <a:close/>
                        <a:moveTo>
                          <a:pt x="12774" y="3420"/>
                        </a:moveTo>
                        <a:cubicBezTo>
                          <a:pt x="11402" y="3420"/>
                          <a:pt x="10120" y="3600"/>
                          <a:pt x="8906" y="3982"/>
                        </a:cubicBezTo>
                        <a:cubicBezTo>
                          <a:pt x="7692" y="4364"/>
                          <a:pt x="6657" y="4927"/>
                          <a:pt x="5780" y="5646"/>
                        </a:cubicBezTo>
                        <a:cubicBezTo>
                          <a:pt x="4903" y="6388"/>
                          <a:pt x="4206" y="7310"/>
                          <a:pt x="3666" y="8435"/>
                        </a:cubicBezTo>
                        <a:cubicBezTo>
                          <a:pt x="3149" y="9559"/>
                          <a:pt x="2879" y="10819"/>
                          <a:pt x="2879" y="12258"/>
                        </a:cubicBezTo>
                        <a:cubicBezTo>
                          <a:pt x="2879" y="13697"/>
                          <a:pt x="3149" y="14957"/>
                          <a:pt x="3688" y="16059"/>
                        </a:cubicBezTo>
                        <a:cubicBezTo>
                          <a:pt x="4228" y="17161"/>
                          <a:pt x="4948" y="18083"/>
                          <a:pt x="5848" y="18870"/>
                        </a:cubicBezTo>
                        <a:cubicBezTo>
                          <a:pt x="6747" y="19635"/>
                          <a:pt x="7782" y="20264"/>
                          <a:pt x="8974" y="20737"/>
                        </a:cubicBezTo>
                        <a:cubicBezTo>
                          <a:pt x="10165" y="21209"/>
                          <a:pt x="11425" y="21501"/>
                          <a:pt x="12752" y="21659"/>
                        </a:cubicBezTo>
                        <a:lnTo>
                          <a:pt x="12752" y="3420"/>
                        </a:lnTo>
                        <a:close/>
                      </a:path>
                    </a:pathLst>
                  </a:custGeom>
                  <a:solidFill>
                    <a:srgbClr val="231F20"/>
                  </a:solidFill>
                  <a:ln w="2249"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8238F113-77E8-AFD1-4680-D496B973A9E5}"/>
                      </a:ext>
                    </a:extLst>
                  </p:cNvPr>
                  <p:cNvSpPr/>
                  <p:nvPr/>
                </p:nvSpPr>
                <p:spPr>
                  <a:xfrm>
                    <a:off x="3273626" y="2435478"/>
                    <a:ext cx="36500" cy="12616"/>
                  </a:xfrm>
                  <a:custGeom>
                    <a:avLst/>
                    <a:gdLst>
                      <a:gd name="connsiteX0" fmla="*/ 35848 w 36500"/>
                      <a:gd name="connsiteY0" fmla="*/ 0 h 12616"/>
                      <a:gd name="connsiteX1" fmla="*/ 36231 w 36500"/>
                      <a:gd name="connsiteY1" fmla="*/ 1574 h 12616"/>
                      <a:gd name="connsiteX2" fmla="*/ 36501 w 36500"/>
                      <a:gd name="connsiteY2" fmla="*/ 3733 h 12616"/>
                      <a:gd name="connsiteX3" fmla="*/ 35286 w 36500"/>
                      <a:gd name="connsiteY3" fmla="*/ 7422 h 12616"/>
                      <a:gd name="connsiteX4" fmla="*/ 30945 w 36500"/>
                      <a:gd name="connsiteY4" fmla="*/ 8681 h 12616"/>
                      <a:gd name="connsiteX5" fmla="*/ 10480 w 36500"/>
                      <a:gd name="connsiteY5" fmla="*/ 8681 h 12616"/>
                      <a:gd name="connsiteX6" fmla="*/ 10480 w 36500"/>
                      <a:gd name="connsiteY6" fmla="*/ 12617 h 12616"/>
                      <a:gd name="connsiteX7" fmla="*/ 7781 w 36500"/>
                      <a:gd name="connsiteY7" fmla="*/ 12617 h 12616"/>
                      <a:gd name="connsiteX8" fmla="*/ 7781 w 36500"/>
                      <a:gd name="connsiteY8" fmla="*/ 8681 h 12616"/>
                      <a:gd name="connsiteX9" fmla="*/ 0 w 36500"/>
                      <a:gd name="connsiteY9" fmla="*/ 8681 h 12616"/>
                      <a:gd name="connsiteX10" fmla="*/ 0 w 36500"/>
                      <a:gd name="connsiteY10" fmla="*/ 5442 h 12616"/>
                      <a:gd name="connsiteX11" fmla="*/ 7781 w 36500"/>
                      <a:gd name="connsiteY11" fmla="*/ 5442 h 12616"/>
                      <a:gd name="connsiteX12" fmla="*/ 7781 w 36500"/>
                      <a:gd name="connsiteY12" fmla="*/ 202 h 12616"/>
                      <a:gd name="connsiteX13" fmla="*/ 10480 w 36500"/>
                      <a:gd name="connsiteY13" fmla="*/ 202 h 12616"/>
                      <a:gd name="connsiteX14" fmla="*/ 10480 w 36500"/>
                      <a:gd name="connsiteY14" fmla="*/ 5442 h 12616"/>
                      <a:gd name="connsiteX15" fmla="*/ 29641 w 36500"/>
                      <a:gd name="connsiteY15" fmla="*/ 5442 h 12616"/>
                      <a:gd name="connsiteX16" fmla="*/ 31418 w 36500"/>
                      <a:gd name="connsiteY16" fmla="*/ 5397 h 12616"/>
                      <a:gd name="connsiteX17" fmla="*/ 32655 w 36500"/>
                      <a:gd name="connsiteY17" fmla="*/ 5083 h 12616"/>
                      <a:gd name="connsiteX18" fmla="*/ 33352 w 36500"/>
                      <a:gd name="connsiteY18" fmla="*/ 4251 h 12616"/>
                      <a:gd name="connsiteX19" fmla="*/ 33577 w 36500"/>
                      <a:gd name="connsiteY19" fmla="*/ 2654 h 12616"/>
                      <a:gd name="connsiteX20" fmla="*/ 33464 w 36500"/>
                      <a:gd name="connsiteY20" fmla="*/ 1327 h 12616"/>
                      <a:gd name="connsiteX21" fmla="*/ 33194 w 36500"/>
                      <a:gd name="connsiteY21" fmla="*/ 0 h 12616"/>
                      <a:gd name="connsiteX22" fmla="*/ 35848 w 36500"/>
                      <a:gd name="connsiteY22" fmla="*/ 0 h 1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500" h="12616">
                        <a:moveTo>
                          <a:pt x="35848" y="0"/>
                        </a:moveTo>
                        <a:cubicBezTo>
                          <a:pt x="35916" y="405"/>
                          <a:pt x="36051" y="922"/>
                          <a:pt x="36231" y="1574"/>
                        </a:cubicBezTo>
                        <a:cubicBezTo>
                          <a:pt x="36411" y="2226"/>
                          <a:pt x="36501" y="2946"/>
                          <a:pt x="36501" y="3733"/>
                        </a:cubicBezTo>
                        <a:cubicBezTo>
                          <a:pt x="36501" y="5352"/>
                          <a:pt x="36096" y="6589"/>
                          <a:pt x="35286" y="7422"/>
                        </a:cubicBezTo>
                        <a:cubicBezTo>
                          <a:pt x="34476" y="8254"/>
                          <a:pt x="33037" y="8681"/>
                          <a:pt x="30945" y="8681"/>
                        </a:cubicBezTo>
                        <a:lnTo>
                          <a:pt x="10480" y="8681"/>
                        </a:lnTo>
                        <a:lnTo>
                          <a:pt x="10480" y="12617"/>
                        </a:lnTo>
                        <a:lnTo>
                          <a:pt x="7781" y="12617"/>
                        </a:lnTo>
                        <a:lnTo>
                          <a:pt x="7781" y="8681"/>
                        </a:lnTo>
                        <a:lnTo>
                          <a:pt x="0" y="8681"/>
                        </a:lnTo>
                        <a:lnTo>
                          <a:pt x="0" y="5442"/>
                        </a:lnTo>
                        <a:lnTo>
                          <a:pt x="7781" y="5442"/>
                        </a:lnTo>
                        <a:lnTo>
                          <a:pt x="7781" y="202"/>
                        </a:lnTo>
                        <a:lnTo>
                          <a:pt x="10480" y="202"/>
                        </a:lnTo>
                        <a:lnTo>
                          <a:pt x="10480" y="5442"/>
                        </a:lnTo>
                        <a:lnTo>
                          <a:pt x="29641" y="5442"/>
                        </a:lnTo>
                        <a:cubicBezTo>
                          <a:pt x="30316" y="5442"/>
                          <a:pt x="30923" y="5442"/>
                          <a:pt x="31418" y="5397"/>
                        </a:cubicBezTo>
                        <a:cubicBezTo>
                          <a:pt x="31913" y="5352"/>
                          <a:pt x="32340" y="5263"/>
                          <a:pt x="32655" y="5083"/>
                        </a:cubicBezTo>
                        <a:cubicBezTo>
                          <a:pt x="32970" y="4903"/>
                          <a:pt x="33217" y="4633"/>
                          <a:pt x="33352" y="4251"/>
                        </a:cubicBezTo>
                        <a:cubicBezTo>
                          <a:pt x="33487" y="3868"/>
                          <a:pt x="33577" y="3351"/>
                          <a:pt x="33577" y="2654"/>
                        </a:cubicBezTo>
                        <a:cubicBezTo>
                          <a:pt x="33577" y="2226"/>
                          <a:pt x="33532" y="1777"/>
                          <a:pt x="33464" y="1327"/>
                        </a:cubicBezTo>
                        <a:cubicBezTo>
                          <a:pt x="33397" y="877"/>
                          <a:pt x="33307" y="427"/>
                          <a:pt x="33194" y="0"/>
                        </a:cubicBezTo>
                        <a:lnTo>
                          <a:pt x="35848" y="0"/>
                        </a:lnTo>
                        <a:close/>
                      </a:path>
                    </a:pathLst>
                  </a:custGeom>
                  <a:solidFill>
                    <a:srgbClr val="231F20"/>
                  </a:solidFill>
                  <a:ln w="2249" cap="flat">
                    <a:noFill/>
                    <a:prstDash val="solid"/>
                    <a:miter/>
                  </a:ln>
                </p:spPr>
                <p:txBody>
                  <a:bodyPr rtlCol="0" anchor="ctr"/>
                  <a:lstStyle/>
                  <a:p>
                    <a:endParaRPr lang="en-US"/>
                  </a:p>
                </p:txBody>
              </p:sp>
              <p:sp>
                <p:nvSpPr>
                  <p:cNvPr id="3456" name="Freeform 3455">
                    <a:extLst>
                      <a:ext uri="{FF2B5EF4-FFF2-40B4-BE49-F238E27FC236}">
                        <a16:creationId xmlns:a16="http://schemas.microsoft.com/office/drawing/2014/main" id="{2BA10A4B-5847-1615-3AD4-653D8FC8C6A8}"/>
                      </a:ext>
                    </a:extLst>
                  </p:cNvPr>
                  <p:cNvSpPr/>
                  <p:nvPr/>
                </p:nvSpPr>
                <p:spPr>
                  <a:xfrm>
                    <a:off x="3273626" y="2420477"/>
                    <a:ext cx="36500" cy="12616"/>
                  </a:xfrm>
                  <a:custGeom>
                    <a:avLst/>
                    <a:gdLst>
                      <a:gd name="connsiteX0" fmla="*/ 35848 w 36500"/>
                      <a:gd name="connsiteY0" fmla="*/ 0 h 12616"/>
                      <a:gd name="connsiteX1" fmla="*/ 36231 w 36500"/>
                      <a:gd name="connsiteY1" fmla="*/ 1574 h 12616"/>
                      <a:gd name="connsiteX2" fmla="*/ 36501 w 36500"/>
                      <a:gd name="connsiteY2" fmla="*/ 3733 h 12616"/>
                      <a:gd name="connsiteX3" fmla="*/ 35286 w 36500"/>
                      <a:gd name="connsiteY3" fmla="*/ 7422 h 12616"/>
                      <a:gd name="connsiteX4" fmla="*/ 30945 w 36500"/>
                      <a:gd name="connsiteY4" fmla="*/ 8681 h 12616"/>
                      <a:gd name="connsiteX5" fmla="*/ 10480 w 36500"/>
                      <a:gd name="connsiteY5" fmla="*/ 8681 h 12616"/>
                      <a:gd name="connsiteX6" fmla="*/ 10480 w 36500"/>
                      <a:gd name="connsiteY6" fmla="*/ 12617 h 12616"/>
                      <a:gd name="connsiteX7" fmla="*/ 7781 w 36500"/>
                      <a:gd name="connsiteY7" fmla="*/ 12617 h 12616"/>
                      <a:gd name="connsiteX8" fmla="*/ 7781 w 36500"/>
                      <a:gd name="connsiteY8" fmla="*/ 8681 h 12616"/>
                      <a:gd name="connsiteX9" fmla="*/ 0 w 36500"/>
                      <a:gd name="connsiteY9" fmla="*/ 8681 h 12616"/>
                      <a:gd name="connsiteX10" fmla="*/ 0 w 36500"/>
                      <a:gd name="connsiteY10" fmla="*/ 5442 h 12616"/>
                      <a:gd name="connsiteX11" fmla="*/ 7781 w 36500"/>
                      <a:gd name="connsiteY11" fmla="*/ 5442 h 12616"/>
                      <a:gd name="connsiteX12" fmla="*/ 7781 w 36500"/>
                      <a:gd name="connsiteY12" fmla="*/ 202 h 12616"/>
                      <a:gd name="connsiteX13" fmla="*/ 10480 w 36500"/>
                      <a:gd name="connsiteY13" fmla="*/ 202 h 12616"/>
                      <a:gd name="connsiteX14" fmla="*/ 10480 w 36500"/>
                      <a:gd name="connsiteY14" fmla="*/ 5442 h 12616"/>
                      <a:gd name="connsiteX15" fmla="*/ 29641 w 36500"/>
                      <a:gd name="connsiteY15" fmla="*/ 5442 h 12616"/>
                      <a:gd name="connsiteX16" fmla="*/ 31418 w 36500"/>
                      <a:gd name="connsiteY16" fmla="*/ 5397 h 12616"/>
                      <a:gd name="connsiteX17" fmla="*/ 32655 w 36500"/>
                      <a:gd name="connsiteY17" fmla="*/ 5083 h 12616"/>
                      <a:gd name="connsiteX18" fmla="*/ 33352 w 36500"/>
                      <a:gd name="connsiteY18" fmla="*/ 4251 h 12616"/>
                      <a:gd name="connsiteX19" fmla="*/ 33577 w 36500"/>
                      <a:gd name="connsiteY19" fmla="*/ 2654 h 12616"/>
                      <a:gd name="connsiteX20" fmla="*/ 33464 w 36500"/>
                      <a:gd name="connsiteY20" fmla="*/ 1327 h 12616"/>
                      <a:gd name="connsiteX21" fmla="*/ 33194 w 36500"/>
                      <a:gd name="connsiteY21" fmla="*/ 0 h 12616"/>
                      <a:gd name="connsiteX22" fmla="*/ 35848 w 36500"/>
                      <a:gd name="connsiteY22" fmla="*/ 0 h 1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500" h="12616">
                        <a:moveTo>
                          <a:pt x="35848" y="0"/>
                        </a:moveTo>
                        <a:cubicBezTo>
                          <a:pt x="35916" y="405"/>
                          <a:pt x="36051" y="922"/>
                          <a:pt x="36231" y="1574"/>
                        </a:cubicBezTo>
                        <a:cubicBezTo>
                          <a:pt x="36411" y="2226"/>
                          <a:pt x="36501" y="2946"/>
                          <a:pt x="36501" y="3733"/>
                        </a:cubicBezTo>
                        <a:cubicBezTo>
                          <a:pt x="36501" y="5352"/>
                          <a:pt x="36096" y="6589"/>
                          <a:pt x="35286" y="7422"/>
                        </a:cubicBezTo>
                        <a:cubicBezTo>
                          <a:pt x="34476" y="8254"/>
                          <a:pt x="33037" y="8681"/>
                          <a:pt x="30945" y="8681"/>
                        </a:cubicBezTo>
                        <a:lnTo>
                          <a:pt x="10480" y="8681"/>
                        </a:lnTo>
                        <a:lnTo>
                          <a:pt x="10480" y="12617"/>
                        </a:lnTo>
                        <a:lnTo>
                          <a:pt x="7781" y="12617"/>
                        </a:lnTo>
                        <a:lnTo>
                          <a:pt x="7781" y="8681"/>
                        </a:lnTo>
                        <a:lnTo>
                          <a:pt x="0" y="8681"/>
                        </a:lnTo>
                        <a:lnTo>
                          <a:pt x="0" y="5442"/>
                        </a:lnTo>
                        <a:lnTo>
                          <a:pt x="7781" y="5442"/>
                        </a:lnTo>
                        <a:lnTo>
                          <a:pt x="7781" y="202"/>
                        </a:lnTo>
                        <a:lnTo>
                          <a:pt x="10480" y="202"/>
                        </a:lnTo>
                        <a:lnTo>
                          <a:pt x="10480" y="5442"/>
                        </a:lnTo>
                        <a:lnTo>
                          <a:pt x="29641" y="5442"/>
                        </a:lnTo>
                        <a:cubicBezTo>
                          <a:pt x="30316" y="5442"/>
                          <a:pt x="30923" y="5442"/>
                          <a:pt x="31418" y="5397"/>
                        </a:cubicBezTo>
                        <a:cubicBezTo>
                          <a:pt x="31913" y="5352"/>
                          <a:pt x="32340" y="5263"/>
                          <a:pt x="32655" y="5083"/>
                        </a:cubicBezTo>
                        <a:cubicBezTo>
                          <a:pt x="32970" y="4903"/>
                          <a:pt x="33217" y="4633"/>
                          <a:pt x="33352" y="4251"/>
                        </a:cubicBezTo>
                        <a:cubicBezTo>
                          <a:pt x="33487" y="3868"/>
                          <a:pt x="33577" y="3351"/>
                          <a:pt x="33577" y="2654"/>
                        </a:cubicBezTo>
                        <a:cubicBezTo>
                          <a:pt x="33577" y="2226"/>
                          <a:pt x="33532" y="1777"/>
                          <a:pt x="33464" y="1327"/>
                        </a:cubicBezTo>
                        <a:cubicBezTo>
                          <a:pt x="33397" y="877"/>
                          <a:pt x="33307" y="427"/>
                          <a:pt x="33194" y="0"/>
                        </a:cubicBezTo>
                        <a:lnTo>
                          <a:pt x="35848" y="0"/>
                        </a:lnTo>
                        <a:close/>
                      </a:path>
                    </a:pathLst>
                  </a:custGeom>
                  <a:solidFill>
                    <a:srgbClr val="231F20"/>
                  </a:solidFill>
                  <a:ln w="2249" cap="flat">
                    <a:noFill/>
                    <a:prstDash val="solid"/>
                    <a:miter/>
                  </a:ln>
                </p:spPr>
                <p:txBody>
                  <a:bodyPr rtlCol="0" anchor="ctr"/>
                  <a:lstStyle/>
                  <a:p>
                    <a:endParaRPr lang="en-US"/>
                  </a:p>
                </p:txBody>
              </p:sp>
              <p:sp>
                <p:nvSpPr>
                  <p:cNvPr id="3457" name="Freeform 3456">
                    <a:extLst>
                      <a:ext uri="{FF2B5EF4-FFF2-40B4-BE49-F238E27FC236}">
                        <a16:creationId xmlns:a16="http://schemas.microsoft.com/office/drawing/2014/main" id="{6BE67D5E-80A1-12F0-07F7-C31BBCB0E9BB}"/>
                      </a:ext>
                    </a:extLst>
                  </p:cNvPr>
                  <p:cNvSpPr/>
                  <p:nvPr/>
                </p:nvSpPr>
                <p:spPr>
                  <a:xfrm>
                    <a:off x="3280665" y="2391644"/>
                    <a:ext cx="29484" cy="25167"/>
                  </a:xfrm>
                  <a:custGeom>
                    <a:avLst/>
                    <a:gdLst>
                      <a:gd name="connsiteX0" fmla="*/ 15473 w 29484"/>
                      <a:gd name="connsiteY0" fmla="*/ 21659 h 25167"/>
                      <a:gd name="connsiteX1" fmla="*/ 19768 w 29484"/>
                      <a:gd name="connsiteY1" fmla="*/ 21074 h 25167"/>
                      <a:gd name="connsiteX2" fmla="*/ 23277 w 29484"/>
                      <a:gd name="connsiteY2" fmla="*/ 19320 h 25167"/>
                      <a:gd name="connsiteX3" fmla="*/ 25661 w 29484"/>
                      <a:gd name="connsiteY3" fmla="*/ 16374 h 25167"/>
                      <a:gd name="connsiteX4" fmla="*/ 26560 w 29484"/>
                      <a:gd name="connsiteY4" fmla="*/ 12281 h 25167"/>
                      <a:gd name="connsiteX5" fmla="*/ 24896 w 29484"/>
                      <a:gd name="connsiteY5" fmla="*/ 6838 h 25167"/>
                      <a:gd name="connsiteX6" fmla="*/ 20151 w 29484"/>
                      <a:gd name="connsiteY6" fmla="*/ 3825 h 25167"/>
                      <a:gd name="connsiteX7" fmla="*/ 20151 w 29484"/>
                      <a:gd name="connsiteY7" fmla="*/ 204 h 25167"/>
                      <a:gd name="connsiteX8" fmla="*/ 23839 w 29484"/>
                      <a:gd name="connsiteY8" fmla="*/ 1778 h 25167"/>
                      <a:gd name="connsiteX9" fmla="*/ 26808 w 29484"/>
                      <a:gd name="connsiteY9" fmla="*/ 4207 h 25167"/>
                      <a:gd name="connsiteX10" fmla="*/ 28787 w 29484"/>
                      <a:gd name="connsiteY10" fmla="*/ 7670 h 25167"/>
                      <a:gd name="connsiteX11" fmla="*/ 29484 w 29484"/>
                      <a:gd name="connsiteY11" fmla="*/ 12303 h 25167"/>
                      <a:gd name="connsiteX12" fmla="*/ 28360 w 29484"/>
                      <a:gd name="connsiteY12" fmla="*/ 18083 h 25167"/>
                      <a:gd name="connsiteX13" fmla="*/ 25256 w 29484"/>
                      <a:gd name="connsiteY13" fmla="*/ 22086 h 25167"/>
                      <a:gd name="connsiteX14" fmla="*/ 20623 w 29484"/>
                      <a:gd name="connsiteY14" fmla="*/ 24403 h 25167"/>
                      <a:gd name="connsiteX15" fmla="*/ 14866 w 29484"/>
                      <a:gd name="connsiteY15" fmla="*/ 25167 h 25167"/>
                      <a:gd name="connsiteX16" fmla="*/ 9086 w 29484"/>
                      <a:gd name="connsiteY16" fmla="*/ 24268 h 25167"/>
                      <a:gd name="connsiteX17" fmla="*/ 4363 w 29484"/>
                      <a:gd name="connsiteY17" fmla="*/ 21726 h 25167"/>
                      <a:gd name="connsiteX18" fmla="*/ 1170 w 29484"/>
                      <a:gd name="connsiteY18" fmla="*/ 17701 h 25167"/>
                      <a:gd name="connsiteX19" fmla="*/ 0 w 29484"/>
                      <a:gd name="connsiteY19" fmla="*/ 12303 h 25167"/>
                      <a:gd name="connsiteX20" fmla="*/ 3958 w 29484"/>
                      <a:gd name="connsiteY20" fmla="*/ 3240 h 25167"/>
                      <a:gd name="connsiteX21" fmla="*/ 15473 w 29484"/>
                      <a:gd name="connsiteY21" fmla="*/ 1 h 25167"/>
                      <a:gd name="connsiteX22" fmla="*/ 15473 w 29484"/>
                      <a:gd name="connsiteY22" fmla="*/ 21704 h 25167"/>
                      <a:gd name="connsiteX23" fmla="*/ 12774 w 29484"/>
                      <a:gd name="connsiteY23" fmla="*/ 3420 h 25167"/>
                      <a:gd name="connsiteX24" fmla="*/ 8906 w 29484"/>
                      <a:gd name="connsiteY24" fmla="*/ 3982 h 25167"/>
                      <a:gd name="connsiteX25" fmla="*/ 5780 w 29484"/>
                      <a:gd name="connsiteY25" fmla="*/ 5646 h 25167"/>
                      <a:gd name="connsiteX26" fmla="*/ 3666 w 29484"/>
                      <a:gd name="connsiteY26" fmla="*/ 8435 h 25167"/>
                      <a:gd name="connsiteX27" fmla="*/ 2879 w 29484"/>
                      <a:gd name="connsiteY27" fmla="*/ 12258 h 25167"/>
                      <a:gd name="connsiteX28" fmla="*/ 3688 w 29484"/>
                      <a:gd name="connsiteY28" fmla="*/ 16059 h 25167"/>
                      <a:gd name="connsiteX29" fmla="*/ 5848 w 29484"/>
                      <a:gd name="connsiteY29" fmla="*/ 18870 h 25167"/>
                      <a:gd name="connsiteX30" fmla="*/ 8974 w 29484"/>
                      <a:gd name="connsiteY30" fmla="*/ 20737 h 25167"/>
                      <a:gd name="connsiteX31" fmla="*/ 12752 w 29484"/>
                      <a:gd name="connsiteY31" fmla="*/ 21659 h 25167"/>
                      <a:gd name="connsiteX32" fmla="*/ 12752 w 29484"/>
                      <a:gd name="connsiteY32" fmla="*/ 3420 h 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484" h="25167">
                        <a:moveTo>
                          <a:pt x="15473" y="21659"/>
                        </a:moveTo>
                        <a:cubicBezTo>
                          <a:pt x="16980" y="21659"/>
                          <a:pt x="18419" y="21456"/>
                          <a:pt x="19768" y="21074"/>
                        </a:cubicBezTo>
                        <a:cubicBezTo>
                          <a:pt x="21118" y="20669"/>
                          <a:pt x="22287" y="20085"/>
                          <a:pt x="23277" y="19320"/>
                        </a:cubicBezTo>
                        <a:cubicBezTo>
                          <a:pt x="24266" y="18555"/>
                          <a:pt x="25053" y="17566"/>
                          <a:pt x="25661" y="16374"/>
                        </a:cubicBezTo>
                        <a:cubicBezTo>
                          <a:pt x="26245" y="15182"/>
                          <a:pt x="26560" y="13810"/>
                          <a:pt x="26560" y="12281"/>
                        </a:cubicBezTo>
                        <a:cubicBezTo>
                          <a:pt x="26560" y="10167"/>
                          <a:pt x="25998" y="8345"/>
                          <a:pt x="24896" y="6838"/>
                        </a:cubicBezTo>
                        <a:cubicBezTo>
                          <a:pt x="23772" y="5331"/>
                          <a:pt x="22197" y="4319"/>
                          <a:pt x="20151" y="3825"/>
                        </a:cubicBezTo>
                        <a:lnTo>
                          <a:pt x="20151" y="204"/>
                        </a:lnTo>
                        <a:cubicBezTo>
                          <a:pt x="21478" y="609"/>
                          <a:pt x="22715" y="1126"/>
                          <a:pt x="23839" y="1778"/>
                        </a:cubicBezTo>
                        <a:cubicBezTo>
                          <a:pt x="24964" y="2430"/>
                          <a:pt x="25953" y="3240"/>
                          <a:pt x="26808" y="4207"/>
                        </a:cubicBezTo>
                        <a:cubicBezTo>
                          <a:pt x="27662" y="5174"/>
                          <a:pt x="28315" y="6321"/>
                          <a:pt x="28787" y="7670"/>
                        </a:cubicBezTo>
                        <a:cubicBezTo>
                          <a:pt x="29259" y="8997"/>
                          <a:pt x="29484" y="10549"/>
                          <a:pt x="29484" y="12303"/>
                        </a:cubicBezTo>
                        <a:cubicBezTo>
                          <a:pt x="29484" y="14530"/>
                          <a:pt x="29102" y="16464"/>
                          <a:pt x="28360" y="18083"/>
                        </a:cubicBezTo>
                        <a:cubicBezTo>
                          <a:pt x="27595" y="19702"/>
                          <a:pt x="26560" y="21029"/>
                          <a:pt x="25256" y="22086"/>
                        </a:cubicBezTo>
                        <a:cubicBezTo>
                          <a:pt x="23951" y="23121"/>
                          <a:pt x="22400" y="23908"/>
                          <a:pt x="20623" y="24403"/>
                        </a:cubicBezTo>
                        <a:cubicBezTo>
                          <a:pt x="18846" y="24897"/>
                          <a:pt x="16935" y="25167"/>
                          <a:pt x="14866" y="25167"/>
                        </a:cubicBezTo>
                        <a:cubicBezTo>
                          <a:pt x="12797" y="25167"/>
                          <a:pt x="10885" y="24875"/>
                          <a:pt x="9086" y="24268"/>
                        </a:cubicBezTo>
                        <a:cubicBezTo>
                          <a:pt x="7287" y="23683"/>
                          <a:pt x="5712" y="22828"/>
                          <a:pt x="4363" y="21726"/>
                        </a:cubicBezTo>
                        <a:cubicBezTo>
                          <a:pt x="3014" y="20624"/>
                          <a:pt x="1957" y="19297"/>
                          <a:pt x="1170" y="17701"/>
                        </a:cubicBezTo>
                        <a:cubicBezTo>
                          <a:pt x="405" y="16126"/>
                          <a:pt x="0" y="14327"/>
                          <a:pt x="0" y="12303"/>
                        </a:cubicBezTo>
                        <a:cubicBezTo>
                          <a:pt x="0" y="8457"/>
                          <a:pt x="1327" y="5421"/>
                          <a:pt x="3958" y="3240"/>
                        </a:cubicBezTo>
                        <a:cubicBezTo>
                          <a:pt x="6612" y="1036"/>
                          <a:pt x="10435" y="-44"/>
                          <a:pt x="15473" y="1"/>
                        </a:cubicBezTo>
                        <a:lnTo>
                          <a:pt x="15473" y="21704"/>
                        </a:lnTo>
                        <a:close/>
                        <a:moveTo>
                          <a:pt x="12774" y="3420"/>
                        </a:moveTo>
                        <a:cubicBezTo>
                          <a:pt x="11402" y="3420"/>
                          <a:pt x="10120" y="3600"/>
                          <a:pt x="8906" y="3982"/>
                        </a:cubicBezTo>
                        <a:cubicBezTo>
                          <a:pt x="7692" y="4364"/>
                          <a:pt x="6657" y="4927"/>
                          <a:pt x="5780" y="5646"/>
                        </a:cubicBezTo>
                        <a:cubicBezTo>
                          <a:pt x="4903" y="6388"/>
                          <a:pt x="4206" y="7310"/>
                          <a:pt x="3666" y="8435"/>
                        </a:cubicBezTo>
                        <a:cubicBezTo>
                          <a:pt x="3149" y="9559"/>
                          <a:pt x="2879" y="10819"/>
                          <a:pt x="2879" y="12258"/>
                        </a:cubicBezTo>
                        <a:cubicBezTo>
                          <a:pt x="2879" y="13697"/>
                          <a:pt x="3149" y="14957"/>
                          <a:pt x="3688" y="16059"/>
                        </a:cubicBezTo>
                        <a:cubicBezTo>
                          <a:pt x="4228" y="17161"/>
                          <a:pt x="4948" y="18083"/>
                          <a:pt x="5848" y="18870"/>
                        </a:cubicBezTo>
                        <a:cubicBezTo>
                          <a:pt x="6747" y="19635"/>
                          <a:pt x="7782" y="20264"/>
                          <a:pt x="8974" y="20737"/>
                        </a:cubicBezTo>
                        <a:cubicBezTo>
                          <a:pt x="10165" y="21209"/>
                          <a:pt x="11425" y="21501"/>
                          <a:pt x="12752" y="21659"/>
                        </a:cubicBezTo>
                        <a:lnTo>
                          <a:pt x="12752" y="3420"/>
                        </a:lnTo>
                        <a:close/>
                      </a:path>
                    </a:pathLst>
                  </a:custGeom>
                  <a:solidFill>
                    <a:srgbClr val="231F20"/>
                  </a:solidFill>
                  <a:ln w="2249" cap="flat">
                    <a:noFill/>
                    <a:prstDash val="solid"/>
                    <a:miter/>
                  </a:ln>
                </p:spPr>
                <p:txBody>
                  <a:bodyPr rtlCol="0" anchor="ctr"/>
                  <a:lstStyle/>
                  <a:p>
                    <a:endParaRPr lang="en-US"/>
                  </a:p>
                </p:txBody>
              </p:sp>
              <p:sp>
                <p:nvSpPr>
                  <p:cNvPr id="3458" name="Freeform 3457">
                    <a:extLst>
                      <a:ext uri="{FF2B5EF4-FFF2-40B4-BE49-F238E27FC236}">
                        <a16:creationId xmlns:a16="http://schemas.microsoft.com/office/drawing/2014/main" id="{E2C6BD75-7094-0E32-ECA2-3226F50904D9}"/>
                      </a:ext>
                    </a:extLst>
                  </p:cNvPr>
                  <p:cNvSpPr/>
                  <p:nvPr/>
                </p:nvSpPr>
                <p:spPr>
                  <a:xfrm>
                    <a:off x="3280642" y="2372642"/>
                    <a:ext cx="28718" cy="12481"/>
                  </a:xfrm>
                  <a:custGeom>
                    <a:avLst/>
                    <a:gdLst>
                      <a:gd name="connsiteX0" fmla="*/ 28719 w 28718"/>
                      <a:gd name="connsiteY0" fmla="*/ 9243 h 12481"/>
                      <a:gd name="connsiteX1" fmla="*/ 28719 w 28718"/>
                      <a:gd name="connsiteY1" fmla="*/ 12482 h 12481"/>
                      <a:gd name="connsiteX2" fmla="*/ 765 w 28718"/>
                      <a:gd name="connsiteY2" fmla="*/ 12482 h 12481"/>
                      <a:gd name="connsiteX3" fmla="*/ 765 w 28718"/>
                      <a:gd name="connsiteY3" fmla="*/ 9243 h 12481"/>
                      <a:gd name="connsiteX4" fmla="*/ 6005 w 28718"/>
                      <a:gd name="connsiteY4" fmla="*/ 9243 h 12481"/>
                      <a:gd name="connsiteX5" fmla="*/ 6005 w 28718"/>
                      <a:gd name="connsiteY5" fmla="*/ 9131 h 12481"/>
                      <a:gd name="connsiteX6" fmla="*/ 1327 w 28718"/>
                      <a:gd name="connsiteY6" fmla="*/ 5645 h 12481"/>
                      <a:gd name="connsiteX7" fmla="*/ 0 w 28718"/>
                      <a:gd name="connsiteY7" fmla="*/ 0 h 12481"/>
                      <a:gd name="connsiteX8" fmla="*/ 3508 w 28718"/>
                      <a:gd name="connsiteY8" fmla="*/ 0 h 12481"/>
                      <a:gd name="connsiteX9" fmla="*/ 4363 w 28718"/>
                      <a:gd name="connsiteY9" fmla="*/ 4543 h 12481"/>
                      <a:gd name="connsiteX10" fmla="*/ 6837 w 28718"/>
                      <a:gd name="connsiteY10" fmla="*/ 7377 h 12481"/>
                      <a:gd name="connsiteX11" fmla="*/ 10525 w 28718"/>
                      <a:gd name="connsiteY11" fmla="*/ 8838 h 12481"/>
                      <a:gd name="connsiteX12" fmla="*/ 14978 w 28718"/>
                      <a:gd name="connsiteY12" fmla="*/ 9243 h 12481"/>
                      <a:gd name="connsiteX13" fmla="*/ 28696 w 28718"/>
                      <a:gd name="connsiteY13" fmla="*/ 9243 h 1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18" h="12481">
                        <a:moveTo>
                          <a:pt x="28719" y="9243"/>
                        </a:moveTo>
                        <a:lnTo>
                          <a:pt x="28719" y="12482"/>
                        </a:lnTo>
                        <a:lnTo>
                          <a:pt x="765" y="12482"/>
                        </a:lnTo>
                        <a:lnTo>
                          <a:pt x="765" y="9243"/>
                        </a:lnTo>
                        <a:lnTo>
                          <a:pt x="6005" y="9243"/>
                        </a:lnTo>
                        <a:lnTo>
                          <a:pt x="6005" y="9131"/>
                        </a:lnTo>
                        <a:cubicBezTo>
                          <a:pt x="3778" y="8231"/>
                          <a:pt x="2226" y="7062"/>
                          <a:pt x="1327" y="5645"/>
                        </a:cubicBezTo>
                        <a:cubicBezTo>
                          <a:pt x="450" y="4228"/>
                          <a:pt x="0" y="2339"/>
                          <a:pt x="0" y="0"/>
                        </a:cubicBezTo>
                        <a:lnTo>
                          <a:pt x="3508" y="0"/>
                        </a:lnTo>
                        <a:cubicBezTo>
                          <a:pt x="3463" y="1844"/>
                          <a:pt x="3756" y="3351"/>
                          <a:pt x="4363" y="4543"/>
                        </a:cubicBezTo>
                        <a:cubicBezTo>
                          <a:pt x="4970" y="5735"/>
                          <a:pt x="5802" y="6679"/>
                          <a:pt x="6837" y="7377"/>
                        </a:cubicBezTo>
                        <a:cubicBezTo>
                          <a:pt x="7871" y="8074"/>
                          <a:pt x="9108" y="8569"/>
                          <a:pt x="10525" y="8838"/>
                        </a:cubicBezTo>
                        <a:cubicBezTo>
                          <a:pt x="11942" y="9108"/>
                          <a:pt x="13426" y="9243"/>
                          <a:pt x="14978" y="9243"/>
                        </a:cubicBezTo>
                        <a:lnTo>
                          <a:pt x="28696" y="9243"/>
                        </a:lnTo>
                        <a:close/>
                      </a:path>
                    </a:pathLst>
                  </a:custGeom>
                  <a:solidFill>
                    <a:srgbClr val="231F20"/>
                  </a:solidFill>
                  <a:ln w="2249" cap="flat">
                    <a:noFill/>
                    <a:prstDash val="solid"/>
                    <a:miter/>
                  </a:ln>
                </p:spPr>
                <p:txBody>
                  <a:bodyPr rtlCol="0" anchor="ctr"/>
                  <a:lstStyle/>
                  <a:p>
                    <a:endParaRPr lang="en-US"/>
                  </a:p>
                </p:txBody>
              </p:sp>
            </p:grpSp>
            <p:grpSp>
              <p:nvGrpSpPr>
                <p:cNvPr id="51" name="Graphic 4479">
                  <a:extLst>
                    <a:ext uri="{FF2B5EF4-FFF2-40B4-BE49-F238E27FC236}">
                      <a16:creationId xmlns:a16="http://schemas.microsoft.com/office/drawing/2014/main" id="{F2C5684B-9BA3-B0DB-1569-BF4550001977}"/>
                    </a:ext>
                  </a:extLst>
                </p:cNvPr>
                <p:cNvGrpSpPr/>
                <p:nvPr/>
              </p:nvGrpSpPr>
              <p:grpSpPr>
                <a:xfrm>
                  <a:off x="1263365" y="5401697"/>
                  <a:ext cx="110463" cy="526729"/>
                  <a:chOff x="3287209" y="2772932"/>
                  <a:chExt cx="29506" cy="140696"/>
                </a:xfrm>
                <a:solidFill>
                  <a:srgbClr val="231F20"/>
                </a:solidFill>
              </p:grpSpPr>
              <p:sp>
                <p:nvSpPr>
                  <p:cNvPr id="56" name="Freeform 55">
                    <a:extLst>
                      <a:ext uri="{FF2B5EF4-FFF2-40B4-BE49-F238E27FC236}">
                        <a16:creationId xmlns:a16="http://schemas.microsoft.com/office/drawing/2014/main" id="{93F5D6A1-FC31-ABCF-97FA-02DBEAD1FE85}"/>
                      </a:ext>
                    </a:extLst>
                  </p:cNvPr>
                  <p:cNvSpPr/>
                  <p:nvPr/>
                </p:nvSpPr>
                <p:spPr>
                  <a:xfrm>
                    <a:off x="3287974" y="2876273"/>
                    <a:ext cx="27954" cy="37355"/>
                  </a:xfrm>
                  <a:custGeom>
                    <a:avLst/>
                    <a:gdLst>
                      <a:gd name="connsiteX0" fmla="*/ 23637 w 27954"/>
                      <a:gd name="connsiteY0" fmla="*/ 10615 h 37355"/>
                      <a:gd name="connsiteX1" fmla="*/ 0 w 27954"/>
                      <a:gd name="connsiteY1" fmla="*/ 3284 h 37355"/>
                      <a:gd name="connsiteX2" fmla="*/ 0 w 27954"/>
                      <a:gd name="connsiteY2" fmla="*/ 0 h 37355"/>
                      <a:gd name="connsiteX3" fmla="*/ 27955 w 27954"/>
                      <a:gd name="connsiteY3" fmla="*/ 9063 h 37355"/>
                      <a:gd name="connsiteX4" fmla="*/ 27955 w 27954"/>
                      <a:gd name="connsiteY4" fmla="*/ 12527 h 37355"/>
                      <a:gd name="connsiteX5" fmla="*/ 4476 w 27954"/>
                      <a:gd name="connsiteY5" fmla="*/ 18621 h 37355"/>
                      <a:gd name="connsiteX6" fmla="*/ 4476 w 27954"/>
                      <a:gd name="connsiteY6" fmla="*/ 18734 h 37355"/>
                      <a:gd name="connsiteX7" fmla="*/ 27955 w 27954"/>
                      <a:gd name="connsiteY7" fmla="*/ 24941 h 37355"/>
                      <a:gd name="connsiteX8" fmla="*/ 27955 w 27954"/>
                      <a:gd name="connsiteY8" fmla="*/ 28832 h 37355"/>
                      <a:gd name="connsiteX9" fmla="*/ 0 w 27954"/>
                      <a:gd name="connsiteY9" fmla="*/ 37355 h 37355"/>
                      <a:gd name="connsiteX10" fmla="*/ 0 w 27954"/>
                      <a:gd name="connsiteY10" fmla="*/ 34117 h 37355"/>
                      <a:gd name="connsiteX11" fmla="*/ 23862 w 27954"/>
                      <a:gd name="connsiteY11" fmla="*/ 26875 h 37355"/>
                      <a:gd name="connsiteX12" fmla="*/ 0 w 27954"/>
                      <a:gd name="connsiteY12" fmla="*/ 20398 h 37355"/>
                      <a:gd name="connsiteX13" fmla="*/ 0 w 27954"/>
                      <a:gd name="connsiteY13" fmla="*/ 16777 h 37355"/>
                      <a:gd name="connsiteX14" fmla="*/ 23637 w 27954"/>
                      <a:gd name="connsiteY14" fmla="*/ 10615 h 3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954" h="37355">
                        <a:moveTo>
                          <a:pt x="23637" y="10615"/>
                        </a:moveTo>
                        <a:lnTo>
                          <a:pt x="0" y="3284"/>
                        </a:lnTo>
                        <a:lnTo>
                          <a:pt x="0" y="0"/>
                        </a:lnTo>
                        <a:lnTo>
                          <a:pt x="27955" y="9063"/>
                        </a:lnTo>
                        <a:lnTo>
                          <a:pt x="27955" y="12527"/>
                        </a:lnTo>
                        <a:lnTo>
                          <a:pt x="4476" y="18621"/>
                        </a:lnTo>
                        <a:lnTo>
                          <a:pt x="4476" y="18734"/>
                        </a:lnTo>
                        <a:lnTo>
                          <a:pt x="27955" y="24941"/>
                        </a:lnTo>
                        <a:lnTo>
                          <a:pt x="27955" y="28832"/>
                        </a:lnTo>
                        <a:lnTo>
                          <a:pt x="0" y="37355"/>
                        </a:lnTo>
                        <a:lnTo>
                          <a:pt x="0" y="34117"/>
                        </a:lnTo>
                        <a:lnTo>
                          <a:pt x="23862" y="26875"/>
                        </a:lnTo>
                        <a:lnTo>
                          <a:pt x="0" y="20398"/>
                        </a:lnTo>
                        <a:lnTo>
                          <a:pt x="0" y="16777"/>
                        </a:lnTo>
                        <a:lnTo>
                          <a:pt x="23637" y="10615"/>
                        </a:lnTo>
                        <a:close/>
                      </a:path>
                    </a:pathLst>
                  </a:custGeom>
                  <a:solidFill>
                    <a:srgbClr val="231F20"/>
                  </a:solidFill>
                  <a:ln w="2249"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DB123F6C-C0B3-8C8E-A16B-8BD808D697B8}"/>
                      </a:ext>
                    </a:extLst>
                  </p:cNvPr>
                  <p:cNvSpPr/>
                  <p:nvPr/>
                </p:nvSpPr>
                <p:spPr>
                  <a:xfrm>
                    <a:off x="3287209" y="2847487"/>
                    <a:ext cx="29483" cy="25907"/>
                  </a:xfrm>
                  <a:custGeom>
                    <a:avLst/>
                    <a:gdLst>
                      <a:gd name="connsiteX0" fmla="*/ 29484 w 29483"/>
                      <a:gd name="connsiteY0" fmla="*/ 12954 h 25907"/>
                      <a:gd name="connsiteX1" fmla="*/ 28517 w 29483"/>
                      <a:gd name="connsiteY1" fmla="*/ 17992 h 25907"/>
                      <a:gd name="connsiteX2" fmla="*/ 25773 w 29483"/>
                      <a:gd name="connsiteY2" fmla="*/ 22085 h 25907"/>
                      <a:gd name="connsiteX3" fmla="*/ 21185 w 29483"/>
                      <a:gd name="connsiteY3" fmla="*/ 24873 h 25907"/>
                      <a:gd name="connsiteX4" fmla="*/ 14753 w 29483"/>
                      <a:gd name="connsiteY4" fmla="*/ 25908 h 25907"/>
                      <a:gd name="connsiteX5" fmla="*/ 8996 w 29483"/>
                      <a:gd name="connsiteY5" fmla="*/ 25098 h 25907"/>
                      <a:gd name="connsiteX6" fmla="*/ 4318 w 29483"/>
                      <a:gd name="connsiteY6" fmla="*/ 22669 h 25907"/>
                      <a:gd name="connsiteX7" fmla="*/ 1170 w 29483"/>
                      <a:gd name="connsiteY7" fmla="*/ 18621 h 25907"/>
                      <a:gd name="connsiteX8" fmla="*/ 0 w 29483"/>
                      <a:gd name="connsiteY8" fmla="*/ 12954 h 25907"/>
                      <a:gd name="connsiteX9" fmla="*/ 1170 w 29483"/>
                      <a:gd name="connsiteY9" fmla="*/ 7242 h 25907"/>
                      <a:gd name="connsiteX10" fmla="*/ 4296 w 29483"/>
                      <a:gd name="connsiteY10" fmla="*/ 3193 h 25907"/>
                      <a:gd name="connsiteX11" fmla="*/ 8973 w 29483"/>
                      <a:gd name="connsiteY11" fmla="*/ 787 h 25907"/>
                      <a:gd name="connsiteX12" fmla="*/ 14753 w 29483"/>
                      <a:gd name="connsiteY12" fmla="*/ 0 h 25907"/>
                      <a:gd name="connsiteX13" fmla="*/ 20803 w 29483"/>
                      <a:gd name="connsiteY13" fmla="*/ 922 h 25907"/>
                      <a:gd name="connsiteX14" fmla="*/ 25436 w 29483"/>
                      <a:gd name="connsiteY14" fmla="*/ 3531 h 25907"/>
                      <a:gd name="connsiteX15" fmla="*/ 28427 w 29483"/>
                      <a:gd name="connsiteY15" fmla="*/ 7624 h 25907"/>
                      <a:gd name="connsiteX16" fmla="*/ 29484 w 29483"/>
                      <a:gd name="connsiteY16" fmla="*/ 12932 h 25907"/>
                      <a:gd name="connsiteX17" fmla="*/ 14753 w 29483"/>
                      <a:gd name="connsiteY17" fmla="*/ 3441 h 25907"/>
                      <a:gd name="connsiteX18" fmla="*/ 10120 w 29483"/>
                      <a:gd name="connsiteY18" fmla="*/ 3981 h 25907"/>
                      <a:gd name="connsiteX19" fmla="*/ 6365 w 29483"/>
                      <a:gd name="connsiteY19" fmla="*/ 5645 h 25907"/>
                      <a:gd name="connsiteX20" fmla="*/ 3846 w 29483"/>
                      <a:gd name="connsiteY20" fmla="*/ 8569 h 25907"/>
                      <a:gd name="connsiteX21" fmla="*/ 2924 w 29483"/>
                      <a:gd name="connsiteY21" fmla="*/ 12932 h 25907"/>
                      <a:gd name="connsiteX22" fmla="*/ 3913 w 29483"/>
                      <a:gd name="connsiteY22" fmla="*/ 17272 h 25907"/>
                      <a:gd name="connsiteX23" fmla="*/ 6567 w 29483"/>
                      <a:gd name="connsiteY23" fmla="*/ 20218 h 25907"/>
                      <a:gd name="connsiteX24" fmla="*/ 10345 w 29483"/>
                      <a:gd name="connsiteY24" fmla="*/ 21882 h 25907"/>
                      <a:gd name="connsiteX25" fmla="*/ 14753 w 29483"/>
                      <a:gd name="connsiteY25" fmla="*/ 22422 h 25907"/>
                      <a:gd name="connsiteX26" fmla="*/ 19521 w 29483"/>
                      <a:gd name="connsiteY26" fmla="*/ 21792 h 25907"/>
                      <a:gd name="connsiteX27" fmla="*/ 23277 w 29483"/>
                      <a:gd name="connsiteY27" fmla="*/ 19993 h 25907"/>
                      <a:gd name="connsiteX28" fmla="*/ 25706 w 29483"/>
                      <a:gd name="connsiteY28" fmla="*/ 17025 h 25907"/>
                      <a:gd name="connsiteX29" fmla="*/ 26560 w 29483"/>
                      <a:gd name="connsiteY29" fmla="*/ 12932 h 25907"/>
                      <a:gd name="connsiteX30" fmla="*/ 25571 w 29483"/>
                      <a:gd name="connsiteY30" fmla="*/ 8591 h 25907"/>
                      <a:gd name="connsiteX31" fmla="*/ 22895 w 29483"/>
                      <a:gd name="connsiteY31" fmla="*/ 5645 h 25907"/>
                      <a:gd name="connsiteX32" fmla="*/ 19116 w 29483"/>
                      <a:gd name="connsiteY32" fmla="*/ 3981 h 25907"/>
                      <a:gd name="connsiteX33" fmla="*/ 14753 w 29483"/>
                      <a:gd name="connsiteY33" fmla="*/ 3441 h 2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483" h="25907">
                        <a:moveTo>
                          <a:pt x="29484" y="12954"/>
                        </a:moveTo>
                        <a:cubicBezTo>
                          <a:pt x="29439" y="14753"/>
                          <a:pt x="29124" y="16440"/>
                          <a:pt x="28517" y="17992"/>
                        </a:cubicBezTo>
                        <a:cubicBezTo>
                          <a:pt x="27910" y="19566"/>
                          <a:pt x="26988" y="20915"/>
                          <a:pt x="25773" y="22085"/>
                        </a:cubicBezTo>
                        <a:cubicBezTo>
                          <a:pt x="24559" y="23254"/>
                          <a:pt x="23029" y="24176"/>
                          <a:pt x="21185" y="24873"/>
                        </a:cubicBezTo>
                        <a:cubicBezTo>
                          <a:pt x="19341" y="25548"/>
                          <a:pt x="17205" y="25908"/>
                          <a:pt x="14753" y="25908"/>
                        </a:cubicBezTo>
                        <a:cubicBezTo>
                          <a:pt x="12707" y="25908"/>
                          <a:pt x="10795" y="25638"/>
                          <a:pt x="8996" y="25098"/>
                        </a:cubicBezTo>
                        <a:cubicBezTo>
                          <a:pt x="7219" y="24559"/>
                          <a:pt x="5667" y="23749"/>
                          <a:pt x="4318" y="22669"/>
                        </a:cubicBezTo>
                        <a:cubicBezTo>
                          <a:pt x="2991" y="21590"/>
                          <a:pt x="1934" y="20241"/>
                          <a:pt x="1170" y="18621"/>
                        </a:cubicBezTo>
                        <a:cubicBezTo>
                          <a:pt x="405" y="17002"/>
                          <a:pt x="0" y="15113"/>
                          <a:pt x="0" y="12954"/>
                        </a:cubicBezTo>
                        <a:cubicBezTo>
                          <a:pt x="0" y="10795"/>
                          <a:pt x="382" y="8861"/>
                          <a:pt x="1170" y="7242"/>
                        </a:cubicBezTo>
                        <a:cubicBezTo>
                          <a:pt x="1934" y="5622"/>
                          <a:pt x="2991" y="4273"/>
                          <a:pt x="4296" y="3193"/>
                        </a:cubicBezTo>
                        <a:cubicBezTo>
                          <a:pt x="5600" y="2114"/>
                          <a:pt x="7174" y="1304"/>
                          <a:pt x="8973" y="787"/>
                        </a:cubicBezTo>
                        <a:cubicBezTo>
                          <a:pt x="10773" y="270"/>
                          <a:pt x="12707" y="0"/>
                          <a:pt x="14753" y="0"/>
                        </a:cubicBezTo>
                        <a:cubicBezTo>
                          <a:pt x="16980" y="0"/>
                          <a:pt x="19004" y="315"/>
                          <a:pt x="20803" y="922"/>
                        </a:cubicBezTo>
                        <a:cubicBezTo>
                          <a:pt x="22602" y="1529"/>
                          <a:pt x="24154" y="2406"/>
                          <a:pt x="25436" y="3531"/>
                        </a:cubicBezTo>
                        <a:cubicBezTo>
                          <a:pt x="26740" y="4655"/>
                          <a:pt x="27730" y="6027"/>
                          <a:pt x="28427" y="7624"/>
                        </a:cubicBezTo>
                        <a:cubicBezTo>
                          <a:pt x="29124" y="9221"/>
                          <a:pt x="29484" y="10997"/>
                          <a:pt x="29484" y="12932"/>
                        </a:cubicBezTo>
                        <a:close/>
                        <a:moveTo>
                          <a:pt x="14753" y="3441"/>
                        </a:moveTo>
                        <a:cubicBezTo>
                          <a:pt x="13089" y="3441"/>
                          <a:pt x="11560" y="3621"/>
                          <a:pt x="10120" y="3981"/>
                        </a:cubicBezTo>
                        <a:cubicBezTo>
                          <a:pt x="8681" y="4340"/>
                          <a:pt x="7422" y="4903"/>
                          <a:pt x="6365" y="5645"/>
                        </a:cubicBezTo>
                        <a:cubicBezTo>
                          <a:pt x="5308" y="6410"/>
                          <a:pt x="4475" y="7377"/>
                          <a:pt x="3846" y="8569"/>
                        </a:cubicBezTo>
                        <a:cubicBezTo>
                          <a:pt x="3239" y="9760"/>
                          <a:pt x="2924" y="11222"/>
                          <a:pt x="2924" y="12932"/>
                        </a:cubicBezTo>
                        <a:cubicBezTo>
                          <a:pt x="2924" y="14641"/>
                          <a:pt x="3261" y="16080"/>
                          <a:pt x="3913" y="17272"/>
                        </a:cubicBezTo>
                        <a:cubicBezTo>
                          <a:pt x="4588" y="18486"/>
                          <a:pt x="5465" y="19453"/>
                          <a:pt x="6567" y="20218"/>
                        </a:cubicBezTo>
                        <a:cubicBezTo>
                          <a:pt x="7669" y="20983"/>
                          <a:pt x="8928" y="21523"/>
                          <a:pt x="10345" y="21882"/>
                        </a:cubicBezTo>
                        <a:cubicBezTo>
                          <a:pt x="11762" y="22242"/>
                          <a:pt x="13224" y="22422"/>
                          <a:pt x="14753" y="22422"/>
                        </a:cubicBezTo>
                        <a:cubicBezTo>
                          <a:pt x="16485" y="22422"/>
                          <a:pt x="18082" y="22220"/>
                          <a:pt x="19521" y="21792"/>
                        </a:cubicBezTo>
                        <a:cubicBezTo>
                          <a:pt x="20983" y="21388"/>
                          <a:pt x="22220" y="20780"/>
                          <a:pt x="23277" y="19993"/>
                        </a:cubicBezTo>
                        <a:cubicBezTo>
                          <a:pt x="24334" y="19206"/>
                          <a:pt x="25121" y="18217"/>
                          <a:pt x="25706" y="17025"/>
                        </a:cubicBezTo>
                        <a:cubicBezTo>
                          <a:pt x="26290" y="15833"/>
                          <a:pt x="26560" y="14461"/>
                          <a:pt x="26560" y="12932"/>
                        </a:cubicBezTo>
                        <a:cubicBezTo>
                          <a:pt x="26560" y="11245"/>
                          <a:pt x="26223" y="9783"/>
                          <a:pt x="25571" y="8591"/>
                        </a:cubicBezTo>
                        <a:cubicBezTo>
                          <a:pt x="24896" y="7377"/>
                          <a:pt x="24019" y="6410"/>
                          <a:pt x="22895" y="5645"/>
                        </a:cubicBezTo>
                        <a:cubicBezTo>
                          <a:pt x="21770" y="4880"/>
                          <a:pt x="20510" y="4340"/>
                          <a:pt x="19116" y="3981"/>
                        </a:cubicBezTo>
                        <a:cubicBezTo>
                          <a:pt x="17722" y="3621"/>
                          <a:pt x="16260" y="3441"/>
                          <a:pt x="14753" y="3441"/>
                        </a:cubicBezTo>
                        <a:close/>
                      </a:path>
                    </a:pathLst>
                  </a:custGeom>
                  <a:solidFill>
                    <a:srgbClr val="231F20"/>
                  </a:solidFill>
                  <a:ln w="2249"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BBD2D1E7-0643-CE13-1771-239297DEF26C}"/>
                      </a:ext>
                    </a:extLst>
                  </p:cNvPr>
                  <p:cNvSpPr/>
                  <p:nvPr/>
                </p:nvSpPr>
                <p:spPr>
                  <a:xfrm>
                    <a:off x="3287209" y="2828910"/>
                    <a:ext cx="28719" cy="12481"/>
                  </a:xfrm>
                  <a:custGeom>
                    <a:avLst/>
                    <a:gdLst>
                      <a:gd name="connsiteX0" fmla="*/ 28719 w 28719"/>
                      <a:gd name="connsiteY0" fmla="*/ 9243 h 12481"/>
                      <a:gd name="connsiteX1" fmla="*/ 28719 w 28719"/>
                      <a:gd name="connsiteY1" fmla="*/ 12482 h 12481"/>
                      <a:gd name="connsiteX2" fmla="*/ 765 w 28719"/>
                      <a:gd name="connsiteY2" fmla="*/ 12482 h 12481"/>
                      <a:gd name="connsiteX3" fmla="*/ 765 w 28719"/>
                      <a:gd name="connsiteY3" fmla="*/ 9243 h 12481"/>
                      <a:gd name="connsiteX4" fmla="*/ 6005 w 28719"/>
                      <a:gd name="connsiteY4" fmla="*/ 9243 h 12481"/>
                      <a:gd name="connsiteX5" fmla="*/ 6005 w 28719"/>
                      <a:gd name="connsiteY5" fmla="*/ 9131 h 12481"/>
                      <a:gd name="connsiteX6" fmla="*/ 1327 w 28719"/>
                      <a:gd name="connsiteY6" fmla="*/ 5645 h 12481"/>
                      <a:gd name="connsiteX7" fmla="*/ 0 w 28719"/>
                      <a:gd name="connsiteY7" fmla="*/ 0 h 12481"/>
                      <a:gd name="connsiteX8" fmla="*/ 3509 w 28719"/>
                      <a:gd name="connsiteY8" fmla="*/ 0 h 12481"/>
                      <a:gd name="connsiteX9" fmla="*/ 4363 w 28719"/>
                      <a:gd name="connsiteY9" fmla="*/ 4543 h 12481"/>
                      <a:gd name="connsiteX10" fmla="*/ 6837 w 28719"/>
                      <a:gd name="connsiteY10" fmla="*/ 7377 h 12481"/>
                      <a:gd name="connsiteX11" fmla="*/ 10525 w 28719"/>
                      <a:gd name="connsiteY11" fmla="*/ 8838 h 12481"/>
                      <a:gd name="connsiteX12" fmla="*/ 14978 w 28719"/>
                      <a:gd name="connsiteY12" fmla="*/ 9243 h 12481"/>
                      <a:gd name="connsiteX13" fmla="*/ 28697 w 28719"/>
                      <a:gd name="connsiteY13" fmla="*/ 9243 h 1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19" h="12481">
                        <a:moveTo>
                          <a:pt x="28719" y="9243"/>
                        </a:moveTo>
                        <a:lnTo>
                          <a:pt x="28719" y="12482"/>
                        </a:lnTo>
                        <a:lnTo>
                          <a:pt x="765" y="12482"/>
                        </a:lnTo>
                        <a:lnTo>
                          <a:pt x="765" y="9243"/>
                        </a:lnTo>
                        <a:lnTo>
                          <a:pt x="6005" y="9243"/>
                        </a:lnTo>
                        <a:lnTo>
                          <a:pt x="6005" y="9131"/>
                        </a:lnTo>
                        <a:cubicBezTo>
                          <a:pt x="3778" y="8231"/>
                          <a:pt x="2226" y="7062"/>
                          <a:pt x="1327" y="5645"/>
                        </a:cubicBezTo>
                        <a:cubicBezTo>
                          <a:pt x="450" y="4228"/>
                          <a:pt x="0" y="2339"/>
                          <a:pt x="0" y="0"/>
                        </a:cubicBezTo>
                        <a:lnTo>
                          <a:pt x="3509" y="0"/>
                        </a:lnTo>
                        <a:cubicBezTo>
                          <a:pt x="3463" y="1844"/>
                          <a:pt x="3756" y="3351"/>
                          <a:pt x="4363" y="4543"/>
                        </a:cubicBezTo>
                        <a:cubicBezTo>
                          <a:pt x="4970" y="5735"/>
                          <a:pt x="5802" y="6679"/>
                          <a:pt x="6837" y="7377"/>
                        </a:cubicBezTo>
                        <a:cubicBezTo>
                          <a:pt x="7871" y="8074"/>
                          <a:pt x="9108" y="8569"/>
                          <a:pt x="10525" y="8838"/>
                        </a:cubicBezTo>
                        <a:cubicBezTo>
                          <a:pt x="11942" y="9108"/>
                          <a:pt x="13426" y="9243"/>
                          <a:pt x="14978" y="9243"/>
                        </a:cubicBezTo>
                        <a:lnTo>
                          <a:pt x="28697" y="9243"/>
                        </a:lnTo>
                        <a:close/>
                      </a:path>
                    </a:pathLst>
                  </a:custGeom>
                  <a:solidFill>
                    <a:srgbClr val="231F20"/>
                  </a:solidFill>
                  <a:ln w="2249"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4F98FB51-A27A-1CD1-C78C-188CD856687D}"/>
                      </a:ext>
                    </a:extLst>
                  </p:cNvPr>
                  <p:cNvSpPr/>
                  <p:nvPr/>
                </p:nvSpPr>
                <p:spPr>
                  <a:xfrm>
                    <a:off x="3287209" y="2802957"/>
                    <a:ext cx="29438" cy="22039"/>
                  </a:xfrm>
                  <a:custGeom>
                    <a:avLst/>
                    <a:gdLst>
                      <a:gd name="connsiteX0" fmla="*/ 19993 w 29438"/>
                      <a:gd name="connsiteY0" fmla="*/ 18734 h 22039"/>
                      <a:gd name="connsiteX1" fmla="*/ 25098 w 29438"/>
                      <a:gd name="connsiteY1" fmla="*/ 16013 h 22039"/>
                      <a:gd name="connsiteX2" fmla="*/ 26583 w 29438"/>
                      <a:gd name="connsiteY2" fmla="*/ 10368 h 22039"/>
                      <a:gd name="connsiteX3" fmla="*/ 26155 w 29438"/>
                      <a:gd name="connsiteY3" fmla="*/ 7287 h 22039"/>
                      <a:gd name="connsiteX4" fmla="*/ 24986 w 29438"/>
                      <a:gd name="connsiteY4" fmla="*/ 5150 h 22039"/>
                      <a:gd name="connsiteX5" fmla="*/ 23344 w 29438"/>
                      <a:gd name="connsiteY5" fmla="*/ 3891 h 22039"/>
                      <a:gd name="connsiteX6" fmla="*/ 21410 w 29438"/>
                      <a:gd name="connsiteY6" fmla="*/ 3463 h 22039"/>
                      <a:gd name="connsiteX7" fmla="*/ 18352 w 29438"/>
                      <a:gd name="connsiteY7" fmla="*/ 4790 h 22039"/>
                      <a:gd name="connsiteX8" fmla="*/ 16777 w 29438"/>
                      <a:gd name="connsiteY8" fmla="*/ 8119 h 22039"/>
                      <a:gd name="connsiteX9" fmla="*/ 15810 w 29438"/>
                      <a:gd name="connsiteY9" fmla="*/ 12437 h 22039"/>
                      <a:gd name="connsiteX10" fmla="*/ 14596 w 29438"/>
                      <a:gd name="connsiteY10" fmla="*/ 16755 h 22039"/>
                      <a:gd name="connsiteX11" fmla="*/ 12279 w 29438"/>
                      <a:gd name="connsiteY11" fmla="*/ 20083 h 22039"/>
                      <a:gd name="connsiteX12" fmla="*/ 8006 w 29438"/>
                      <a:gd name="connsiteY12" fmla="*/ 21410 h 22039"/>
                      <a:gd name="connsiteX13" fmla="*/ 2249 w 29438"/>
                      <a:gd name="connsiteY13" fmla="*/ 18846 h 22039"/>
                      <a:gd name="connsiteX14" fmla="*/ 0 w 29438"/>
                      <a:gd name="connsiteY14" fmla="*/ 11582 h 22039"/>
                      <a:gd name="connsiteX15" fmla="*/ 2024 w 29438"/>
                      <a:gd name="connsiteY15" fmla="*/ 4206 h 22039"/>
                      <a:gd name="connsiteX16" fmla="*/ 8794 w 29438"/>
                      <a:gd name="connsiteY16" fmla="*/ 787 h 22039"/>
                      <a:gd name="connsiteX17" fmla="*/ 8794 w 29438"/>
                      <a:gd name="connsiteY17" fmla="*/ 4071 h 22039"/>
                      <a:gd name="connsiteX18" fmla="*/ 4228 w 29438"/>
                      <a:gd name="connsiteY18" fmla="*/ 6522 h 22039"/>
                      <a:gd name="connsiteX19" fmla="*/ 2901 w 29438"/>
                      <a:gd name="connsiteY19" fmla="*/ 11627 h 22039"/>
                      <a:gd name="connsiteX20" fmla="*/ 4228 w 29438"/>
                      <a:gd name="connsiteY20" fmla="*/ 16327 h 22039"/>
                      <a:gd name="connsiteX21" fmla="*/ 7714 w 29438"/>
                      <a:gd name="connsiteY21" fmla="*/ 17947 h 22039"/>
                      <a:gd name="connsiteX22" fmla="*/ 10593 w 29438"/>
                      <a:gd name="connsiteY22" fmla="*/ 16620 h 22039"/>
                      <a:gd name="connsiteX23" fmla="*/ 12212 w 29438"/>
                      <a:gd name="connsiteY23" fmla="*/ 13291 h 22039"/>
                      <a:gd name="connsiteX24" fmla="*/ 13314 w 29438"/>
                      <a:gd name="connsiteY24" fmla="*/ 8973 h 22039"/>
                      <a:gd name="connsiteX25" fmla="*/ 14686 w 29438"/>
                      <a:gd name="connsiteY25" fmla="*/ 4655 h 22039"/>
                      <a:gd name="connsiteX26" fmla="*/ 17092 w 29438"/>
                      <a:gd name="connsiteY26" fmla="*/ 1327 h 22039"/>
                      <a:gd name="connsiteX27" fmla="*/ 21298 w 29438"/>
                      <a:gd name="connsiteY27" fmla="*/ 0 h 22039"/>
                      <a:gd name="connsiteX28" fmla="*/ 24829 w 29438"/>
                      <a:gd name="connsiteY28" fmla="*/ 855 h 22039"/>
                      <a:gd name="connsiteX29" fmla="*/ 27392 w 29438"/>
                      <a:gd name="connsiteY29" fmla="*/ 3238 h 22039"/>
                      <a:gd name="connsiteX30" fmla="*/ 28922 w 29438"/>
                      <a:gd name="connsiteY30" fmla="*/ 6837 h 22039"/>
                      <a:gd name="connsiteX31" fmla="*/ 29439 w 29438"/>
                      <a:gd name="connsiteY31" fmla="*/ 11402 h 22039"/>
                      <a:gd name="connsiteX32" fmla="*/ 28719 w 29438"/>
                      <a:gd name="connsiteY32" fmla="*/ 15810 h 22039"/>
                      <a:gd name="connsiteX33" fmla="*/ 26695 w 29438"/>
                      <a:gd name="connsiteY33" fmla="*/ 19071 h 22039"/>
                      <a:gd name="connsiteX34" fmla="*/ 23682 w 29438"/>
                      <a:gd name="connsiteY34" fmla="*/ 21185 h 22039"/>
                      <a:gd name="connsiteX35" fmla="*/ 19948 w 29438"/>
                      <a:gd name="connsiteY35" fmla="*/ 22040 h 22039"/>
                      <a:gd name="connsiteX36" fmla="*/ 19948 w 29438"/>
                      <a:gd name="connsiteY36" fmla="*/ 18756 h 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438" h="22039">
                        <a:moveTo>
                          <a:pt x="19993" y="18734"/>
                        </a:moveTo>
                        <a:cubicBezTo>
                          <a:pt x="22400" y="18239"/>
                          <a:pt x="24109" y="17317"/>
                          <a:pt x="25098" y="16013"/>
                        </a:cubicBezTo>
                        <a:cubicBezTo>
                          <a:pt x="26088" y="14708"/>
                          <a:pt x="26583" y="12819"/>
                          <a:pt x="26583" y="10368"/>
                        </a:cubicBezTo>
                        <a:cubicBezTo>
                          <a:pt x="26583" y="9176"/>
                          <a:pt x="26448" y="8164"/>
                          <a:pt x="26155" y="7287"/>
                        </a:cubicBezTo>
                        <a:cubicBezTo>
                          <a:pt x="25863" y="6432"/>
                          <a:pt x="25481" y="5712"/>
                          <a:pt x="24986" y="5150"/>
                        </a:cubicBezTo>
                        <a:cubicBezTo>
                          <a:pt x="24491" y="4588"/>
                          <a:pt x="23951" y="4161"/>
                          <a:pt x="23344" y="3891"/>
                        </a:cubicBezTo>
                        <a:cubicBezTo>
                          <a:pt x="22737" y="3598"/>
                          <a:pt x="22085" y="3463"/>
                          <a:pt x="21410" y="3463"/>
                        </a:cubicBezTo>
                        <a:cubicBezTo>
                          <a:pt x="20038" y="3463"/>
                          <a:pt x="19026" y="3913"/>
                          <a:pt x="18352" y="4790"/>
                        </a:cubicBezTo>
                        <a:cubicBezTo>
                          <a:pt x="17677" y="5667"/>
                          <a:pt x="17160" y="6769"/>
                          <a:pt x="16777" y="8119"/>
                        </a:cubicBezTo>
                        <a:cubicBezTo>
                          <a:pt x="16395" y="9468"/>
                          <a:pt x="16080" y="10885"/>
                          <a:pt x="15810" y="12437"/>
                        </a:cubicBezTo>
                        <a:cubicBezTo>
                          <a:pt x="15540" y="13988"/>
                          <a:pt x="15135" y="15428"/>
                          <a:pt x="14596" y="16755"/>
                        </a:cubicBezTo>
                        <a:cubicBezTo>
                          <a:pt x="14056" y="18082"/>
                          <a:pt x="13291" y="19184"/>
                          <a:pt x="12279" y="20083"/>
                        </a:cubicBezTo>
                        <a:cubicBezTo>
                          <a:pt x="11267" y="20983"/>
                          <a:pt x="9850" y="21410"/>
                          <a:pt x="8006" y="21410"/>
                        </a:cubicBezTo>
                        <a:cubicBezTo>
                          <a:pt x="5667" y="21410"/>
                          <a:pt x="3756" y="20555"/>
                          <a:pt x="2249" y="18846"/>
                        </a:cubicBezTo>
                        <a:cubicBezTo>
                          <a:pt x="765" y="17137"/>
                          <a:pt x="0" y="14708"/>
                          <a:pt x="0" y="11582"/>
                        </a:cubicBezTo>
                        <a:cubicBezTo>
                          <a:pt x="0" y="8456"/>
                          <a:pt x="675" y="6095"/>
                          <a:pt x="2024" y="4206"/>
                        </a:cubicBezTo>
                        <a:cubicBezTo>
                          <a:pt x="3373" y="2316"/>
                          <a:pt x="5622" y="1169"/>
                          <a:pt x="8794" y="787"/>
                        </a:cubicBezTo>
                        <a:lnTo>
                          <a:pt x="8794" y="4071"/>
                        </a:lnTo>
                        <a:cubicBezTo>
                          <a:pt x="6635" y="4363"/>
                          <a:pt x="5105" y="5173"/>
                          <a:pt x="4228" y="6522"/>
                        </a:cubicBezTo>
                        <a:cubicBezTo>
                          <a:pt x="3351" y="7871"/>
                          <a:pt x="2901" y="9581"/>
                          <a:pt x="2901" y="11627"/>
                        </a:cubicBezTo>
                        <a:cubicBezTo>
                          <a:pt x="2901" y="13674"/>
                          <a:pt x="3351" y="15248"/>
                          <a:pt x="4228" y="16327"/>
                        </a:cubicBezTo>
                        <a:cubicBezTo>
                          <a:pt x="5105" y="17407"/>
                          <a:pt x="6275" y="17947"/>
                          <a:pt x="7714" y="17947"/>
                        </a:cubicBezTo>
                        <a:cubicBezTo>
                          <a:pt x="8973" y="17947"/>
                          <a:pt x="9940" y="17497"/>
                          <a:pt x="10593" y="16620"/>
                        </a:cubicBezTo>
                        <a:cubicBezTo>
                          <a:pt x="11267" y="15743"/>
                          <a:pt x="11807" y="14641"/>
                          <a:pt x="12212" y="13291"/>
                        </a:cubicBezTo>
                        <a:cubicBezTo>
                          <a:pt x="12617" y="11964"/>
                          <a:pt x="12999" y="10525"/>
                          <a:pt x="13314" y="8973"/>
                        </a:cubicBezTo>
                        <a:cubicBezTo>
                          <a:pt x="13629" y="7422"/>
                          <a:pt x="14101" y="5982"/>
                          <a:pt x="14686" y="4655"/>
                        </a:cubicBezTo>
                        <a:cubicBezTo>
                          <a:pt x="15271" y="3328"/>
                          <a:pt x="16080" y="2226"/>
                          <a:pt x="17092" y="1327"/>
                        </a:cubicBezTo>
                        <a:cubicBezTo>
                          <a:pt x="18104" y="450"/>
                          <a:pt x="19499" y="0"/>
                          <a:pt x="21298" y="0"/>
                        </a:cubicBezTo>
                        <a:cubicBezTo>
                          <a:pt x="22625" y="0"/>
                          <a:pt x="23816" y="292"/>
                          <a:pt x="24829" y="855"/>
                        </a:cubicBezTo>
                        <a:cubicBezTo>
                          <a:pt x="25863" y="1439"/>
                          <a:pt x="26718" y="2226"/>
                          <a:pt x="27392" y="3238"/>
                        </a:cubicBezTo>
                        <a:cubicBezTo>
                          <a:pt x="28067" y="4250"/>
                          <a:pt x="28584" y="5442"/>
                          <a:pt x="28922" y="6837"/>
                        </a:cubicBezTo>
                        <a:cubicBezTo>
                          <a:pt x="29259" y="8231"/>
                          <a:pt x="29439" y="9738"/>
                          <a:pt x="29439" y="11402"/>
                        </a:cubicBezTo>
                        <a:cubicBezTo>
                          <a:pt x="29439" y="13066"/>
                          <a:pt x="29191" y="14528"/>
                          <a:pt x="28719" y="15810"/>
                        </a:cubicBezTo>
                        <a:cubicBezTo>
                          <a:pt x="28225" y="17092"/>
                          <a:pt x="27550" y="18172"/>
                          <a:pt x="26695" y="19071"/>
                        </a:cubicBezTo>
                        <a:cubicBezTo>
                          <a:pt x="25841" y="19971"/>
                          <a:pt x="24829" y="20668"/>
                          <a:pt x="23682" y="21185"/>
                        </a:cubicBezTo>
                        <a:cubicBezTo>
                          <a:pt x="22535" y="21680"/>
                          <a:pt x="21298" y="21972"/>
                          <a:pt x="19948" y="22040"/>
                        </a:cubicBezTo>
                        <a:lnTo>
                          <a:pt x="19948" y="18756"/>
                        </a:lnTo>
                        <a:close/>
                      </a:path>
                    </a:pathLst>
                  </a:custGeom>
                  <a:solidFill>
                    <a:srgbClr val="231F20"/>
                  </a:solidFill>
                  <a:ln w="2249"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83AB23AA-DFE3-3D8B-40F6-E423C5099565}"/>
                      </a:ext>
                    </a:extLst>
                  </p:cNvPr>
                  <p:cNvSpPr/>
                  <p:nvPr/>
                </p:nvSpPr>
                <p:spPr>
                  <a:xfrm>
                    <a:off x="3287232" y="2772932"/>
                    <a:ext cx="29483" cy="25167"/>
                  </a:xfrm>
                  <a:custGeom>
                    <a:avLst/>
                    <a:gdLst>
                      <a:gd name="connsiteX0" fmla="*/ 15473 w 29483"/>
                      <a:gd name="connsiteY0" fmla="*/ 21659 h 25167"/>
                      <a:gd name="connsiteX1" fmla="*/ 19768 w 29483"/>
                      <a:gd name="connsiteY1" fmla="*/ 21074 h 25167"/>
                      <a:gd name="connsiteX2" fmla="*/ 23277 w 29483"/>
                      <a:gd name="connsiteY2" fmla="*/ 19320 h 25167"/>
                      <a:gd name="connsiteX3" fmla="*/ 25661 w 29483"/>
                      <a:gd name="connsiteY3" fmla="*/ 16374 h 25167"/>
                      <a:gd name="connsiteX4" fmla="*/ 26560 w 29483"/>
                      <a:gd name="connsiteY4" fmla="*/ 12281 h 25167"/>
                      <a:gd name="connsiteX5" fmla="*/ 24896 w 29483"/>
                      <a:gd name="connsiteY5" fmla="*/ 6838 h 25167"/>
                      <a:gd name="connsiteX6" fmla="*/ 20151 w 29483"/>
                      <a:gd name="connsiteY6" fmla="*/ 3825 h 25167"/>
                      <a:gd name="connsiteX7" fmla="*/ 20151 w 29483"/>
                      <a:gd name="connsiteY7" fmla="*/ 204 h 25167"/>
                      <a:gd name="connsiteX8" fmla="*/ 23839 w 29483"/>
                      <a:gd name="connsiteY8" fmla="*/ 1778 h 25167"/>
                      <a:gd name="connsiteX9" fmla="*/ 26808 w 29483"/>
                      <a:gd name="connsiteY9" fmla="*/ 4207 h 25167"/>
                      <a:gd name="connsiteX10" fmla="*/ 28787 w 29483"/>
                      <a:gd name="connsiteY10" fmla="*/ 7670 h 25167"/>
                      <a:gd name="connsiteX11" fmla="*/ 29484 w 29483"/>
                      <a:gd name="connsiteY11" fmla="*/ 12303 h 25167"/>
                      <a:gd name="connsiteX12" fmla="*/ 28359 w 29483"/>
                      <a:gd name="connsiteY12" fmla="*/ 18083 h 25167"/>
                      <a:gd name="connsiteX13" fmla="*/ 25256 w 29483"/>
                      <a:gd name="connsiteY13" fmla="*/ 22086 h 25167"/>
                      <a:gd name="connsiteX14" fmla="*/ 20623 w 29483"/>
                      <a:gd name="connsiteY14" fmla="*/ 24403 h 25167"/>
                      <a:gd name="connsiteX15" fmla="*/ 14866 w 29483"/>
                      <a:gd name="connsiteY15" fmla="*/ 25167 h 25167"/>
                      <a:gd name="connsiteX16" fmla="*/ 9086 w 29483"/>
                      <a:gd name="connsiteY16" fmla="*/ 24268 h 25167"/>
                      <a:gd name="connsiteX17" fmla="*/ 4363 w 29483"/>
                      <a:gd name="connsiteY17" fmla="*/ 21726 h 25167"/>
                      <a:gd name="connsiteX18" fmla="*/ 1170 w 29483"/>
                      <a:gd name="connsiteY18" fmla="*/ 17701 h 25167"/>
                      <a:gd name="connsiteX19" fmla="*/ 0 w 29483"/>
                      <a:gd name="connsiteY19" fmla="*/ 12303 h 25167"/>
                      <a:gd name="connsiteX20" fmla="*/ 3958 w 29483"/>
                      <a:gd name="connsiteY20" fmla="*/ 3240 h 25167"/>
                      <a:gd name="connsiteX21" fmla="*/ 15473 w 29483"/>
                      <a:gd name="connsiteY21" fmla="*/ 1 h 25167"/>
                      <a:gd name="connsiteX22" fmla="*/ 15473 w 29483"/>
                      <a:gd name="connsiteY22" fmla="*/ 21704 h 25167"/>
                      <a:gd name="connsiteX23" fmla="*/ 12774 w 29483"/>
                      <a:gd name="connsiteY23" fmla="*/ 3420 h 25167"/>
                      <a:gd name="connsiteX24" fmla="*/ 8906 w 29483"/>
                      <a:gd name="connsiteY24" fmla="*/ 3982 h 25167"/>
                      <a:gd name="connsiteX25" fmla="*/ 5780 w 29483"/>
                      <a:gd name="connsiteY25" fmla="*/ 5646 h 25167"/>
                      <a:gd name="connsiteX26" fmla="*/ 3666 w 29483"/>
                      <a:gd name="connsiteY26" fmla="*/ 8435 h 25167"/>
                      <a:gd name="connsiteX27" fmla="*/ 2879 w 29483"/>
                      <a:gd name="connsiteY27" fmla="*/ 12258 h 25167"/>
                      <a:gd name="connsiteX28" fmla="*/ 3688 w 29483"/>
                      <a:gd name="connsiteY28" fmla="*/ 16059 h 25167"/>
                      <a:gd name="connsiteX29" fmla="*/ 5847 w 29483"/>
                      <a:gd name="connsiteY29" fmla="*/ 18870 h 25167"/>
                      <a:gd name="connsiteX30" fmla="*/ 8973 w 29483"/>
                      <a:gd name="connsiteY30" fmla="*/ 20737 h 25167"/>
                      <a:gd name="connsiteX31" fmla="*/ 12752 w 29483"/>
                      <a:gd name="connsiteY31" fmla="*/ 21659 h 25167"/>
                      <a:gd name="connsiteX32" fmla="*/ 12752 w 29483"/>
                      <a:gd name="connsiteY32" fmla="*/ 3420 h 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483" h="25167">
                        <a:moveTo>
                          <a:pt x="15473" y="21659"/>
                        </a:moveTo>
                        <a:cubicBezTo>
                          <a:pt x="16980" y="21659"/>
                          <a:pt x="18419" y="21456"/>
                          <a:pt x="19768" y="21074"/>
                        </a:cubicBezTo>
                        <a:cubicBezTo>
                          <a:pt x="21118" y="20669"/>
                          <a:pt x="22287" y="20085"/>
                          <a:pt x="23277" y="19320"/>
                        </a:cubicBezTo>
                        <a:cubicBezTo>
                          <a:pt x="24266" y="18555"/>
                          <a:pt x="25053" y="17566"/>
                          <a:pt x="25661" y="16374"/>
                        </a:cubicBezTo>
                        <a:cubicBezTo>
                          <a:pt x="26245" y="15182"/>
                          <a:pt x="26560" y="13810"/>
                          <a:pt x="26560" y="12281"/>
                        </a:cubicBezTo>
                        <a:cubicBezTo>
                          <a:pt x="26560" y="10167"/>
                          <a:pt x="25998" y="8345"/>
                          <a:pt x="24896" y="6838"/>
                        </a:cubicBezTo>
                        <a:cubicBezTo>
                          <a:pt x="23772" y="5331"/>
                          <a:pt x="22197" y="4319"/>
                          <a:pt x="20151" y="3825"/>
                        </a:cubicBezTo>
                        <a:lnTo>
                          <a:pt x="20151" y="204"/>
                        </a:lnTo>
                        <a:cubicBezTo>
                          <a:pt x="21478" y="609"/>
                          <a:pt x="22714" y="1126"/>
                          <a:pt x="23839" y="1778"/>
                        </a:cubicBezTo>
                        <a:cubicBezTo>
                          <a:pt x="24963" y="2430"/>
                          <a:pt x="25953" y="3240"/>
                          <a:pt x="26808" y="4207"/>
                        </a:cubicBezTo>
                        <a:cubicBezTo>
                          <a:pt x="27662" y="5174"/>
                          <a:pt x="28314" y="6321"/>
                          <a:pt x="28787" y="7670"/>
                        </a:cubicBezTo>
                        <a:cubicBezTo>
                          <a:pt x="29259" y="8997"/>
                          <a:pt x="29484" y="10549"/>
                          <a:pt x="29484" y="12303"/>
                        </a:cubicBezTo>
                        <a:cubicBezTo>
                          <a:pt x="29484" y="14530"/>
                          <a:pt x="29102" y="16464"/>
                          <a:pt x="28359" y="18083"/>
                        </a:cubicBezTo>
                        <a:cubicBezTo>
                          <a:pt x="27595" y="19702"/>
                          <a:pt x="26560" y="21029"/>
                          <a:pt x="25256" y="22086"/>
                        </a:cubicBezTo>
                        <a:cubicBezTo>
                          <a:pt x="23951" y="23121"/>
                          <a:pt x="22400" y="23908"/>
                          <a:pt x="20623" y="24403"/>
                        </a:cubicBezTo>
                        <a:cubicBezTo>
                          <a:pt x="18846" y="24897"/>
                          <a:pt x="16935" y="25167"/>
                          <a:pt x="14866" y="25167"/>
                        </a:cubicBezTo>
                        <a:cubicBezTo>
                          <a:pt x="12797" y="25167"/>
                          <a:pt x="10885" y="24875"/>
                          <a:pt x="9086" y="24268"/>
                        </a:cubicBezTo>
                        <a:cubicBezTo>
                          <a:pt x="7287" y="23683"/>
                          <a:pt x="5712" y="22828"/>
                          <a:pt x="4363" y="21726"/>
                        </a:cubicBezTo>
                        <a:cubicBezTo>
                          <a:pt x="3014" y="20624"/>
                          <a:pt x="1957" y="19297"/>
                          <a:pt x="1170" y="17701"/>
                        </a:cubicBezTo>
                        <a:cubicBezTo>
                          <a:pt x="405" y="16126"/>
                          <a:pt x="0" y="14327"/>
                          <a:pt x="0" y="12303"/>
                        </a:cubicBezTo>
                        <a:cubicBezTo>
                          <a:pt x="0" y="8457"/>
                          <a:pt x="1327" y="5421"/>
                          <a:pt x="3958" y="3240"/>
                        </a:cubicBezTo>
                        <a:cubicBezTo>
                          <a:pt x="6612" y="1036"/>
                          <a:pt x="10435" y="-44"/>
                          <a:pt x="15473" y="1"/>
                        </a:cubicBezTo>
                        <a:lnTo>
                          <a:pt x="15473" y="21704"/>
                        </a:lnTo>
                        <a:close/>
                        <a:moveTo>
                          <a:pt x="12774" y="3420"/>
                        </a:moveTo>
                        <a:cubicBezTo>
                          <a:pt x="11402" y="3420"/>
                          <a:pt x="10120" y="3600"/>
                          <a:pt x="8906" y="3982"/>
                        </a:cubicBezTo>
                        <a:cubicBezTo>
                          <a:pt x="7692" y="4364"/>
                          <a:pt x="6657" y="4927"/>
                          <a:pt x="5780" y="5646"/>
                        </a:cubicBezTo>
                        <a:cubicBezTo>
                          <a:pt x="4903" y="6388"/>
                          <a:pt x="4206" y="7310"/>
                          <a:pt x="3666" y="8435"/>
                        </a:cubicBezTo>
                        <a:cubicBezTo>
                          <a:pt x="3149" y="9559"/>
                          <a:pt x="2879" y="10819"/>
                          <a:pt x="2879" y="12258"/>
                        </a:cubicBezTo>
                        <a:cubicBezTo>
                          <a:pt x="2879" y="13697"/>
                          <a:pt x="3149" y="14957"/>
                          <a:pt x="3688" y="16059"/>
                        </a:cubicBezTo>
                        <a:cubicBezTo>
                          <a:pt x="4228" y="17161"/>
                          <a:pt x="4948" y="18083"/>
                          <a:pt x="5847" y="18870"/>
                        </a:cubicBezTo>
                        <a:cubicBezTo>
                          <a:pt x="6747" y="19635"/>
                          <a:pt x="7781" y="20264"/>
                          <a:pt x="8973" y="20737"/>
                        </a:cubicBezTo>
                        <a:cubicBezTo>
                          <a:pt x="10165" y="21209"/>
                          <a:pt x="11425" y="21501"/>
                          <a:pt x="12752" y="21659"/>
                        </a:cubicBezTo>
                        <a:lnTo>
                          <a:pt x="12752" y="3420"/>
                        </a:lnTo>
                        <a:close/>
                      </a:path>
                    </a:pathLst>
                  </a:custGeom>
                  <a:solidFill>
                    <a:srgbClr val="231F20"/>
                  </a:solidFill>
                  <a:ln w="2249" cap="flat">
                    <a:noFill/>
                    <a:prstDash val="solid"/>
                    <a:miter/>
                  </a:ln>
                </p:spPr>
                <p:txBody>
                  <a:bodyPr rtlCol="0" anchor="ctr"/>
                  <a:lstStyle/>
                  <a:p>
                    <a:endParaRPr lang="en-US"/>
                  </a:p>
                </p:txBody>
              </p:sp>
            </p:grpSp>
            <p:grpSp>
              <p:nvGrpSpPr>
                <p:cNvPr id="52" name="Graphic 4479">
                  <a:extLst>
                    <a:ext uri="{FF2B5EF4-FFF2-40B4-BE49-F238E27FC236}">
                      <a16:creationId xmlns:a16="http://schemas.microsoft.com/office/drawing/2014/main" id="{93878B93-0DFB-76A5-3E2D-BF9A891EDA36}"/>
                    </a:ext>
                  </a:extLst>
                </p:cNvPr>
                <p:cNvGrpSpPr/>
                <p:nvPr/>
              </p:nvGrpSpPr>
              <p:grpSpPr>
                <a:xfrm>
                  <a:off x="6070483" y="3929556"/>
                  <a:ext cx="136901" cy="2157916"/>
                  <a:chOff x="4571252" y="2379704"/>
                  <a:chExt cx="36568" cy="576407"/>
                </a:xfrm>
                <a:solidFill>
                  <a:srgbClr val="231F20"/>
                </a:solidFill>
              </p:grpSpPr>
              <p:sp>
                <p:nvSpPr>
                  <p:cNvPr id="53" name="Freeform 52">
                    <a:extLst>
                      <a:ext uri="{FF2B5EF4-FFF2-40B4-BE49-F238E27FC236}">
                        <a16:creationId xmlns:a16="http://schemas.microsoft.com/office/drawing/2014/main" id="{2E3D6E89-EB9C-D530-E6A8-E87AD35E3A36}"/>
                      </a:ext>
                    </a:extLst>
                  </p:cNvPr>
                  <p:cNvSpPr/>
                  <p:nvPr/>
                </p:nvSpPr>
                <p:spPr>
                  <a:xfrm>
                    <a:off x="4589536" y="2411459"/>
                    <a:ext cx="2248" cy="512897"/>
                  </a:xfrm>
                  <a:custGeom>
                    <a:avLst/>
                    <a:gdLst>
                      <a:gd name="connsiteX0" fmla="*/ 0 w 2248"/>
                      <a:gd name="connsiteY0" fmla="*/ 0 h 512897"/>
                      <a:gd name="connsiteX1" fmla="*/ 0 w 2248"/>
                      <a:gd name="connsiteY1" fmla="*/ 512897 h 512897"/>
                    </a:gdLst>
                    <a:ahLst/>
                    <a:cxnLst>
                      <a:cxn ang="0">
                        <a:pos x="connsiteX0" y="connsiteY0"/>
                      </a:cxn>
                      <a:cxn ang="0">
                        <a:pos x="connsiteX1" y="connsiteY1"/>
                      </a:cxn>
                    </a:cxnLst>
                    <a:rect l="l" t="t" r="r" b="b"/>
                    <a:pathLst>
                      <a:path w="2248" h="512897">
                        <a:moveTo>
                          <a:pt x="0" y="0"/>
                        </a:moveTo>
                        <a:lnTo>
                          <a:pt x="0" y="512897"/>
                        </a:lnTo>
                      </a:path>
                    </a:pathLst>
                  </a:custGeom>
                  <a:ln w="4498" cap="flat">
                    <a:solidFill>
                      <a:srgbClr val="231F20"/>
                    </a:solid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2BE271B7-B623-7541-6045-6D8BB5B80EB0}"/>
                      </a:ext>
                    </a:extLst>
                  </p:cNvPr>
                  <p:cNvSpPr/>
                  <p:nvPr/>
                </p:nvSpPr>
                <p:spPr>
                  <a:xfrm>
                    <a:off x="4571252" y="2379704"/>
                    <a:ext cx="36568" cy="44754"/>
                  </a:xfrm>
                  <a:custGeom>
                    <a:avLst/>
                    <a:gdLst>
                      <a:gd name="connsiteX0" fmla="*/ 18284 w 36568"/>
                      <a:gd name="connsiteY0" fmla="*/ 0 h 44754"/>
                      <a:gd name="connsiteX1" fmla="*/ 0 w 36568"/>
                      <a:gd name="connsiteY1" fmla="*/ 44754 h 44754"/>
                      <a:gd name="connsiteX2" fmla="*/ 18284 w 36568"/>
                      <a:gd name="connsiteY2" fmla="*/ 34139 h 44754"/>
                      <a:gd name="connsiteX3" fmla="*/ 36568 w 36568"/>
                      <a:gd name="connsiteY3" fmla="*/ 44754 h 44754"/>
                      <a:gd name="connsiteX4" fmla="*/ 18284 w 36568"/>
                      <a:gd name="connsiteY4" fmla="*/ 0 h 44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8" h="44754">
                        <a:moveTo>
                          <a:pt x="18284" y="0"/>
                        </a:moveTo>
                        <a:lnTo>
                          <a:pt x="0" y="44754"/>
                        </a:lnTo>
                        <a:lnTo>
                          <a:pt x="18284" y="34139"/>
                        </a:lnTo>
                        <a:lnTo>
                          <a:pt x="36568" y="44754"/>
                        </a:lnTo>
                        <a:lnTo>
                          <a:pt x="18284" y="0"/>
                        </a:lnTo>
                        <a:close/>
                      </a:path>
                    </a:pathLst>
                  </a:custGeom>
                  <a:solidFill>
                    <a:srgbClr val="231F20"/>
                  </a:solidFill>
                  <a:ln w="2249"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45426990-4D28-5732-49CB-46B5E467A28F}"/>
                      </a:ext>
                    </a:extLst>
                  </p:cNvPr>
                  <p:cNvSpPr/>
                  <p:nvPr/>
                </p:nvSpPr>
                <p:spPr>
                  <a:xfrm>
                    <a:off x="4571252" y="2911357"/>
                    <a:ext cx="36568" cy="44754"/>
                  </a:xfrm>
                  <a:custGeom>
                    <a:avLst/>
                    <a:gdLst>
                      <a:gd name="connsiteX0" fmla="*/ 18284 w 36568"/>
                      <a:gd name="connsiteY0" fmla="*/ 44754 h 44754"/>
                      <a:gd name="connsiteX1" fmla="*/ 0 w 36568"/>
                      <a:gd name="connsiteY1" fmla="*/ 0 h 44754"/>
                      <a:gd name="connsiteX2" fmla="*/ 18284 w 36568"/>
                      <a:gd name="connsiteY2" fmla="*/ 10615 h 44754"/>
                      <a:gd name="connsiteX3" fmla="*/ 36568 w 36568"/>
                      <a:gd name="connsiteY3" fmla="*/ 0 h 44754"/>
                      <a:gd name="connsiteX4" fmla="*/ 18284 w 36568"/>
                      <a:gd name="connsiteY4" fmla="*/ 44754 h 44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68" h="44754">
                        <a:moveTo>
                          <a:pt x="18284" y="44754"/>
                        </a:moveTo>
                        <a:lnTo>
                          <a:pt x="0" y="0"/>
                        </a:lnTo>
                        <a:lnTo>
                          <a:pt x="18284" y="10615"/>
                        </a:lnTo>
                        <a:lnTo>
                          <a:pt x="36568" y="0"/>
                        </a:lnTo>
                        <a:lnTo>
                          <a:pt x="18284" y="44754"/>
                        </a:lnTo>
                        <a:close/>
                      </a:path>
                    </a:pathLst>
                  </a:custGeom>
                  <a:solidFill>
                    <a:srgbClr val="231F20"/>
                  </a:solidFill>
                  <a:ln w="2249" cap="flat">
                    <a:noFill/>
                    <a:prstDash val="solid"/>
                    <a:miter/>
                  </a:ln>
                </p:spPr>
                <p:txBody>
                  <a:bodyPr rtlCol="0" anchor="ctr"/>
                  <a:lstStyle/>
                  <a:p>
                    <a:endParaRPr lang="en-US"/>
                  </a:p>
                </p:txBody>
              </p:sp>
            </p:grpSp>
          </p:grpSp>
          <p:grpSp>
            <p:nvGrpSpPr>
              <p:cNvPr id="13" name="Graphic 4479">
                <a:extLst>
                  <a:ext uri="{FF2B5EF4-FFF2-40B4-BE49-F238E27FC236}">
                    <a16:creationId xmlns:a16="http://schemas.microsoft.com/office/drawing/2014/main" id="{9CD9584F-02D9-F5C9-51D3-7FB3FC30CBC6}"/>
                  </a:ext>
                </a:extLst>
              </p:cNvPr>
              <p:cNvGrpSpPr/>
              <p:nvPr/>
            </p:nvGrpSpPr>
            <p:grpSpPr>
              <a:xfrm>
                <a:off x="5836421" y="3970894"/>
                <a:ext cx="151296" cy="495906"/>
                <a:chOff x="4508731" y="2390746"/>
                <a:chExt cx="40413" cy="132463"/>
              </a:xfrm>
              <a:solidFill>
                <a:srgbClr val="231F20"/>
              </a:solidFill>
            </p:grpSpPr>
            <p:sp>
              <p:nvSpPr>
                <p:cNvPr id="21" name="Freeform 20">
                  <a:extLst>
                    <a:ext uri="{FF2B5EF4-FFF2-40B4-BE49-F238E27FC236}">
                      <a16:creationId xmlns:a16="http://schemas.microsoft.com/office/drawing/2014/main" id="{8A09B26E-CF23-007F-73C3-33840963D3E3}"/>
                    </a:ext>
                  </a:extLst>
                </p:cNvPr>
                <p:cNvSpPr/>
                <p:nvPr/>
              </p:nvSpPr>
              <p:spPr>
                <a:xfrm>
                  <a:off x="4508731" y="2510413"/>
                  <a:ext cx="39604" cy="12796"/>
                </a:xfrm>
                <a:custGeom>
                  <a:avLst/>
                  <a:gdLst>
                    <a:gd name="connsiteX0" fmla="*/ 14348 w 39604"/>
                    <a:gd name="connsiteY0" fmla="*/ 12797 h 12796"/>
                    <a:gd name="connsiteX1" fmla="*/ 11650 w 39604"/>
                    <a:gd name="connsiteY1" fmla="*/ 12797 h 12796"/>
                    <a:gd name="connsiteX2" fmla="*/ 11650 w 39604"/>
                    <a:gd name="connsiteY2" fmla="*/ 8636 h 12796"/>
                    <a:gd name="connsiteX3" fmla="*/ 7219 w 39604"/>
                    <a:gd name="connsiteY3" fmla="*/ 8636 h 12796"/>
                    <a:gd name="connsiteX4" fmla="*/ 1934 w 39604"/>
                    <a:gd name="connsiteY4" fmla="*/ 7287 h 12796"/>
                    <a:gd name="connsiteX5" fmla="*/ 0 w 39604"/>
                    <a:gd name="connsiteY5" fmla="*/ 2699 h 12796"/>
                    <a:gd name="connsiteX6" fmla="*/ 45 w 39604"/>
                    <a:gd name="connsiteY6" fmla="*/ 1304 h 12796"/>
                    <a:gd name="connsiteX7" fmla="*/ 202 w 39604"/>
                    <a:gd name="connsiteY7" fmla="*/ 0 h 12796"/>
                    <a:gd name="connsiteX8" fmla="*/ 3171 w 39604"/>
                    <a:gd name="connsiteY8" fmla="*/ 0 h 12796"/>
                    <a:gd name="connsiteX9" fmla="*/ 2901 w 39604"/>
                    <a:gd name="connsiteY9" fmla="*/ 1934 h 12796"/>
                    <a:gd name="connsiteX10" fmla="*/ 3351 w 39604"/>
                    <a:gd name="connsiteY10" fmla="*/ 3868 h 12796"/>
                    <a:gd name="connsiteX11" fmla="*/ 4565 w 39604"/>
                    <a:gd name="connsiteY11" fmla="*/ 4903 h 12796"/>
                    <a:gd name="connsiteX12" fmla="*/ 6275 w 39604"/>
                    <a:gd name="connsiteY12" fmla="*/ 5308 h 12796"/>
                    <a:gd name="connsiteX13" fmla="*/ 8186 w 39604"/>
                    <a:gd name="connsiteY13" fmla="*/ 5398 h 12796"/>
                    <a:gd name="connsiteX14" fmla="*/ 11650 w 39604"/>
                    <a:gd name="connsiteY14" fmla="*/ 5398 h 12796"/>
                    <a:gd name="connsiteX15" fmla="*/ 11650 w 39604"/>
                    <a:gd name="connsiteY15" fmla="*/ 0 h 12796"/>
                    <a:gd name="connsiteX16" fmla="*/ 14348 w 39604"/>
                    <a:gd name="connsiteY16" fmla="*/ 0 h 12796"/>
                    <a:gd name="connsiteX17" fmla="*/ 14348 w 39604"/>
                    <a:gd name="connsiteY17" fmla="*/ 5398 h 12796"/>
                    <a:gd name="connsiteX18" fmla="*/ 39604 w 39604"/>
                    <a:gd name="connsiteY18" fmla="*/ 5398 h 12796"/>
                    <a:gd name="connsiteX19" fmla="*/ 39604 w 39604"/>
                    <a:gd name="connsiteY19" fmla="*/ 8636 h 12796"/>
                    <a:gd name="connsiteX20" fmla="*/ 14348 w 39604"/>
                    <a:gd name="connsiteY20" fmla="*/ 8636 h 12796"/>
                    <a:gd name="connsiteX21" fmla="*/ 14348 w 39604"/>
                    <a:gd name="connsiteY21" fmla="*/ 12797 h 12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9604" h="12796">
                      <a:moveTo>
                        <a:pt x="14348" y="12797"/>
                      </a:moveTo>
                      <a:lnTo>
                        <a:pt x="11650" y="12797"/>
                      </a:lnTo>
                      <a:lnTo>
                        <a:pt x="11650" y="8636"/>
                      </a:lnTo>
                      <a:lnTo>
                        <a:pt x="7219" y="8636"/>
                      </a:lnTo>
                      <a:cubicBezTo>
                        <a:pt x="4993" y="8636"/>
                        <a:pt x="3216" y="8186"/>
                        <a:pt x="1934" y="7287"/>
                      </a:cubicBezTo>
                      <a:cubicBezTo>
                        <a:pt x="630" y="6387"/>
                        <a:pt x="0" y="4858"/>
                        <a:pt x="0" y="2699"/>
                      </a:cubicBezTo>
                      <a:cubicBezTo>
                        <a:pt x="0" y="2204"/>
                        <a:pt x="0" y="1732"/>
                        <a:pt x="45" y="1304"/>
                      </a:cubicBezTo>
                      <a:cubicBezTo>
                        <a:pt x="90" y="877"/>
                        <a:pt x="135" y="450"/>
                        <a:pt x="202" y="0"/>
                      </a:cubicBezTo>
                      <a:lnTo>
                        <a:pt x="3171" y="0"/>
                      </a:lnTo>
                      <a:cubicBezTo>
                        <a:pt x="2991" y="720"/>
                        <a:pt x="2901" y="1372"/>
                        <a:pt x="2901" y="1934"/>
                      </a:cubicBezTo>
                      <a:cubicBezTo>
                        <a:pt x="2901" y="2766"/>
                        <a:pt x="3059" y="3418"/>
                        <a:pt x="3351" y="3868"/>
                      </a:cubicBezTo>
                      <a:cubicBezTo>
                        <a:pt x="3666" y="4341"/>
                        <a:pt x="4071" y="4678"/>
                        <a:pt x="4565" y="4903"/>
                      </a:cubicBezTo>
                      <a:cubicBezTo>
                        <a:pt x="5060" y="5128"/>
                        <a:pt x="5645" y="5263"/>
                        <a:pt x="6275" y="5308"/>
                      </a:cubicBezTo>
                      <a:cubicBezTo>
                        <a:pt x="6904" y="5353"/>
                        <a:pt x="7534" y="5398"/>
                        <a:pt x="8186" y="5398"/>
                      </a:cubicBezTo>
                      <a:lnTo>
                        <a:pt x="11650" y="5398"/>
                      </a:lnTo>
                      <a:lnTo>
                        <a:pt x="11650" y="0"/>
                      </a:lnTo>
                      <a:lnTo>
                        <a:pt x="14348" y="0"/>
                      </a:lnTo>
                      <a:lnTo>
                        <a:pt x="14348" y="5398"/>
                      </a:lnTo>
                      <a:lnTo>
                        <a:pt x="39604" y="5398"/>
                      </a:lnTo>
                      <a:lnTo>
                        <a:pt x="39604" y="8636"/>
                      </a:lnTo>
                      <a:lnTo>
                        <a:pt x="14348" y="8636"/>
                      </a:lnTo>
                      <a:lnTo>
                        <a:pt x="14348" y="12797"/>
                      </a:lnTo>
                      <a:close/>
                    </a:path>
                  </a:pathLst>
                </a:custGeom>
                <a:solidFill>
                  <a:srgbClr val="231F20"/>
                </a:solidFill>
                <a:ln w="224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985EFCE-1B68-D08E-5DA6-423581C2F613}"/>
                    </a:ext>
                  </a:extLst>
                </p:cNvPr>
                <p:cNvSpPr/>
                <p:nvPr/>
              </p:nvSpPr>
              <p:spPr>
                <a:xfrm>
                  <a:off x="4519661" y="2480524"/>
                  <a:ext cx="29483" cy="26357"/>
                </a:xfrm>
                <a:custGeom>
                  <a:avLst/>
                  <a:gdLst>
                    <a:gd name="connsiteX0" fmla="*/ 12369 w 29483"/>
                    <a:gd name="connsiteY0" fmla="*/ 12032 h 26357"/>
                    <a:gd name="connsiteX1" fmla="*/ 12054 w 29483"/>
                    <a:gd name="connsiteY1" fmla="*/ 9850 h 26357"/>
                    <a:gd name="connsiteX2" fmla="*/ 11470 w 29483"/>
                    <a:gd name="connsiteY2" fmla="*/ 7781 h 26357"/>
                    <a:gd name="connsiteX3" fmla="*/ 10210 w 29483"/>
                    <a:gd name="connsiteY3" fmla="*/ 6792 h 26357"/>
                    <a:gd name="connsiteX4" fmla="*/ 8569 w 29483"/>
                    <a:gd name="connsiteY4" fmla="*/ 6612 h 26357"/>
                    <a:gd name="connsiteX5" fmla="*/ 4498 w 29483"/>
                    <a:gd name="connsiteY5" fmla="*/ 8209 h 26357"/>
                    <a:gd name="connsiteX6" fmla="*/ 2901 w 29483"/>
                    <a:gd name="connsiteY6" fmla="*/ 13584 h 26357"/>
                    <a:gd name="connsiteX7" fmla="*/ 3194 w 29483"/>
                    <a:gd name="connsiteY7" fmla="*/ 16665 h 26357"/>
                    <a:gd name="connsiteX8" fmla="*/ 4228 w 29483"/>
                    <a:gd name="connsiteY8" fmla="*/ 19116 h 26357"/>
                    <a:gd name="connsiteX9" fmla="*/ 6162 w 29483"/>
                    <a:gd name="connsiteY9" fmla="*/ 20848 h 26357"/>
                    <a:gd name="connsiteX10" fmla="*/ 9221 w 29483"/>
                    <a:gd name="connsiteY10" fmla="*/ 21747 h 26357"/>
                    <a:gd name="connsiteX11" fmla="*/ 9221 w 29483"/>
                    <a:gd name="connsiteY11" fmla="*/ 25031 h 26357"/>
                    <a:gd name="connsiteX12" fmla="*/ 4993 w 29483"/>
                    <a:gd name="connsiteY12" fmla="*/ 23906 h 26357"/>
                    <a:gd name="connsiteX13" fmla="*/ 2137 w 29483"/>
                    <a:gd name="connsiteY13" fmla="*/ 21388 h 26357"/>
                    <a:gd name="connsiteX14" fmla="*/ 517 w 29483"/>
                    <a:gd name="connsiteY14" fmla="*/ 17834 h 26357"/>
                    <a:gd name="connsiteX15" fmla="*/ 0 w 29483"/>
                    <a:gd name="connsiteY15" fmla="*/ 13539 h 26357"/>
                    <a:gd name="connsiteX16" fmla="*/ 450 w 29483"/>
                    <a:gd name="connsiteY16" fmla="*/ 9581 h 26357"/>
                    <a:gd name="connsiteX17" fmla="*/ 1912 w 29483"/>
                    <a:gd name="connsiteY17" fmla="*/ 6342 h 26357"/>
                    <a:gd name="connsiteX18" fmla="*/ 4588 w 29483"/>
                    <a:gd name="connsiteY18" fmla="*/ 4183 h 26357"/>
                    <a:gd name="connsiteX19" fmla="*/ 8681 w 29483"/>
                    <a:gd name="connsiteY19" fmla="*/ 3396 h 26357"/>
                    <a:gd name="connsiteX20" fmla="*/ 23906 w 29483"/>
                    <a:gd name="connsiteY20" fmla="*/ 3396 h 26357"/>
                    <a:gd name="connsiteX21" fmla="*/ 26313 w 29483"/>
                    <a:gd name="connsiteY21" fmla="*/ 2721 h 26357"/>
                    <a:gd name="connsiteX22" fmla="*/ 26065 w 29483"/>
                    <a:gd name="connsiteY22" fmla="*/ 0 h 26357"/>
                    <a:gd name="connsiteX23" fmla="*/ 28607 w 29483"/>
                    <a:gd name="connsiteY23" fmla="*/ 0 h 26357"/>
                    <a:gd name="connsiteX24" fmla="*/ 28922 w 29483"/>
                    <a:gd name="connsiteY24" fmla="*/ 1102 h 26357"/>
                    <a:gd name="connsiteX25" fmla="*/ 29146 w 29483"/>
                    <a:gd name="connsiteY25" fmla="*/ 2541 h 26357"/>
                    <a:gd name="connsiteX26" fmla="*/ 28989 w 29483"/>
                    <a:gd name="connsiteY26" fmla="*/ 4003 h 26357"/>
                    <a:gd name="connsiteX27" fmla="*/ 28472 w 29483"/>
                    <a:gd name="connsiteY27" fmla="*/ 5308 h 26357"/>
                    <a:gd name="connsiteX28" fmla="*/ 27505 w 29483"/>
                    <a:gd name="connsiteY28" fmla="*/ 6095 h 26357"/>
                    <a:gd name="connsiteX29" fmla="*/ 26268 w 29483"/>
                    <a:gd name="connsiteY29" fmla="*/ 6499 h 26357"/>
                    <a:gd name="connsiteX30" fmla="*/ 24829 w 29483"/>
                    <a:gd name="connsiteY30" fmla="*/ 6612 h 26357"/>
                    <a:gd name="connsiteX31" fmla="*/ 28292 w 29483"/>
                    <a:gd name="connsiteY31" fmla="*/ 11312 h 26357"/>
                    <a:gd name="connsiteX32" fmla="*/ 29484 w 29483"/>
                    <a:gd name="connsiteY32" fmla="*/ 17025 h 26357"/>
                    <a:gd name="connsiteX33" fmla="*/ 28989 w 29483"/>
                    <a:gd name="connsiteY33" fmla="*/ 20555 h 26357"/>
                    <a:gd name="connsiteX34" fmla="*/ 27482 w 29483"/>
                    <a:gd name="connsiteY34" fmla="*/ 23547 h 26357"/>
                    <a:gd name="connsiteX35" fmla="*/ 24963 w 29483"/>
                    <a:gd name="connsiteY35" fmla="*/ 25593 h 26357"/>
                    <a:gd name="connsiteX36" fmla="*/ 21433 w 29483"/>
                    <a:gd name="connsiteY36" fmla="*/ 26358 h 26357"/>
                    <a:gd name="connsiteX37" fmla="*/ 13022 w 29483"/>
                    <a:gd name="connsiteY37" fmla="*/ 16597 h 26357"/>
                    <a:gd name="connsiteX38" fmla="*/ 12437 w 29483"/>
                    <a:gd name="connsiteY38" fmla="*/ 12122 h 26357"/>
                    <a:gd name="connsiteX39" fmla="*/ 13988 w 29483"/>
                    <a:gd name="connsiteY39" fmla="*/ 6589 h 26357"/>
                    <a:gd name="connsiteX40" fmla="*/ 15113 w 29483"/>
                    <a:gd name="connsiteY40" fmla="*/ 10750 h 26357"/>
                    <a:gd name="connsiteX41" fmla="*/ 15540 w 29483"/>
                    <a:gd name="connsiteY41" fmla="*/ 14956 h 26357"/>
                    <a:gd name="connsiteX42" fmla="*/ 17205 w 29483"/>
                    <a:gd name="connsiteY42" fmla="*/ 20758 h 26357"/>
                    <a:gd name="connsiteX43" fmla="*/ 21478 w 29483"/>
                    <a:gd name="connsiteY43" fmla="*/ 22827 h 26357"/>
                    <a:gd name="connsiteX44" fmla="*/ 23727 w 29483"/>
                    <a:gd name="connsiteY44" fmla="*/ 22310 h 26357"/>
                    <a:gd name="connsiteX45" fmla="*/ 25301 w 29483"/>
                    <a:gd name="connsiteY45" fmla="*/ 20960 h 26357"/>
                    <a:gd name="connsiteX46" fmla="*/ 26223 w 29483"/>
                    <a:gd name="connsiteY46" fmla="*/ 19026 h 26357"/>
                    <a:gd name="connsiteX47" fmla="*/ 26515 w 29483"/>
                    <a:gd name="connsiteY47" fmla="*/ 16777 h 26357"/>
                    <a:gd name="connsiteX48" fmla="*/ 26021 w 29483"/>
                    <a:gd name="connsiteY48" fmla="*/ 12999 h 26357"/>
                    <a:gd name="connsiteX49" fmla="*/ 24536 w 29483"/>
                    <a:gd name="connsiteY49" fmla="*/ 9738 h 26357"/>
                    <a:gd name="connsiteX50" fmla="*/ 21995 w 29483"/>
                    <a:gd name="connsiteY50" fmla="*/ 7444 h 26357"/>
                    <a:gd name="connsiteX51" fmla="*/ 18352 w 29483"/>
                    <a:gd name="connsiteY51" fmla="*/ 6589 h 26357"/>
                    <a:gd name="connsiteX52" fmla="*/ 13988 w 29483"/>
                    <a:gd name="connsiteY52" fmla="*/ 6589 h 2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9483" h="26357">
                      <a:moveTo>
                        <a:pt x="12369" y="12032"/>
                      </a:moveTo>
                      <a:cubicBezTo>
                        <a:pt x="12302" y="11425"/>
                        <a:pt x="12189" y="10683"/>
                        <a:pt x="12054" y="9850"/>
                      </a:cubicBezTo>
                      <a:cubicBezTo>
                        <a:pt x="11920" y="8996"/>
                        <a:pt x="11717" y="8321"/>
                        <a:pt x="11470" y="7781"/>
                      </a:cubicBezTo>
                      <a:cubicBezTo>
                        <a:pt x="11222" y="7242"/>
                        <a:pt x="10795" y="6904"/>
                        <a:pt x="10210" y="6792"/>
                      </a:cubicBezTo>
                      <a:cubicBezTo>
                        <a:pt x="9626" y="6657"/>
                        <a:pt x="9063" y="6612"/>
                        <a:pt x="8569" y="6612"/>
                      </a:cubicBezTo>
                      <a:cubicBezTo>
                        <a:pt x="6904" y="6612"/>
                        <a:pt x="5555" y="7152"/>
                        <a:pt x="4498" y="8209"/>
                      </a:cubicBezTo>
                      <a:cubicBezTo>
                        <a:pt x="3441" y="9266"/>
                        <a:pt x="2901" y="11065"/>
                        <a:pt x="2901" y="13584"/>
                      </a:cubicBezTo>
                      <a:cubicBezTo>
                        <a:pt x="2901" y="14708"/>
                        <a:pt x="2991" y="15720"/>
                        <a:pt x="3194" y="16665"/>
                      </a:cubicBezTo>
                      <a:cubicBezTo>
                        <a:pt x="3396" y="17609"/>
                        <a:pt x="3733" y="18419"/>
                        <a:pt x="4228" y="19116"/>
                      </a:cubicBezTo>
                      <a:cubicBezTo>
                        <a:pt x="4723" y="19813"/>
                        <a:pt x="5353" y="20398"/>
                        <a:pt x="6162" y="20848"/>
                      </a:cubicBezTo>
                      <a:cubicBezTo>
                        <a:pt x="6972" y="21298"/>
                        <a:pt x="7984" y="21590"/>
                        <a:pt x="9221" y="21747"/>
                      </a:cubicBezTo>
                      <a:lnTo>
                        <a:pt x="9221" y="25031"/>
                      </a:lnTo>
                      <a:cubicBezTo>
                        <a:pt x="7556" y="24918"/>
                        <a:pt x="6162" y="24536"/>
                        <a:pt x="4993" y="23906"/>
                      </a:cubicBezTo>
                      <a:cubicBezTo>
                        <a:pt x="3823" y="23277"/>
                        <a:pt x="2879" y="22422"/>
                        <a:pt x="2137" y="21388"/>
                      </a:cubicBezTo>
                      <a:cubicBezTo>
                        <a:pt x="1394" y="20353"/>
                        <a:pt x="855" y="19184"/>
                        <a:pt x="517" y="17834"/>
                      </a:cubicBezTo>
                      <a:cubicBezTo>
                        <a:pt x="180" y="16485"/>
                        <a:pt x="0" y="15046"/>
                        <a:pt x="0" y="13539"/>
                      </a:cubicBezTo>
                      <a:cubicBezTo>
                        <a:pt x="0" y="12144"/>
                        <a:pt x="158" y="10817"/>
                        <a:pt x="450" y="9581"/>
                      </a:cubicBezTo>
                      <a:cubicBezTo>
                        <a:pt x="765" y="8344"/>
                        <a:pt x="1237" y="7264"/>
                        <a:pt x="1912" y="6342"/>
                      </a:cubicBezTo>
                      <a:cubicBezTo>
                        <a:pt x="2586" y="5420"/>
                        <a:pt x="3463" y="4700"/>
                        <a:pt x="4588" y="4183"/>
                      </a:cubicBezTo>
                      <a:cubicBezTo>
                        <a:pt x="5712" y="3666"/>
                        <a:pt x="7062" y="3396"/>
                        <a:pt x="8681" y="3396"/>
                      </a:cubicBezTo>
                      <a:lnTo>
                        <a:pt x="23906" y="3396"/>
                      </a:lnTo>
                      <a:cubicBezTo>
                        <a:pt x="25166" y="3396"/>
                        <a:pt x="25976" y="3171"/>
                        <a:pt x="26313" y="2721"/>
                      </a:cubicBezTo>
                      <a:cubicBezTo>
                        <a:pt x="26650" y="2271"/>
                        <a:pt x="26583" y="1372"/>
                        <a:pt x="26065" y="0"/>
                      </a:cubicBezTo>
                      <a:lnTo>
                        <a:pt x="28607" y="0"/>
                      </a:lnTo>
                      <a:cubicBezTo>
                        <a:pt x="28674" y="247"/>
                        <a:pt x="28787" y="630"/>
                        <a:pt x="28922" y="1102"/>
                      </a:cubicBezTo>
                      <a:cubicBezTo>
                        <a:pt x="29057" y="1597"/>
                        <a:pt x="29146" y="2069"/>
                        <a:pt x="29146" y="2541"/>
                      </a:cubicBezTo>
                      <a:cubicBezTo>
                        <a:pt x="29146" y="3036"/>
                        <a:pt x="29102" y="3531"/>
                        <a:pt x="28989" y="4003"/>
                      </a:cubicBezTo>
                      <a:cubicBezTo>
                        <a:pt x="28922" y="4543"/>
                        <a:pt x="28742" y="4970"/>
                        <a:pt x="28472" y="5308"/>
                      </a:cubicBezTo>
                      <a:cubicBezTo>
                        <a:pt x="28202" y="5645"/>
                        <a:pt x="27887" y="5892"/>
                        <a:pt x="27505" y="6095"/>
                      </a:cubicBezTo>
                      <a:cubicBezTo>
                        <a:pt x="27123" y="6297"/>
                        <a:pt x="26718" y="6432"/>
                        <a:pt x="26268" y="6499"/>
                      </a:cubicBezTo>
                      <a:cubicBezTo>
                        <a:pt x="25818" y="6567"/>
                        <a:pt x="25346" y="6612"/>
                        <a:pt x="24829" y="6612"/>
                      </a:cubicBezTo>
                      <a:cubicBezTo>
                        <a:pt x="26335" y="7984"/>
                        <a:pt x="27482" y="9536"/>
                        <a:pt x="28292" y="11312"/>
                      </a:cubicBezTo>
                      <a:cubicBezTo>
                        <a:pt x="29079" y="13066"/>
                        <a:pt x="29484" y="14978"/>
                        <a:pt x="29484" y="17025"/>
                      </a:cubicBezTo>
                      <a:cubicBezTo>
                        <a:pt x="29484" y="18239"/>
                        <a:pt x="29327" y="19431"/>
                        <a:pt x="28989" y="20555"/>
                      </a:cubicBezTo>
                      <a:cubicBezTo>
                        <a:pt x="28652" y="21680"/>
                        <a:pt x="28157" y="22692"/>
                        <a:pt x="27482" y="23547"/>
                      </a:cubicBezTo>
                      <a:cubicBezTo>
                        <a:pt x="26808" y="24401"/>
                        <a:pt x="25953" y="25098"/>
                        <a:pt x="24963" y="25593"/>
                      </a:cubicBezTo>
                      <a:cubicBezTo>
                        <a:pt x="23974" y="26088"/>
                        <a:pt x="22804" y="26358"/>
                        <a:pt x="21433" y="26358"/>
                      </a:cubicBezTo>
                      <a:cubicBezTo>
                        <a:pt x="16687" y="26358"/>
                        <a:pt x="13876" y="23097"/>
                        <a:pt x="13022" y="16597"/>
                      </a:cubicBezTo>
                      <a:lnTo>
                        <a:pt x="12437" y="12122"/>
                      </a:lnTo>
                      <a:close/>
                      <a:moveTo>
                        <a:pt x="13988" y="6589"/>
                      </a:moveTo>
                      <a:cubicBezTo>
                        <a:pt x="14573" y="7961"/>
                        <a:pt x="14933" y="9333"/>
                        <a:pt x="15113" y="10750"/>
                      </a:cubicBezTo>
                      <a:cubicBezTo>
                        <a:pt x="15293" y="12167"/>
                        <a:pt x="15428" y="13561"/>
                        <a:pt x="15540" y="14956"/>
                      </a:cubicBezTo>
                      <a:cubicBezTo>
                        <a:pt x="15720" y="17429"/>
                        <a:pt x="16282" y="19364"/>
                        <a:pt x="17205" y="20758"/>
                      </a:cubicBezTo>
                      <a:cubicBezTo>
                        <a:pt x="18149" y="22152"/>
                        <a:pt x="19566" y="22827"/>
                        <a:pt x="21478" y="22827"/>
                      </a:cubicBezTo>
                      <a:cubicBezTo>
                        <a:pt x="22332" y="22827"/>
                        <a:pt x="23097" y="22647"/>
                        <a:pt x="23727" y="22310"/>
                      </a:cubicBezTo>
                      <a:cubicBezTo>
                        <a:pt x="24356" y="21972"/>
                        <a:pt x="24874" y="21523"/>
                        <a:pt x="25301" y="20960"/>
                      </a:cubicBezTo>
                      <a:cubicBezTo>
                        <a:pt x="25706" y="20398"/>
                        <a:pt x="26021" y="19746"/>
                        <a:pt x="26223" y="19026"/>
                      </a:cubicBezTo>
                      <a:cubicBezTo>
                        <a:pt x="26425" y="18284"/>
                        <a:pt x="26515" y="17542"/>
                        <a:pt x="26515" y="16777"/>
                      </a:cubicBezTo>
                      <a:cubicBezTo>
                        <a:pt x="26515" y="15473"/>
                        <a:pt x="26358" y="14213"/>
                        <a:pt x="26021" y="12999"/>
                      </a:cubicBezTo>
                      <a:cubicBezTo>
                        <a:pt x="25706" y="11785"/>
                        <a:pt x="25211" y="10683"/>
                        <a:pt x="24536" y="9738"/>
                      </a:cubicBezTo>
                      <a:cubicBezTo>
                        <a:pt x="23861" y="8793"/>
                        <a:pt x="23029" y="8029"/>
                        <a:pt x="21995" y="7444"/>
                      </a:cubicBezTo>
                      <a:cubicBezTo>
                        <a:pt x="20960" y="6859"/>
                        <a:pt x="19746" y="6589"/>
                        <a:pt x="18352" y="6589"/>
                      </a:cubicBezTo>
                      <a:lnTo>
                        <a:pt x="13988" y="6589"/>
                      </a:lnTo>
                      <a:close/>
                    </a:path>
                  </a:pathLst>
                </a:custGeom>
                <a:solidFill>
                  <a:srgbClr val="231F20"/>
                </a:solidFill>
                <a:ln w="2249"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EE2D74D-32F6-C637-74BE-A0DF246F2176}"/>
                    </a:ext>
                  </a:extLst>
                </p:cNvPr>
                <p:cNvSpPr/>
                <p:nvPr/>
              </p:nvSpPr>
              <p:spPr>
                <a:xfrm>
                  <a:off x="4519593" y="2454774"/>
                  <a:ext cx="29439" cy="22039"/>
                </a:xfrm>
                <a:custGeom>
                  <a:avLst/>
                  <a:gdLst>
                    <a:gd name="connsiteX0" fmla="*/ 19993 w 29439"/>
                    <a:gd name="connsiteY0" fmla="*/ 18734 h 22039"/>
                    <a:gd name="connsiteX1" fmla="*/ 25098 w 29439"/>
                    <a:gd name="connsiteY1" fmla="*/ 16013 h 22039"/>
                    <a:gd name="connsiteX2" fmla="*/ 26583 w 29439"/>
                    <a:gd name="connsiteY2" fmla="*/ 10368 h 22039"/>
                    <a:gd name="connsiteX3" fmla="*/ 26155 w 29439"/>
                    <a:gd name="connsiteY3" fmla="*/ 7287 h 22039"/>
                    <a:gd name="connsiteX4" fmla="*/ 24986 w 29439"/>
                    <a:gd name="connsiteY4" fmla="*/ 5150 h 22039"/>
                    <a:gd name="connsiteX5" fmla="*/ 23344 w 29439"/>
                    <a:gd name="connsiteY5" fmla="*/ 3891 h 22039"/>
                    <a:gd name="connsiteX6" fmla="*/ 21410 w 29439"/>
                    <a:gd name="connsiteY6" fmla="*/ 3463 h 22039"/>
                    <a:gd name="connsiteX7" fmla="*/ 18352 w 29439"/>
                    <a:gd name="connsiteY7" fmla="*/ 4790 h 22039"/>
                    <a:gd name="connsiteX8" fmla="*/ 16777 w 29439"/>
                    <a:gd name="connsiteY8" fmla="*/ 8119 h 22039"/>
                    <a:gd name="connsiteX9" fmla="*/ 15810 w 29439"/>
                    <a:gd name="connsiteY9" fmla="*/ 12437 h 22039"/>
                    <a:gd name="connsiteX10" fmla="*/ 14596 w 29439"/>
                    <a:gd name="connsiteY10" fmla="*/ 16755 h 22039"/>
                    <a:gd name="connsiteX11" fmla="*/ 12279 w 29439"/>
                    <a:gd name="connsiteY11" fmla="*/ 20083 h 22039"/>
                    <a:gd name="connsiteX12" fmla="*/ 8006 w 29439"/>
                    <a:gd name="connsiteY12" fmla="*/ 21410 h 22039"/>
                    <a:gd name="connsiteX13" fmla="*/ 2249 w 29439"/>
                    <a:gd name="connsiteY13" fmla="*/ 18846 h 22039"/>
                    <a:gd name="connsiteX14" fmla="*/ 0 w 29439"/>
                    <a:gd name="connsiteY14" fmla="*/ 11582 h 22039"/>
                    <a:gd name="connsiteX15" fmla="*/ 2024 w 29439"/>
                    <a:gd name="connsiteY15" fmla="*/ 4206 h 22039"/>
                    <a:gd name="connsiteX16" fmla="*/ 8794 w 29439"/>
                    <a:gd name="connsiteY16" fmla="*/ 787 h 22039"/>
                    <a:gd name="connsiteX17" fmla="*/ 8794 w 29439"/>
                    <a:gd name="connsiteY17" fmla="*/ 4071 h 22039"/>
                    <a:gd name="connsiteX18" fmla="*/ 4228 w 29439"/>
                    <a:gd name="connsiteY18" fmla="*/ 6522 h 22039"/>
                    <a:gd name="connsiteX19" fmla="*/ 2901 w 29439"/>
                    <a:gd name="connsiteY19" fmla="*/ 11627 h 22039"/>
                    <a:gd name="connsiteX20" fmla="*/ 4228 w 29439"/>
                    <a:gd name="connsiteY20" fmla="*/ 16327 h 22039"/>
                    <a:gd name="connsiteX21" fmla="*/ 7714 w 29439"/>
                    <a:gd name="connsiteY21" fmla="*/ 17947 h 22039"/>
                    <a:gd name="connsiteX22" fmla="*/ 10593 w 29439"/>
                    <a:gd name="connsiteY22" fmla="*/ 16620 h 22039"/>
                    <a:gd name="connsiteX23" fmla="*/ 12212 w 29439"/>
                    <a:gd name="connsiteY23" fmla="*/ 13291 h 22039"/>
                    <a:gd name="connsiteX24" fmla="*/ 13314 w 29439"/>
                    <a:gd name="connsiteY24" fmla="*/ 8973 h 22039"/>
                    <a:gd name="connsiteX25" fmla="*/ 14686 w 29439"/>
                    <a:gd name="connsiteY25" fmla="*/ 4655 h 22039"/>
                    <a:gd name="connsiteX26" fmla="*/ 17092 w 29439"/>
                    <a:gd name="connsiteY26" fmla="*/ 1327 h 22039"/>
                    <a:gd name="connsiteX27" fmla="*/ 21298 w 29439"/>
                    <a:gd name="connsiteY27" fmla="*/ 0 h 22039"/>
                    <a:gd name="connsiteX28" fmla="*/ 24829 w 29439"/>
                    <a:gd name="connsiteY28" fmla="*/ 855 h 22039"/>
                    <a:gd name="connsiteX29" fmla="*/ 27392 w 29439"/>
                    <a:gd name="connsiteY29" fmla="*/ 3238 h 22039"/>
                    <a:gd name="connsiteX30" fmla="*/ 28922 w 29439"/>
                    <a:gd name="connsiteY30" fmla="*/ 6837 h 22039"/>
                    <a:gd name="connsiteX31" fmla="*/ 29439 w 29439"/>
                    <a:gd name="connsiteY31" fmla="*/ 11402 h 22039"/>
                    <a:gd name="connsiteX32" fmla="*/ 28719 w 29439"/>
                    <a:gd name="connsiteY32" fmla="*/ 15810 h 22039"/>
                    <a:gd name="connsiteX33" fmla="*/ 26695 w 29439"/>
                    <a:gd name="connsiteY33" fmla="*/ 19071 h 22039"/>
                    <a:gd name="connsiteX34" fmla="*/ 23682 w 29439"/>
                    <a:gd name="connsiteY34" fmla="*/ 21185 h 22039"/>
                    <a:gd name="connsiteX35" fmla="*/ 19948 w 29439"/>
                    <a:gd name="connsiteY35" fmla="*/ 22040 h 22039"/>
                    <a:gd name="connsiteX36" fmla="*/ 19948 w 29439"/>
                    <a:gd name="connsiteY36" fmla="*/ 18756 h 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439" h="22039">
                      <a:moveTo>
                        <a:pt x="19993" y="18734"/>
                      </a:moveTo>
                      <a:cubicBezTo>
                        <a:pt x="22400" y="18239"/>
                        <a:pt x="24109" y="17317"/>
                        <a:pt x="25098" y="16013"/>
                      </a:cubicBezTo>
                      <a:cubicBezTo>
                        <a:pt x="26088" y="14708"/>
                        <a:pt x="26583" y="12819"/>
                        <a:pt x="26583" y="10368"/>
                      </a:cubicBezTo>
                      <a:cubicBezTo>
                        <a:pt x="26583" y="9176"/>
                        <a:pt x="26448" y="8164"/>
                        <a:pt x="26155" y="7287"/>
                      </a:cubicBezTo>
                      <a:cubicBezTo>
                        <a:pt x="25863" y="6432"/>
                        <a:pt x="25481" y="5712"/>
                        <a:pt x="24986" y="5150"/>
                      </a:cubicBezTo>
                      <a:cubicBezTo>
                        <a:pt x="24491" y="4588"/>
                        <a:pt x="23951" y="4161"/>
                        <a:pt x="23344" y="3891"/>
                      </a:cubicBezTo>
                      <a:cubicBezTo>
                        <a:pt x="22737" y="3598"/>
                        <a:pt x="22085" y="3463"/>
                        <a:pt x="21410" y="3463"/>
                      </a:cubicBezTo>
                      <a:cubicBezTo>
                        <a:pt x="20038" y="3463"/>
                        <a:pt x="19026" y="3913"/>
                        <a:pt x="18352" y="4790"/>
                      </a:cubicBezTo>
                      <a:cubicBezTo>
                        <a:pt x="17677" y="5667"/>
                        <a:pt x="17160" y="6769"/>
                        <a:pt x="16777" y="8119"/>
                      </a:cubicBezTo>
                      <a:cubicBezTo>
                        <a:pt x="16395" y="9468"/>
                        <a:pt x="16080" y="10885"/>
                        <a:pt x="15810" y="12437"/>
                      </a:cubicBezTo>
                      <a:cubicBezTo>
                        <a:pt x="15540" y="13988"/>
                        <a:pt x="15136" y="15428"/>
                        <a:pt x="14596" y="16755"/>
                      </a:cubicBezTo>
                      <a:cubicBezTo>
                        <a:pt x="14056" y="18082"/>
                        <a:pt x="13291" y="19184"/>
                        <a:pt x="12279" y="20083"/>
                      </a:cubicBezTo>
                      <a:cubicBezTo>
                        <a:pt x="11267" y="20983"/>
                        <a:pt x="9850" y="21410"/>
                        <a:pt x="8006" y="21410"/>
                      </a:cubicBezTo>
                      <a:cubicBezTo>
                        <a:pt x="5667" y="21410"/>
                        <a:pt x="3756" y="20555"/>
                        <a:pt x="2249" y="18846"/>
                      </a:cubicBezTo>
                      <a:cubicBezTo>
                        <a:pt x="765" y="17137"/>
                        <a:pt x="0" y="14708"/>
                        <a:pt x="0" y="11582"/>
                      </a:cubicBezTo>
                      <a:cubicBezTo>
                        <a:pt x="0" y="8456"/>
                        <a:pt x="675" y="6095"/>
                        <a:pt x="2024" y="4206"/>
                      </a:cubicBezTo>
                      <a:cubicBezTo>
                        <a:pt x="3373" y="2316"/>
                        <a:pt x="5622" y="1169"/>
                        <a:pt x="8794" y="787"/>
                      </a:cubicBezTo>
                      <a:lnTo>
                        <a:pt x="8794" y="4071"/>
                      </a:lnTo>
                      <a:cubicBezTo>
                        <a:pt x="6635" y="4363"/>
                        <a:pt x="5105" y="5173"/>
                        <a:pt x="4228" y="6522"/>
                      </a:cubicBezTo>
                      <a:cubicBezTo>
                        <a:pt x="3351" y="7871"/>
                        <a:pt x="2901" y="9581"/>
                        <a:pt x="2901" y="11627"/>
                      </a:cubicBezTo>
                      <a:cubicBezTo>
                        <a:pt x="2901" y="13674"/>
                        <a:pt x="3351" y="15248"/>
                        <a:pt x="4228" y="16327"/>
                      </a:cubicBezTo>
                      <a:cubicBezTo>
                        <a:pt x="5105" y="17407"/>
                        <a:pt x="6275" y="17947"/>
                        <a:pt x="7714" y="17947"/>
                      </a:cubicBezTo>
                      <a:cubicBezTo>
                        <a:pt x="8973" y="17947"/>
                        <a:pt x="9940" y="17497"/>
                        <a:pt x="10593" y="16620"/>
                      </a:cubicBezTo>
                      <a:cubicBezTo>
                        <a:pt x="11267" y="15743"/>
                        <a:pt x="11807" y="14641"/>
                        <a:pt x="12212" y="13291"/>
                      </a:cubicBezTo>
                      <a:cubicBezTo>
                        <a:pt x="12617" y="11964"/>
                        <a:pt x="12999" y="10525"/>
                        <a:pt x="13314" y="8973"/>
                      </a:cubicBezTo>
                      <a:cubicBezTo>
                        <a:pt x="13629" y="7422"/>
                        <a:pt x="14101" y="5982"/>
                        <a:pt x="14686" y="4655"/>
                      </a:cubicBezTo>
                      <a:cubicBezTo>
                        <a:pt x="15271" y="3328"/>
                        <a:pt x="16080" y="2226"/>
                        <a:pt x="17092" y="1327"/>
                      </a:cubicBezTo>
                      <a:cubicBezTo>
                        <a:pt x="18104" y="450"/>
                        <a:pt x="19499" y="0"/>
                        <a:pt x="21298" y="0"/>
                      </a:cubicBezTo>
                      <a:cubicBezTo>
                        <a:pt x="22625" y="0"/>
                        <a:pt x="23817" y="292"/>
                        <a:pt x="24829" y="855"/>
                      </a:cubicBezTo>
                      <a:cubicBezTo>
                        <a:pt x="25863" y="1439"/>
                        <a:pt x="26718" y="2226"/>
                        <a:pt x="27392" y="3238"/>
                      </a:cubicBezTo>
                      <a:cubicBezTo>
                        <a:pt x="28067" y="4251"/>
                        <a:pt x="28584" y="5442"/>
                        <a:pt x="28922" y="6837"/>
                      </a:cubicBezTo>
                      <a:cubicBezTo>
                        <a:pt x="29259" y="8231"/>
                        <a:pt x="29439" y="9738"/>
                        <a:pt x="29439" y="11402"/>
                      </a:cubicBezTo>
                      <a:cubicBezTo>
                        <a:pt x="29439" y="13066"/>
                        <a:pt x="29192" y="14528"/>
                        <a:pt x="28719" y="15810"/>
                      </a:cubicBezTo>
                      <a:cubicBezTo>
                        <a:pt x="28225" y="17092"/>
                        <a:pt x="27550" y="18172"/>
                        <a:pt x="26695" y="19071"/>
                      </a:cubicBezTo>
                      <a:cubicBezTo>
                        <a:pt x="25841" y="19971"/>
                        <a:pt x="24829" y="20668"/>
                        <a:pt x="23682" y="21185"/>
                      </a:cubicBezTo>
                      <a:cubicBezTo>
                        <a:pt x="22535" y="21680"/>
                        <a:pt x="21298" y="21972"/>
                        <a:pt x="19948" y="22040"/>
                      </a:cubicBezTo>
                      <a:lnTo>
                        <a:pt x="19948" y="18756"/>
                      </a:lnTo>
                      <a:close/>
                    </a:path>
                  </a:pathLst>
                </a:custGeom>
                <a:solidFill>
                  <a:srgbClr val="231F20"/>
                </a:solidFill>
                <a:ln w="2249"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EE68B168-4661-7A21-2584-6C9070D67B09}"/>
                    </a:ext>
                  </a:extLst>
                </p:cNvPr>
                <p:cNvSpPr/>
                <p:nvPr/>
              </p:nvSpPr>
              <p:spPr>
                <a:xfrm>
                  <a:off x="4512599" y="2438581"/>
                  <a:ext cx="36500" cy="12616"/>
                </a:xfrm>
                <a:custGeom>
                  <a:avLst/>
                  <a:gdLst>
                    <a:gd name="connsiteX0" fmla="*/ 35849 w 36500"/>
                    <a:gd name="connsiteY0" fmla="*/ 0 h 12616"/>
                    <a:gd name="connsiteX1" fmla="*/ 36231 w 36500"/>
                    <a:gd name="connsiteY1" fmla="*/ 1574 h 12616"/>
                    <a:gd name="connsiteX2" fmla="*/ 36501 w 36500"/>
                    <a:gd name="connsiteY2" fmla="*/ 3733 h 12616"/>
                    <a:gd name="connsiteX3" fmla="*/ 35286 w 36500"/>
                    <a:gd name="connsiteY3" fmla="*/ 7422 h 12616"/>
                    <a:gd name="connsiteX4" fmla="*/ 30946 w 36500"/>
                    <a:gd name="connsiteY4" fmla="*/ 8681 h 12616"/>
                    <a:gd name="connsiteX5" fmla="*/ 10480 w 36500"/>
                    <a:gd name="connsiteY5" fmla="*/ 8681 h 12616"/>
                    <a:gd name="connsiteX6" fmla="*/ 10480 w 36500"/>
                    <a:gd name="connsiteY6" fmla="*/ 12617 h 12616"/>
                    <a:gd name="connsiteX7" fmla="*/ 7782 w 36500"/>
                    <a:gd name="connsiteY7" fmla="*/ 12617 h 12616"/>
                    <a:gd name="connsiteX8" fmla="*/ 7782 w 36500"/>
                    <a:gd name="connsiteY8" fmla="*/ 8681 h 12616"/>
                    <a:gd name="connsiteX9" fmla="*/ 0 w 36500"/>
                    <a:gd name="connsiteY9" fmla="*/ 8681 h 12616"/>
                    <a:gd name="connsiteX10" fmla="*/ 0 w 36500"/>
                    <a:gd name="connsiteY10" fmla="*/ 5442 h 12616"/>
                    <a:gd name="connsiteX11" fmla="*/ 7782 w 36500"/>
                    <a:gd name="connsiteY11" fmla="*/ 5442 h 12616"/>
                    <a:gd name="connsiteX12" fmla="*/ 7782 w 36500"/>
                    <a:gd name="connsiteY12" fmla="*/ 202 h 12616"/>
                    <a:gd name="connsiteX13" fmla="*/ 10480 w 36500"/>
                    <a:gd name="connsiteY13" fmla="*/ 202 h 12616"/>
                    <a:gd name="connsiteX14" fmla="*/ 10480 w 36500"/>
                    <a:gd name="connsiteY14" fmla="*/ 5442 h 12616"/>
                    <a:gd name="connsiteX15" fmla="*/ 29641 w 36500"/>
                    <a:gd name="connsiteY15" fmla="*/ 5442 h 12616"/>
                    <a:gd name="connsiteX16" fmla="*/ 31418 w 36500"/>
                    <a:gd name="connsiteY16" fmla="*/ 5398 h 12616"/>
                    <a:gd name="connsiteX17" fmla="*/ 32655 w 36500"/>
                    <a:gd name="connsiteY17" fmla="*/ 5083 h 12616"/>
                    <a:gd name="connsiteX18" fmla="*/ 33352 w 36500"/>
                    <a:gd name="connsiteY18" fmla="*/ 4251 h 12616"/>
                    <a:gd name="connsiteX19" fmla="*/ 33577 w 36500"/>
                    <a:gd name="connsiteY19" fmla="*/ 2654 h 12616"/>
                    <a:gd name="connsiteX20" fmla="*/ 33465 w 36500"/>
                    <a:gd name="connsiteY20" fmla="*/ 1327 h 12616"/>
                    <a:gd name="connsiteX21" fmla="*/ 33195 w 36500"/>
                    <a:gd name="connsiteY21" fmla="*/ 0 h 12616"/>
                    <a:gd name="connsiteX22" fmla="*/ 35849 w 36500"/>
                    <a:gd name="connsiteY22" fmla="*/ 0 h 1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500" h="12616">
                      <a:moveTo>
                        <a:pt x="35849" y="0"/>
                      </a:moveTo>
                      <a:cubicBezTo>
                        <a:pt x="35916" y="405"/>
                        <a:pt x="36051" y="922"/>
                        <a:pt x="36231" y="1574"/>
                      </a:cubicBezTo>
                      <a:cubicBezTo>
                        <a:pt x="36411" y="2226"/>
                        <a:pt x="36501" y="2946"/>
                        <a:pt x="36501" y="3733"/>
                      </a:cubicBezTo>
                      <a:cubicBezTo>
                        <a:pt x="36501" y="5353"/>
                        <a:pt x="36096" y="6589"/>
                        <a:pt x="35286" y="7422"/>
                      </a:cubicBezTo>
                      <a:cubicBezTo>
                        <a:pt x="34477" y="8254"/>
                        <a:pt x="33037" y="8681"/>
                        <a:pt x="30946" y="8681"/>
                      </a:cubicBezTo>
                      <a:lnTo>
                        <a:pt x="10480" y="8681"/>
                      </a:lnTo>
                      <a:lnTo>
                        <a:pt x="10480" y="12617"/>
                      </a:lnTo>
                      <a:lnTo>
                        <a:pt x="7782" y="12617"/>
                      </a:lnTo>
                      <a:lnTo>
                        <a:pt x="7782" y="8681"/>
                      </a:lnTo>
                      <a:lnTo>
                        <a:pt x="0" y="8681"/>
                      </a:lnTo>
                      <a:lnTo>
                        <a:pt x="0" y="5442"/>
                      </a:lnTo>
                      <a:lnTo>
                        <a:pt x="7782" y="5442"/>
                      </a:lnTo>
                      <a:lnTo>
                        <a:pt x="7782" y="202"/>
                      </a:lnTo>
                      <a:lnTo>
                        <a:pt x="10480" y="202"/>
                      </a:lnTo>
                      <a:lnTo>
                        <a:pt x="10480" y="5442"/>
                      </a:lnTo>
                      <a:lnTo>
                        <a:pt x="29641" y="5442"/>
                      </a:lnTo>
                      <a:cubicBezTo>
                        <a:pt x="30316" y="5442"/>
                        <a:pt x="30923" y="5442"/>
                        <a:pt x="31418" y="5398"/>
                      </a:cubicBezTo>
                      <a:cubicBezTo>
                        <a:pt x="31913" y="5353"/>
                        <a:pt x="32340" y="5263"/>
                        <a:pt x="32655" y="5083"/>
                      </a:cubicBezTo>
                      <a:cubicBezTo>
                        <a:pt x="32970" y="4903"/>
                        <a:pt x="33217" y="4633"/>
                        <a:pt x="33352" y="4251"/>
                      </a:cubicBezTo>
                      <a:cubicBezTo>
                        <a:pt x="33487" y="3868"/>
                        <a:pt x="33577" y="3351"/>
                        <a:pt x="33577" y="2654"/>
                      </a:cubicBezTo>
                      <a:cubicBezTo>
                        <a:pt x="33577" y="2226"/>
                        <a:pt x="33532" y="1777"/>
                        <a:pt x="33465" y="1327"/>
                      </a:cubicBezTo>
                      <a:cubicBezTo>
                        <a:pt x="33397" y="877"/>
                        <a:pt x="33307" y="427"/>
                        <a:pt x="33195" y="0"/>
                      </a:cubicBezTo>
                      <a:lnTo>
                        <a:pt x="35849" y="0"/>
                      </a:lnTo>
                      <a:close/>
                    </a:path>
                  </a:pathLst>
                </a:custGeom>
                <a:solidFill>
                  <a:srgbClr val="231F20"/>
                </a:solidFill>
                <a:ln w="2249"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D199DA4C-05D2-D131-DBE9-AD337E42FA75}"/>
                    </a:ext>
                  </a:extLst>
                </p:cNvPr>
                <p:cNvSpPr/>
                <p:nvPr/>
              </p:nvSpPr>
              <p:spPr>
                <a:xfrm>
                  <a:off x="4519638" y="2409748"/>
                  <a:ext cx="29483" cy="25167"/>
                </a:xfrm>
                <a:custGeom>
                  <a:avLst/>
                  <a:gdLst>
                    <a:gd name="connsiteX0" fmla="*/ 15473 w 29483"/>
                    <a:gd name="connsiteY0" fmla="*/ 21659 h 25167"/>
                    <a:gd name="connsiteX1" fmla="*/ 19768 w 29483"/>
                    <a:gd name="connsiteY1" fmla="*/ 21074 h 25167"/>
                    <a:gd name="connsiteX2" fmla="*/ 23277 w 29483"/>
                    <a:gd name="connsiteY2" fmla="*/ 19320 h 25167"/>
                    <a:gd name="connsiteX3" fmla="*/ 25661 w 29483"/>
                    <a:gd name="connsiteY3" fmla="*/ 16374 h 25167"/>
                    <a:gd name="connsiteX4" fmla="*/ 26560 w 29483"/>
                    <a:gd name="connsiteY4" fmla="*/ 12281 h 25167"/>
                    <a:gd name="connsiteX5" fmla="*/ 24896 w 29483"/>
                    <a:gd name="connsiteY5" fmla="*/ 6838 h 25167"/>
                    <a:gd name="connsiteX6" fmla="*/ 20151 w 29483"/>
                    <a:gd name="connsiteY6" fmla="*/ 3825 h 25167"/>
                    <a:gd name="connsiteX7" fmla="*/ 20151 w 29483"/>
                    <a:gd name="connsiteY7" fmla="*/ 204 h 25167"/>
                    <a:gd name="connsiteX8" fmla="*/ 23839 w 29483"/>
                    <a:gd name="connsiteY8" fmla="*/ 1778 h 25167"/>
                    <a:gd name="connsiteX9" fmla="*/ 26808 w 29483"/>
                    <a:gd name="connsiteY9" fmla="*/ 4207 h 25167"/>
                    <a:gd name="connsiteX10" fmla="*/ 28787 w 29483"/>
                    <a:gd name="connsiteY10" fmla="*/ 7670 h 25167"/>
                    <a:gd name="connsiteX11" fmla="*/ 29484 w 29483"/>
                    <a:gd name="connsiteY11" fmla="*/ 12303 h 25167"/>
                    <a:gd name="connsiteX12" fmla="*/ 28359 w 29483"/>
                    <a:gd name="connsiteY12" fmla="*/ 18083 h 25167"/>
                    <a:gd name="connsiteX13" fmla="*/ 25256 w 29483"/>
                    <a:gd name="connsiteY13" fmla="*/ 22086 h 25167"/>
                    <a:gd name="connsiteX14" fmla="*/ 20623 w 29483"/>
                    <a:gd name="connsiteY14" fmla="*/ 24403 h 25167"/>
                    <a:gd name="connsiteX15" fmla="*/ 14866 w 29483"/>
                    <a:gd name="connsiteY15" fmla="*/ 25167 h 25167"/>
                    <a:gd name="connsiteX16" fmla="*/ 9086 w 29483"/>
                    <a:gd name="connsiteY16" fmla="*/ 24268 h 25167"/>
                    <a:gd name="connsiteX17" fmla="*/ 4363 w 29483"/>
                    <a:gd name="connsiteY17" fmla="*/ 21726 h 25167"/>
                    <a:gd name="connsiteX18" fmla="*/ 1170 w 29483"/>
                    <a:gd name="connsiteY18" fmla="*/ 17701 h 25167"/>
                    <a:gd name="connsiteX19" fmla="*/ 0 w 29483"/>
                    <a:gd name="connsiteY19" fmla="*/ 12303 h 25167"/>
                    <a:gd name="connsiteX20" fmla="*/ 3958 w 29483"/>
                    <a:gd name="connsiteY20" fmla="*/ 3240 h 25167"/>
                    <a:gd name="connsiteX21" fmla="*/ 15473 w 29483"/>
                    <a:gd name="connsiteY21" fmla="*/ 1 h 25167"/>
                    <a:gd name="connsiteX22" fmla="*/ 15473 w 29483"/>
                    <a:gd name="connsiteY22" fmla="*/ 21704 h 25167"/>
                    <a:gd name="connsiteX23" fmla="*/ 12774 w 29483"/>
                    <a:gd name="connsiteY23" fmla="*/ 3420 h 25167"/>
                    <a:gd name="connsiteX24" fmla="*/ 8906 w 29483"/>
                    <a:gd name="connsiteY24" fmla="*/ 3982 h 25167"/>
                    <a:gd name="connsiteX25" fmla="*/ 5780 w 29483"/>
                    <a:gd name="connsiteY25" fmla="*/ 5646 h 25167"/>
                    <a:gd name="connsiteX26" fmla="*/ 3666 w 29483"/>
                    <a:gd name="connsiteY26" fmla="*/ 8435 h 25167"/>
                    <a:gd name="connsiteX27" fmla="*/ 2879 w 29483"/>
                    <a:gd name="connsiteY27" fmla="*/ 12258 h 25167"/>
                    <a:gd name="connsiteX28" fmla="*/ 3688 w 29483"/>
                    <a:gd name="connsiteY28" fmla="*/ 16059 h 25167"/>
                    <a:gd name="connsiteX29" fmla="*/ 5847 w 29483"/>
                    <a:gd name="connsiteY29" fmla="*/ 18870 h 25167"/>
                    <a:gd name="connsiteX30" fmla="*/ 8973 w 29483"/>
                    <a:gd name="connsiteY30" fmla="*/ 20737 h 25167"/>
                    <a:gd name="connsiteX31" fmla="*/ 12752 w 29483"/>
                    <a:gd name="connsiteY31" fmla="*/ 21659 h 25167"/>
                    <a:gd name="connsiteX32" fmla="*/ 12752 w 29483"/>
                    <a:gd name="connsiteY32" fmla="*/ 3420 h 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483" h="25167">
                      <a:moveTo>
                        <a:pt x="15473" y="21659"/>
                      </a:moveTo>
                      <a:cubicBezTo>
                        <a:pt x="16980" y="21659"/>
                        <a:pt x="18419" y="21456"/>
                        <a:pt x="19768" y="21074"/>
                      </a:cubicBezTo>
                      <a:cubicBezTo>
                        <a:pt x="21118" y="20669"/>
                        <a:pt x="22287" y="20085"/>
                        <a:pt x="23277" y="19320"/>
                      </a:cubicBezTo>
                      <a:cubicBezTo>
                        <a:pt x="24266" y="18555"/>
                        <a:pt x="25053" y="17566"/>
                        <a:pt x="25661" y="16374"/>
                      </a:cubicBezTo>
                      <a:cubicBezTo>
                        <a:pt x="26245" y="15182"/>
                        <a:pt x="26560" y="13810"/>
                        <a:pt x="26560" y="12281"/>
                      </a:cubicBezTo>
                      <a:cubicBezTo>
                        <a:pt x="26560" y="10167"/>
                        <a:pt x="25998" y="8345"/>
                        <a:pt x="24896" y="6838"/>
                      </a:cubicBezTo>
                      <a:cubicBezTo>
                        <a:pt x="23772" y="5331"/>
                        <a:pt x="22197" y="4319"/>
                        <a:pt x="20151" y="3825"/>
                      </a:cubicBezTo>
                      <a:lnTo>
                        <a:pt x="20151" y="204"/>
                      </a:lnTo>
                      <a:cubicBezTo>
                        <a:pt x="21478" y="609"/>
                        <a:pt x="22714" y="1126"/>
                        <a:pt x="23839" y="1778"/>
                      </a:cubicBezTo>
                      <a:cubicBezTo>
                        <a:pt x="24963" y="2430"/>
                        <a:pt x="25953" y="3240"/>
                        <a:pt x="26808" y="4207"/>
                      </a:cubicBezTo>
                      <a:cubicBezTo>
                        <a:pt x="27662" y="5174"/>
                        <a:pt x="28314" y="6321"/>
                        <a:pt x="28787" y="7670"/>
                      </a:cubicBezTo>
                      <a:cubicBezTo>
                        <a:pt x="29259" y="8997"/>
                        <a:pt x="29484" y="10549"/>
                        <a:pt x="29484" y="12303"/>
                      </a:cubicBezTo>
                      <a:cubicBezTo>
                        <a:pt x="29484" y="14530"/>
                        <a:pt x="29102" y="16464"/>
                        <a:pt x="28359" y="18083"/>
                      </a:cubicBezTo>
                      <a:cubicBezTo>
                        <a:pt x="27595" y="19702"/>
                        <a:pt x="26560" y="21029"/>
                        <a:pt x="25256" y="22086"/>
                      </a:cubicBezTo>
                      <a:cubicBezTo>
                        <a:pt x="23951" y="23121"/>
                        <a:pt x="22400" y="23908"/>
                        <a:pt x="20623" y="24403"/>
                      </a:cubicBezTo>
                      <a:cubicBezTo>
                        <a:pt x="18846" y="24897"/>
                        <a:pt x="16935" y="25167"/>
                        <a:pt x="14866" y="25167"/>
                      </a:cubicBezTo>
                      <a:cubicBezTo>
                        <a:pt x="12797" y="25167"/>
                        <a:pt x="10885" y="24875"/>
                        <a:pt x="9086" y="24268"/>
                      </a:cubicBezTo>
                      <a:cubicBezTo>
                        <a:pt x="7287" y="23683"/>
                        <a:pt x="5712" y="22828"/>
                        <a:pt x="4363" y="21726"/>
                      </a:cubicBezTo>
                      <a:cubicBezTo>
                        <a:pt x="3014" y="20624"/>
                        <a:pt x="1957" y="19297"/>
                        <a:pt x="1170" y="17701"/>
                      </a:cubicBezTo>
                      <a:cubicBezTo>
                        <a:pt x="405" y="16126"/>
                        <a:pt x="0" y="14327"/>
                        <a:pt x="0" y="12303"/>
                      </a:cubicBezTo>
                      <a:cubicBezTo>
                        <a:pt x="0" y="8457"/>
                        <a:pt x="1327" y="5421"/>
                        <a:pt x="3958" y="3240"/>
                      </a:cubicBezTo>
                      <a:cubicBezTo>
                        <a:pt x="6612" y="1036"/>
                        <a:pt x="10435" y="-44"/>
                        <a:pt x="15473" y="1"/>
                      </a:cubicBezTo>
                      <a:lnTo>
                        <a:pt x="15473" y="21704"/>
                      </a:lnTo>
                      <a:close/>
                      <a:moveTo>
                        <a:pt x="12774" y="3420"/>
                      </a:moveTo>
                      <a:cubicBezTo>
                        <a:pt x="11402" y="3420"/>
                        <a:pt x="10120" y="3600"/>
                        <a:pt x="8906" y="3982"/>
                      </a:cubicBezTo>
                      <a:cubicBezTo>
                        <a:pt x="7692" y="4364"/>
                        <a:pt x="6657" y="4927"/>
                        <a:pt x="5780" y="5646"/>
                      </a:cubicBezTo>
                      <a:cubicBezTo>
                        <a:pt x="4903" y="6388"/>
                        <a:pt x="4206" y="7310"/>
                        <a:pt x="3666" y="8435"/>
                      </a:cubicBezTo>
                      <a:cubicBezTo>
                        <a:pt x="3149" y="9559"/>
                        <a:pt x="2879" y="10819"/>
                        <a:pt x="2879" y="12258"/>
                      </a:cubicBezTo>
                      <a:cubicBezTo>
                        <a:pt x="2879" y="13697"/>
                        <a:pt x="3149" y="14957"/>
                        <a:pt x="3688" y="16059"/>
                      </a:cubicBezTo>
                      <a:cubicBezTo>
                        <a:pt x="4228" y="17161"/>
                        <a:pt x="4948" y="18083"/>
                        <a:pt x="5847" y="18870"/>
                      </a:cubicBezTo>
                      <a:cubicBezTo>
                        <a:pt x="6747" y="19635"/>
                        <a:pt x="7782" y="20264"/>
                        <a:pt x="8973" y="20737"/>
                      </a:cubicBezTo>
                      <a:cubicBezTo>
                        <a:pt x="10165" y="21209"/>
                        <a:pt x="11425" y="21501"/>
                        <a:pt x="12752" y="21659"/>
                      </a:cubicBezTo>
                      <a:lnTo>
                        <a:pt x="12752" y="3420"/>
                      </a:lnTo>
                      <a:close/>
                    </a:path>
                  </a:pathLst>
                </a:custGeom>
                <a:solidFill>
                  <a:srgbClr val="231F20"/>
                </a:solidFill>
                <a:ln w="2249"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FBCD03EA-95E9-FB83-384A-5B5E5E00FE89}"/>
                    </a:ext>
                  </a:extLst>
                </p:cNvPr>
                <p:cNvSpPr/>
                <p:nvPr/>
              </p:nvSpPr>
              <p:spPr>
                <a:xfrm>
                  <a:off x="4519616" y="2390746"/>
                  <a:ext cx="28719" cy="12481"/>
                </a:xfrm>
                <a:custGeom>
                  <a:avLst/>
                  <a:gdLst>
                    <a:gd name="connsiteX0" fmla="*/ 28719 w 28719"/>
                    <a:gd name="connsiteY0" fmla="*/ 9243 h 12481"/>
                    <a:gd name="connsiteX1" fmla="*/ 28719 w 28719"/>
                    <a:gd name="connsiteY1" fmla="*/ 12482 h 12481"/>
                    <a:gd name="connsiteX2" fmla="*/ 765 w 28719"/>
                    <a:gd name="connsiteY2" fmla="*/ 12482 h 12481"/>
                    <a:gd name="connsiteX3" fmla="*/ 765 w 28719"/>
                    <a:gd name="connsiteY3" fmla="*/ 9243 h 12481"/>
                    <a:gd name="connsiteX4" fmla="*/ 6005 w 28719"/>
                    <a:gd name="connsiteY4" fmla="*/ 9243 h 12481"/>
                    <a:gd name="connsiteX5" fmla="*/ 6005 w 28719"/>
                    <a:gd name="connsiteY5" fmla="*/ 9131 h 12481"/>
                    <a:gd name="connsiteX6" fmla="*/ 1327 w 28719"/>
                    <a:gd name="connsiteY6" fmla="*/ 5645 h 12481"/>
                    <a:gd name="connsiteX7" fmla="*/ 0 w 28719"/>
                    <a:gd name="connsiteY7" fmla="*/ 0 h 12481"/>
                    <a:gd name="connsiteX8" fmla="*/ 3509 w 28719"/>
                    <a:gd name="connsiteY8" fmla="*/ 0 h 12481"/>
                    <a:gd name="connsiteX9" fmla="*/ 4363 w 28719"/>
                    <a:gd name="connsiteY9" fmla="*/ 4543 h 12481"/>
                    <a:gd name="connsiteX10" fmla="*/ 6837 w 28719"/>
                    <a:gd name="connsiteY10" fmla="*/ 7377 h 12481"/>
                    <a:gd name="connsiteX11" fmla="*/ 10525 w 28719"/>
                    <a:gd name="connsiteY11" fmla="*/ 8838 h 12481"/>
                    <a:gd name="connsiteX12" fmla="*/ 14978 w 28719"/>
                    <a:gd name="connsiteY12" fmla="*/ 9243 h 12481"/>
                    <a:gd name="connsiteX13" fmla="*/ 28697 w 28719"/>
                    <a:gd name="connsiteY13" fmla="*/ 9243 h 1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19" h="12481">
                      <a:moveTo>
                        <a:pt x="28719" y="9243"/>
                      </a:moveTo>
                      <a:lnTo>
                        <a:pt x="28719" y="12482"/>
                      </a:lnTo>
                      <a:lnTo>
                        <a:pt x="765" y="12482"/>
                      </a:lnTo>
                      <a:lnTo>
                        <a:pt x="765" y="9243"/>
                      </a:lnTo>
                      <a:lnTo>
                        <a:pt x="6005" y="9243"/>
                      </a:lnTo>
                      <a:lnTo>
                        <a:pt x="6005" y="9131"/>
                      </a:lnTo>
                      <a:cubicBezTo>
                        <a:pt x="3778" y="8231"/>
                        <a:pt x="2226" y="7062"/>
                        <a:pt x="1327" y="5645"/>
                      </a:cubicBezTo>
                      <a:cubicBezTo>
                        <a:pt x="450" y="4228"/>
                        <a:pt x="0" y="2339"/>
                        <a:pt x="0" y="0"/>
                      </a:cubicBezTo>
                      <a:lnTo>
                        <a:pt x="3509" y="0"/>
                      </a:lnTo>
                      <a:cubicBezTo>
                        <a:pt x="3463" y="1844"/>
                        <a:pt x="3756" y="3351"/>
                        <a:pt x="4363" y="4543"/>
                      </a:cubicBezTo>
                      <a:cubicBezTo>
                        <a:pt x="4970" y="5735"/>
                        <a:pt x="5802" y="6679"/>
                        <a:pt x="6837" y="7377"/>
                      </a:cubicBezTo>
                      <a:cubicBezTo>
                        <a:pt x="7871" y="8074"/>
                        <a:pt x="9108" y="8569"/>
                        <a:pt x="10525" y="8838"/>
                      </a:cubicBezTo>
                      <a:cubicBezTo>
                        <a:pt x="11942" y="9108"/>
                        <a:pt x="13426" y="9243"/>
                        <a:pt x="14978" y="9243"/>
                      </a:cubicBezTo>
                      <a:lnTo>
                        <a:pt x="28697" y="9243"/>
                      </a:lnTo>
                      <a:close/>
                    </a:path>
                  </a:pathLst>
                </a:custGeom>
                <a:solidFill>
                  <a:srgbClr val="231F20"/>
                </a:solidFill>
                <a:ln w="2249" cap="flat">
                  <a:noFill/>
                  <a:prstDash val="solid"/>
                  <a:miter/>
                </a:ln>
              </p:spPr>
              <p:txBody>
                <a:bodyPr rtlCol="0" anchor="ctr"/>
                <a:lstStyle/>
                <a:p>
                  <a:endParaRPr lang="en-US"/>
                </a:p>
              </p:txBody>
            </p:sp>
          </p:grpSp>
          <p:grpSp>
            <p:nvGrpSpPr>
              <p:cNvPr id="14" name="Graphic 4479">
                <a:extLst>
                  <a:ext uri="{FF2B5EF4-FFF2-40B4-BE49-F238E27FC236}">
                    <a16:creationId xmlns:a16="http://schemas.microsoft.com/office/drawing/2014/main" id="{AF4C93A6-2AA0-CA44-15CA-8471439D2877}"/>
                  </a:ext>
                </a:extLst>
              </p:cNvPr>
              <p:cNvGrpSpPr/>
              <p:nvPr/>
            </p:nvGrpSpPr>
            <p:grpSpPr>
              <a:xfrm>
                <a:off x="5863870" y="5398336"/>
                <a:ext cx="148435" cy="569074"/>
                <a:chOff x="4516063" y="2772034"/>
                <a:chExt cx="39649" cy="152007"/>
              </a:xfrm>
              <a:solidFill>
                <a:srgbClr val="231F20"/>
              </a:solidFill>
            </p:grpSpPr>
            <p:sp>
              <p:nvSpPr>
                <p:cNvPr id="15" name="Freeform 14">
                  <a:extLst>
                    <a:ext uri="{FF2B5EF4-FFF2-40B4-BE49-F238E27FC236}">
                      <a16:creationId xmlns:a16="http://schemas.microsoft.com/office/drawing/2014/main" id="{A02F5925-8263-45B2-943C-D74FDE7DC34F}"/>
                    </a:ext>
                  </a:extLst>
                </p:cNvPr>
                <p:cNvSpPr/>
                <p:nvPr/>
              </p:nvSpPr>
              <p:spPr>
                <a:xfrm>
                  <a:off x="4526183" y="2902001"/>
                  <a:ext cx="29438" cy="22039"/>
                </a:xfrm>
                <a:custGeom>
                  <a:avLst/>
                  <a:gdLst>
                    <a:gd name="connsiteX0" fmla="*/ 19993 w 29438"/>
                    <a:gd name="connsiteY0" fmla="*/ 18734 h 22039"/>
                    <a:gd name="connsiteX1" fmla="*/ 25098 w 29438"/>
                    <a:gd name="connsiteY1" fmla="*/ 16013 h 22039"/>
                    <a:gd name="connsiteX2" fmla="*/ 26583 w 29438"/>
                    <a:gd name="connsiteY2" fmla="*/ 10368 h 22039"/>
                    <a:gd name="connsiteX3" fmla="*/ 26155 w 29438"/>
                    <a:gd name="connsiteY3" fmla="*/ 7287 h 22039"/>
                    <a:gd name="connsiteX4" fmla="*/ 24986 w 29438"/>
                    <a:gd name="connsiteY4" fmla="*/ 5150 h 22039"/>
                    <a:gd name="connsiteX5" fmla="*/ 23344 w 29438"/>
                    <a:gd name="connsiteY5" fmla="*/ 3891 h 22039"/>
                    <a:gd name="connsiteX6" fmla="*/ 21410 w 29438"/>
                    <a:gd name="connsiteY6" fmla="*/ 3463 h 22039"/>
                    <a:gd name="connsiteX7" fmla="*/ 18352 w 29438"/>
                    <a:gd name="connsiteY7" fmla="*/ 4790 h 22039"/>
                    <a:gd name="connsiteX8" fmla="*/ 16777 w 29438"/>
                    <a:gd name="connsiteY8" fmla="*/ 8119 h 22039"/>
                    <a:gd name="connsiteX9" fmla="*/ 15810 w 29438"/>
                    <a:gd name="connsiteY9" fmla="*/ 12437 h 22039"/>
                    <a:gd name="connsiteX10" fmla="*/ 14596 w 29438"/>
                    <a:gd name="connsiteY10" fmla="*/ 16755 h 22039"/>
                    <a:gd name="connsiteX11" fmla="*/ 12279 w 29438"/>
                    <a:gd name="connsiteY11" fmla="*/ 20083 h 22039"/>
                    <a:gd name="connsiteX12" fmla="*/ 8006 w 29438"/>
                    <a:gd name="connsiteY12" fmla="*/ 21410 h 22039"/>
                    <a:gd name="connsiteX13" fmla="*/ 2249 w 29438"/>
                    <a:gd name="connsiteY13" fmla="*/ 18846 h 22039"/>
                    <a:gd name="connsiteX14" fmla="*/ 0 w 29438"/>
                    <a:gd name="connsiteY14" fmla="*/ 11582 h 22039"/>
                    <a:gd name="connsiteX15" fmla="*/ 2024 w 29438"/>
                    <a:gd name="connsiteY15" fmla="*/ 4206 h 22039"/>
                    <a:gd name="connsiteX16" fmla="*/ 8794 w 29438"/>
                    <a:gd name="connsiteY16" fmla="*/ 787 h 22039"/>
                    <a:gd name="connsiteX17" fmla="*/ 8794 w 29438"/>
                    <a:gd name="connsiteY17" fmla="*/ 4071 h 22039"/>
                    <a:gd name="connsiteX18" fmla="*/ 4228 w 29438"/>
                    <a:gd name="connsiteY18" fmla="*/ 6522 h 22039"/>
                    <a:gd name="connsiteX19" fmla="*/ 2901 w 29438"/>
                    <a:gd name="connsiteY19" fmla="*/ 11627 h 22039"/>
                    <a:gd name="connsiteX20" fmla="*/ 4228 w 29438"/>
                    <a:gd name="connsiteY20" fmla="*/ 16327 h 22039"/>
                    <a:gd name="connsiteX21" fmla="*/ 7714 w 29438"/>
                    <a:gd name="connsiteY21" fmla="*/ 17947 h 22039"/>
                    <a:gd name="connsiteX22" fmla="*/ 10593 w 29438"/>
                    <a:gd name="connsiteY22" fmla="*/ 16620 h 22039"/>
                    <a:gd name="connsiteX23" fmla="*/ 12212 w 29438"/>
                    <a:gd name="connsiteY23" fmla="*/ 13291 h 22039"/>
                    <a:gd name="connsiteX24" fmla="*/ 13314 w 29438"/>
                    <a:gd name="connsiteY24" fmla="*/ 8973 h 22039"/>
                    <a:gd name="connsiteX25" fmla="*/ 14686 w 29438"/>
                    <a:gd name="connsiteY25" fmla="*/ 4655 h 22039"/>
                    <a:gd name="connsiteX26" fmla="*/ 17092 w 29438"/>
                    <a:gd name="connsiteY26" fmla="*/ 1327 h 22039"/>
                    <a:gd name="connsiteX27" fmla="*/ 21298 w 29438"/>
                    <a:gd name="connsiteY27" fmla="*/ 0 h 22039"/>
                    <a:gd name="connsiteX28" fmla="*/ 24829 w 29438"/>
                    <a:gd name="connsiteY28" fmla="*/ 855 h 22039"/>
                    <a:gd name="connsiteX29" fmla="*/ 27392 w 29438"/>
                    <a:gd name="connsiteY29" fmla="*/ 3239 h 22039"/>
                    <a:gd name="connsiteX30" fmla="*/ 28922 w 29438"/>
                    <a:gd name="connsiteY30" fmla="*/ 6837 h 22039"/>
                    <a:gd name="connsiteX31" fmla="*/ 29439 w 29438"/>
                    <a:gd name="connsiteY31" fmla="*/ 11402 h 22039"/>
                    <a:gd name="connsiteX32" fmla="*/ 28719 w 29438"/>
                    <a:gd name="connsiteY32" fmla="*/ 15810 h 22039"/>
                    <a:gd name="connsiteX33" fmla="*/ 26695 w 29438"/>
                    <a:gd name="connsiteY33" fmla="*/ 19071 h 22039"/>
                    <a:gd name="connsiteX34" fmla="*/ 23682 w 29438"/>
                    <a:gd name="connsiteY34" fmla="*/ 21185 h 22039"/>
                    <a:gd name="connsiteX35" fmla="*/ 19948 w 29438"/>
                    <a:gd name="connsiteY35" fmla="*/ 22040 h 22039"/>
                    <a:gd name="connsiteX36" fmla="*/ 19948 w 29438"/>
                    <a:gd name="connsiteY36" fmla="*/ 18756 h 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438" h="22039">
                      <a:moveTo>
                        <a:pt x="19993" y="18734"/>
                      </a:moveTo>
                      <a:cubicBezTo>
                        <a:pt x="22400" y="18239"/>
                        <a:pt x="24109" y="17317"/>
                        <a:pt x="25098" y="16013"/>
                      </a:cubicBezTo>
                      <a:cubicBezTo>
                        <a:pt x="26088" y="14708"/>
                        <a:pt x="26583" y="12819"/>
                        <a:pt x="26583" y="10368"/>
                      </a:cubicBezTo>
                      <a:cubicBezTo>
                        <a:pt x="26583" y="9176"/>
                        <a:pt x="26448" y="8164"/>
                        <a:pt x="26155" y="7287"/>
                      </a:cubicBezTo>
                      <a:cubicBezTo>
                        <a:pt x="25863" y="6432"/>
                        <a:pt x="25481" y="5712"/>
                        <a:pt x="24986" y="5150"/>
                      </a:cubicBezTo>
                      <a:cubicBezTo>
                        <a:pt x="24491" y="4588"/>
                        <a:pt x="23951" y="4161"/>
                        <a:pt x="23344" y="3891"/>
                      </a:cubicBezTo>
                      <a:cubicBezTo>
                        <a:pt x="22737" y="3598"/>
                        <a:pt x="22085" y="3463"/>
                        <a:pt x="21410" y="3463"/>
                      </a:cubicBezTo>
                      <a:cubicBezTo>
                        <a:pt x="20038" y="3463"/>
                        <a:pt x="19026" y="3913"/>
                        <a:pt x="18352" y="4790"/>
                      </a:cubicBezTo>
                      <a:cubicBezTo>
                        <a:pt x="17677" y="5667"/>
                        <a:pt x="17160" y="6769"/>
                        <a:pt x="16777" y="8119"/>
                      </a:cubicBezTo>
                      <a:cubicBezTo>
                        <a:pt x="16395" y="9468"/>
                        <a:pt x="16080" y="10885"/>
                        <a:pt x="15810" y="12437"/>
                      </a:cubicBezTo>
                      <a:cubicBezTo>
                        <a:pt x="15540" y="13989"/>
                        <a:pt x="15135" y="15428"/>
                        <a:pt x="14596" y="16755"/>
                      </a:cubicBezTo>
                      <a:cubicBezTo>
                        <a:pt x="14056" y="18082"/>
                        <a:pt x="13291" y="19184"/>
                        <a:pt x="12279" y="20083"/>
                      </a:cubicBezTo>
                      <a:cubicBezTo>
                        <a:pt x="11267" y="20983"/>
                        <a:pt x="9850" y="21410"/>
                        <a:pt x="8006" y="21410"/>
                      </a:cubicBezTo>
                      <a:cubicBezTo>
                        <a:pt x="5667" y="21410"/>
                        <a:pt x="3756" y="20556"/>
                        <a:pt x="2249" y="18846"/>
                      </a:cubicBezTo>
                      <a:cubicBezTo>
                        <a:pt x="765" y="17137"/>
                        <a:pt x="0" y="14708"/>
                        <a:pt x="0" y="11582"/>
                      </a:cubicBezTo>
                      <a:cubicBezTo>
                        <a:pt x="0" y="8456"/>
                        <a:pt x="675" y="6095"/>
                        <a:pt x="2024" y="4206"/>
                      </a:cubicBezTo>
                      <a:cubicBezTo>
                        <a:pt x="3373" y="2316"/>
                        <a:pt x="5622" y="1170"/>
                        <a:pt x="8794" y="787"/>
                      </a:cubicBezTo>
                      <a:lnTo>
                        <a:pt x="8794" y="4071"/>
                      </a:lnTo>
                      <a:cubicBezTo>
                        <a:pt x="6634" y="4363"/>
                        <a:pt x="5105" y="5173"/>
                        <a:pt x="4228" y="6522"/>
                      </a:cubicBezTo>
                      <a:cubicBezTo>
                        <a:pt x="3351" y="7871"/>
                        <a:pt x="2901" y="9581"/>
                        <a:pt x="2901" y="11627"/>
                      </a:cubicBezTo>
                      <a:cubicBezTo>
                        <a:pt x="2901" y="13674"/>
                        <a:pt x="3351" y="15248"/>
                        <a:pt x="4228" y="16327"/>
                      </a:cubicBezTo>
                      <a:cubicBezTo>
                        <a:pt x="5105" y="17407"/>
                        <a:pt x="6275" y="17947"/>
                        <a:pt x="7714" y="17947"/>
                      </a:cubicBezTo>
                      <a:cubicBezTo>
                        <a:pt x="8973" y="17947"/>
                        <a:pt x="9940" y="17497"/>
                        <a:pt x="10593" y="16620"/>
                      </a:cubicBezTo>
                      <a:cubicBezTo>
                        <a:pt x="11267" y="15743"/>
                        <a:pt x="11807" y="14641"/>
                        <a:pt x="12212" y="13291"/>
                      </a:cubicBezTo>
                      <a:cubicBezTo>
                        <a:pt x="12617" y="11964"/>
                        <a:pt x="12999" y="10525"/>
                        <a:pt x="13314" y="8973"/>
                      </a:cubicBezTo>
                      <a:cubicBezTo>
                        <a:pt x="13629" y="7422"/>
                        <a:pt x="14101" y="5982"/>
                        <a:pt x="14686" y="4655"/>
                      </a:cubicBezTo>
                      <a:cubicBezTo>
                        <a:pt x="15271" y="3328"/>
                        <a:pt x="16080" y="2227"/>
                        <a:pt x="17092" y="1327"/>
                      </a:cubicBezTo>
                      <a:cubicBezTo>
                        <a:pt x="18104" y="450"/>
                        <a:pt x="19499" y="0"/>
                        <a:pt x="21298" y="0"/>
                      </a:cubicBezTo>
                      <a:cubicBezTo>
                        <a:pt x="22624" y="0"/>
                        <a:pt x="23816" y="292"/>
                        <a:pt x="24829" y="855"/>
                      </a:cubicBezTo>
                      <a:cubicBezTo>
                        <a:pt x="25863" y="1439"/>
                        <a:pt x="26718" y="2227"/>
                        <a:pt x="27392" y="3239"/>
                      </a:cubicBezTo>
                      <a:cubicBezTo>
                        <a:pt x="28067" y="4251"/>
                        <a:pt x="28584" y="5443"/>
                        <a:pt x="28922" y="6837"/>
                      </a:cubicBezTo>
                      <a:cubicBezTo>
                        <a:pt x="29259" y="8231"/>
                        <a:pt x="29439" y="9738"/>
                        <a:pt x="29439" y="11402"/>
                      </a:cubicBezTo>
                      <a:cubicBezTo>
                        <a:pt x="29439" y="13066"/>
                        <a:pt x="29191" y="14528"/>
                        <a:pt x="28719" y="15810"/>
                      </a:cubicBezTo>
                      <a:cubicBezTo>
                        <a:pt x="28225" y="17092"/>
                        <a:pt x="27550" y="18172"/>
                        <a:pt x="26695" y="19071"/>
                      </a:cubicBezTo>
                      <a:cubicBezTo>
                        <a:pt x="25841" y="19971"/>
                        <a:pt x="24829" y="20668"/>
                        <a:pt x="23682" y="21185"/>
                      </a:cubicBezTo>
                      <a:cubicBezTo>
                        <a:pt x="22535" y="21680"/>
                        <a:pt x="21298" y="21972"/>
                        <a:pt x="19948" y="22040"/>
                      </a:cubicBezTo>
                      <a:lnTo>
                        <a:pt x="19948" y="18756"/>
                      </a:lnTo>
                      <a:close/>
                    </a:path>
                  </a:pathLst>
                </a:custGeom>
                <a:solidFill>
                  <a:srgbClr val="231F20"/>
                </a:solidFill>
                <a:ln w="2249"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7D3626A9-5639-63D9-661A-73472F3814F9}"/>
                    </a:ext>
                  </a:extLst>
                </p:cNvPr>
                <p:cNvSpPr/>
                <p:nvPr/>
              </p:nvSpPr>
              <p:spPr>
                <a:xfrm>
                  <a:off x="4516063" y="2891926"/>
                  <a:ext cx="38862" cy="3238"/>
                </a:xfrm>
                <a:custGeom>
                  <a:avLst/>
                  <a:gdLst>
                    <a:gd name="connsiteX0" fmla="*/ 38862 w 38862"/>
                    <a:gd name="connsiteY0" fmla="*/ 3239 h 3238"/>
                    <a:gd name="connsiteX1" fmla="*/ 0 w 38862"/>
                    <a:gd name="connsiteY1" fmla="*/ 3239 h 3238"/>
                    <a:gd name="connsiteX2" fmla="*/ 0 w 38862"/>
                    <a:gd name="connsiteY2" fmla="*/ 0 h 3238"/>
                    <a:gd name="connsiteX3" fmla="*/ 38862 w 38862"/>
                    <a:gd name="connsiteY3" fmla="*/ 0 h 3238"/>
                    <a:gd name="connsiteX4" fmla="*/ 38862 w 38862"/>
                    <a:gd name="connsiteY4" fmla="*/ 3239 h 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62" h="3238">
                      <a:moveTo>
                        <a:pt x="38862" y="3239"/>
                      </a:moveTo>
                      <a:lnTo>
                        <a:pt x="0" y="3239"/>
                      </a:lnTo>
                      <a:lnTo>
                        <a:pt x="0" y="0"/>
                      </a:lnTo>
                      <a:lnTo>
                        <a:pt x="38862" y="0"/>
                      </a:lnTo>
                      <a:lnTo>
                        <a:pt x="38862" y="3239"/>
                      </a:lnTo>
                      <a:close/>
                    </a:path>
                  </a:pathLst>
                </a:custGeom>
                <a:solidFill>
                  <a:srgbClr val="231F20"/>
                </a:solidFill>
                <a:ln w="2249"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8FF47F7-1D67-A0AC-174D-61E67A213CCB}"/>
                    </a:ext>
                  </a:extLst>
                </p:cNvPr>
                <p:cNvSpPr/>
                <p:nvPr/>
              </p:nvSpPr>
              <p:spPr>
                <a:xfrm>
                  <a:off x="4526183" y="2859586"/>
                  <a:ext cx="29483" cy="25907"/>
                </a:xfrm>
                <a:custGeom>
                  <a:avLst/>
                  <a:gdLst>
                    <a:gd name="connsiteX0" fmla="*/ 29484 w 29483"/>
                    <a:gd name="connsiteY0" fmla="*/ 12954 h 25907"/>
                    <a:gd name="connsiteX1" fmla="*/ 28517 w 29483"/>
                    <a:gd name="connsiteY1" fmla="*/ 17992 h 25907"/>
                    <a:gd name="connsiteX2" fmla="*/ 25773 w 29483"/>
                    <a:gd name="connsiteY2" fmla="*/ 22085 h 25907"/>
                    <a:gd name="connsiteX3" fmla="*/ 21185 w 29483"/>
                    <a:gd name="connsiteY3" fmla="*/ 24873 h 25907"/>
                    <a:gd name="connsiteX4" fmla="*/ 14753 w 29483"/>
                    <a:gd name="connsiteY4" fmla="*/ 25908 h 25907"/>
                    <a:gd name="connsiteX5" fmla="*/ 8996 w 29483"/>
                    <a:gd name="connsiteY5" fmla="*/ 25098 h 25907"/>
                    <a:gd name="connsiteX6" fmla="*/ 4318 w 29483"/>
                    <a:gd name="connsiteY6" fmla="*/ 22669 h 25907"/>
                    <a:gd name="connsiteX7" fmla="*/ 1170 w 29483"/>
                    <a:gd name="connsiteY7" fmla="*/ 18621 h 25907"/>
                    <a:gd name="connsiteX8" fmla="*/ 0 w 29483"/>
                    <a:gd name="connsiteY8" fmla="*/ 12954 h 25907"/>
                    <a:gd name="connsiteX9" fmla="*/ 1170 w 29483"/>
                    <a:gd name="connsiteY9" fmla="*/ 7242 h 25907"/>
                    <a:gd name="connsiteX10" fmla="*/ 4296 w 29483"/>
                    <a:gd name="connsiteY10" fmla="*/ 3193 h 25907"/>
                    <a:gd name="connsiteX11" fmla="*/ 8973 w 29483"/>
                    <a:gd name="connsiteY11" fmla="*/ 787 h 25907"/>
                    <a:gd name="connsiteX12" fmla="*/ 14753 w 29483"/>
                    <a:gd name="connsiteY12" fmla="*/ 0 h 25907"/>
                    <a:gd name="connsiteX13" fmla="*/ 20803 w 29483"/>
                    <a:gd name="connsiteY13" fmla="*/ 922 h 25907"/>
                    <a:gd name="connsiteX14" fmla="*/ 25436 w 29483"/>
                    <a:gd name="connsiteY14" fmla="*/ 3531 h 25907"/>
                    <a:gd name="connsiteX15" fmla="*/ 28427 w 29483"/>
                    <a:gd name="connsiteY15" fmla="*/ 7624 h 25907"/>
                    <a:gd name="connsiteX16" fmla="*/ 29484 w 29483"/>
                    <a:gd name="connsiteY16" fmla="*/ 12932 h 25907"/>
                    <a:gd name="connsiteX17" fmla="*/ 14753 w 29483"/>
                    <a:gd name="connsiteY17" fmla="*/ 3463 h 25907"/>
                    <a:gd name="connsiteX18" fmla="*/ 10120 w 29483"/>
                    <a:gd name="connsiteY18" fmla="*/ 4003 h 25907"/>
                    <a:gd name="connsiteX19" fmla="*/ 6364 w 29483"/>
                    <a:gd name="connsiteY19" fmla="*/ 5667 h 25907"/>
                    <a:gd name="connsiteX20" fmla="*/ 3846 w 29483"/>
                    <a:gd name="connsiteY20" fmla="*/ 8591 h 25907"/>
                    <a:gd name="connsiteX21" fmla="*/ 2924 w 29483"/>
                    <a:gd name="connsiteY21" fmla="*/ 12954 h 25907"/>
                    <a:gd name="connsiteX22" fmla="*/ 3913 w 29483"/>
                    <a:gd name="connsiteY22" fmla="*/ 17294 h 25907"/>
                    <a:gd name="connsiteX23" fmla="*/ 6567 w 29483"/>
                    <a:gd name="connsiteY23" fmla="*/ 20241 h 25907"/>
                    <a:gd name="connsiteX24" fmla="*/ 10345 w 29483"/>
                    <a:gd name="connsiteY24" fmla="*/ 21905 h 25907"/>
                    <a:gd name="connsiteX25" fmla="*/ 14753 w 29483"/>
                    <a:gd name="connsiteY25" fmla="*/ 22445 h 25907"/>
                    <a:gd name="connsiteX26" fmla="*/ 19521 w 29483"/>
                    <a:gd name="connsiteY26" fmla="*/ 21815 h 25907"/>
                    <a:gd name="connsiteX27" fmla="*/ 23277 w 29483"/>
                    <a:gd name="connsiteY27" fmla="*/ 20016 h 25907"/>
                    <a:gd name="connsiteX28" fmla="*/ 25705 w 29483"/>
                    <a:gd name="connsiteY28" fmla="*/ 17047 h 25907"/>
                    <a:gd name="connsiteX29" fmla="*/ 26560 w 29483"/>
                    <a:gd name="connsiteY29" fmla="*/ 12954 h 25907"/>
                    <a:gd name="connsiteX30" fmla="*/ 25571 w 29483"/>
                    <a:gd name="connsiteY30" fmla="*/ 8613 h 25907"/>
                    <a:gd name="connsiteX31" fmla="*/ 22894 w 29483"/>
                    <a:gd name="connsiteY31" fmla="*/ 5667 h 25907"/>
                    <a:gd name="connsiteX32" fmla="*/ 19116 w 29483"/>
                    <a:gd name="connsiteY32" fmla="*/ 4003 h 25907"/>
                    <a:gd name="connsiteX33" fmla="*/ 14753 w 29483"/>
                    <a:gd name="connsiteY33" fmla="*/ 3463 h 25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483" h="25907">
                      <a:moveTo>
                        <a:pt x="29484" y="12954"/>
                      </a:moveTo>
                      <a:cubicBezTo>
                        <a:pt x="29439" y="14753"/>
                        <a:pt x="29124" y="16440"/>
                        <a:pt x="28517" y="17992"/>
                      </a:cubicBezTo>
                      <a:cubicBezTo>
                        <a:pt x="27910" y="19566"/>
                        <a:pt x="26988" y="20915"/>
                        <a:pt x="25773" y="22085"/>
                      </a:cubicBezTo>
                      <a:cubicBezTo>
                        <a:pt x="24559" y="23254"/>
                        <a:pt x="23029" y="24176"/>
                        <a:pt x="21185" y="24873"/>
                      </a:cubicBezTo>
                      <a:cubicBezTo>
                        <a:pt x="19341" y="25548"/>
                        <a:pt x="17205" y="25908"/>
                        <a:pt x="14753" y="25908"/>
                      </a:cubicBezTo>
                      <a:cubicBezTo>
                        <a:pt x="12707" y="25908"/>
                        <a:pt x="10795" y="25638"/>
                        <a:pt x="8996" y="25098"/>
                      </a:cubicBezTo>
                      <a:cubicBezTo>
                        <a:pt x="7219" y="24559"/>
                        <a:pt x="5667" y="23749"/>
                        <a:pt x="4318" y="22669"/>
                      </a:cubicBezTo>
                      <a:cubicBezTo>
                        <a:pt x="2991" y="21590"/>
                        <a:pt x="1934" y="20241"/>
                        <a:pt x="1170" y="18621"/>
                      </a:cubicBezTo>
                      <a:cubicBezTo>
                        <a:pt x="405" y="17002"/>
                        <a:pt x="0" y="15113"/>
                        <a:pt x="0" y="12954"/>
                      </a:cubicBezTo>
                      <a:cubicBezTo>
                        <a:pt x="0" y="10795"/>
                        <a:pt x="382" y="8861"/>
                        <a:pt x="1170" y="7242"/>
                      </a:cubicBezTo>
                      <a:cubicBezTo>
                        <a:pt x="1934" y="5622"/>
                        <a:pt x="2991" y="4273"/>
                        <a:pt x="4296" y="3193"/>
                      </a:cubicBezTo>
                      <a:cubicBezTo>
                        <a:pt x="5600" y="2114"/>
                        <a:pt x="7174" y="1304"/>
                        <a:pt x="8973" y="787"/>
                      </a:cubicBezTo>
                      <a:cubicBezTo>
                        <a:pt x="10773" y="270"/>
                        <a:pt x="12707" y="0"/>
                        <a:pt x="14753" y="0"/>
                      </a:cubicBezTo>
                      <a:cubicBezTo>
                        <a:pt x="16980" y="0"/>
                        <a:pt x="19004" y="315"/>
                        <a:pt x="20803" y="922"/>
                      </a:cubicBezTo>
                      <a:cubicBezTo>
                        <a:pt x="22602" y="1529"/>
                        <a:pt x="24154" y="2406"/>
                        <a:pt x="25436" y="3531"/>
                      </a:cubicBezTo>
                      <a:cubicBezTo>
                        <a:pt x="26740" y="4655"/>
                        <a:pt x="27730" y="6027"/>
                        <a:pt x="28427" y="7624"/>
                      </a:cubicBezTo>
                      <a:cubicBezTo>
                        <a:pt x="29124" y="9221"/>
                        <a:pt x="29484" y="10997"/>
                        <a:pt x="29484" y="12932"/>
                      </a:cubicBezTo>
                      <a:close/>
                      <a:moveTo>
                        <a:pt x="14753" y="3463"/>
                      </a:moveTo>
                      <a:cubicBezTo>
                        <a:pt x="13089" y="3463"/>
                        <a:pt x="11560" y="3643"/>
                        <a:pt x="10120" y="4003"/>
                      </a:cubicBezTo>
                      <a:cubicBezTo>
                        <a:pt x="8681" y="4363"/>
                        <a:pt x="7422" y="4925"/>
                        <a:pt x="6364" y="5667"/>
                      </a:cubicBezTo>
                      <a:cubicBezTo>
                        <a:pt x="5308" y="6432"/>
                        <a:pt x="4475" y="7399"/>
                        <a:pt x="3846" y="8591"/>
                      </a:cubicBezTo>
                      <a:cubicBezTo>
                        <a:pt x="3238" y="9783"/>
                        <a:pt x="2924" y="11245"/>
                        <a:pt x="2924" y="12954"/>
                      </a:cubicBezTo>
                      <a:cubicBezTo>
                        <a:pt x="2924" y="14663"/>
                        <a:pt x="3261" y="16103"/>
                        <a:pt x="3913" y="17294"/>
                      </a:cubicBezTo>
                      <a:cubicBezTo>
                        <a:pt x="4588" y="18509"/>
                        <a:pt x="5465" y="19476"/>
                        <a:pt x="6567" y="20241"/>
                      </a:cubicBezTo>
                      <a:cubicBezTo>
                        <a:pt x="7669" y="21005"/>
                        <a:pt x="8928" y="21545"/>
                        <a:pt x="10345" y="21905"/>
                      </a:cubicBezTo>
                      <a:cubicBezTo>
                        <a:pt x="11762" y="22265"/>
                        <a:pt x="13224" y="22445"/>
                        <a:pt x="14753" y="22445"/>
                      </a:cubicBezTo>
                      <a:cubicBezTo>
                        <a:pt x="16485" y="22445"/>
                        <a:pt x="18082" y="22242"/>
                        <a:pt x="19521" y="21815"/>
                      </a:cubicBezTo>
                      <a:cubicBezTo>
                        <a:pt x="20983" y="21410"/>
                        <a:pt x="22220" y="20803"/>
                        <a:pt x="23277" y="20016"/>
                      </a:cubicBezTo>
                      <a:cubicBezTo>
                        <a:pt x="24334" y="19229"/>
                        <a:pt x="25121" y="18239"/>
                        <a:pt x="25705" y="17047"/>
                      </a:cubicBezTo>
                      <a:cubicBezTo>
                        <a:pt x="26290" y="15855"/>
                        <a:pt x="26560" y="14483"/>
                        <a:pt x="26560" y="12954"/>
                      </a:cubicBezTo>
                      <a:cubicBezTo>
                        <a:pt x="26560" y="11267"/>
                        <a:pt x="26223" y="9805"/>
                        <a:pt x="25571" y="8613"/>
                      </a:cubicBezTo>
                      <a:cubicBezTo>
                        <a:pt x="24896" y="7399"/>
                        <a:pt x="24019" y="6432"/>
                        <a:pt x="22894" y="5667"/>
                      </a:cubicBezTo>
                      <a:cubicBezTo>
                        <a:pt x="21770" y="4903"/>
                        <a:pt x="20510" y="4363"/>
                        <a:pt x="19116" y="4003"/>
                      </a:cubicBezTo>
                      <a:cubicBezTo>
                        <a:pt x="17722" y="3643"/>
                        <a:pt x="16260" y="3463"/>
                        <a:pt x="14753" y="3463"/>
                      </a:cubicBezTo>
                      <a:close/>
                    </a:path>
                  </a:pathLst>
                </a:custGeom>
                <a:solidFill>
                  <a:srgbClr val="231F20"/>
                </a:solidFill>
                <a:ln w="2249"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60FD0E9-B152-E98F-8BB3-4EBD88A21822}"/>
                    </a:ext>
                  </a:extLst>
                </p:cNvPr>
                <p:cNvSpPr/>
                <p:nvPr/>
              </p:nvSpPr>
              <p:spPr>
                <a:xfrm>
                  <a:off x="4526970" y="2819397"/>
                  <a:ext cx="27954" cy="37355"/>
                </a:xfrm>
                <a:custGeom>
                  <a:avLst/>
                  <a:gdLst>
                    <a:gd name="connsiteX0" fmla="*/ 23637 w 27954"/>
                    <a:gd name="connsiteY0" fmla="*/ 10615 h 37355"/>
                    <a:gd name="connsiteX1" fmla="*/ 0 w 27954"/>
                    <a:gd name="connsiteY1" fmla="*/ 3283 h 37355"/>
                    <a:gd name="connsiteX2" fmla="*/ 0 w 27954"/>
                    <a:gd name="connsiteY2" fmla="*/ 0 h 37355"/>
                    <a:gd name="connsiteX3" fmla="*/ 27955 w 27954"/>
                    <a:gd name="connsiteY3" fmla="*/ 9063 h 37355"/>
                    <a:gd name="connsiteX4" fmla="*/ 27955 w 27954"/>
                    <a:gd name="connsiteY4" fmla="*/ 12527 h 37355"/>
                    <a:gd name="connsiteX5" fmla="*/ 4475 w 27954"/>
                    <a:gd name="connsiteY5" fmla="*/ 18621 h 37355"/>
                    <a:gd name="connsiteX6" fmla="*/ 4475 w 27954"/>
                    <a:gd name="connsiteY6" fmla="*/ 18734 h 37355"/>
                    <a:gd name="connsiteX7" fmla="*/ 27955 w 27954"/>
                    <a:gd name="connsiteY7" fmla="*/ 24941 h 37355"/>
                    <a:gd name="connsiteX8" fmla="*/ 27955 w 27954"/>
                    <a:gd name="connsiteY8" fmla="*/ 28832 h 37355"/>
                    <a:gd name="connsiteX9" fmla="*/ 0 w 27954"/>
                    <a:gd name="connsiteY9" fmla="*/ 37355 h 37355"/>
                    <a:gd name="connsiteX10" fmla="*/ 0 w 27954"/>
                    <a:gd name="connsiteY10" fmla="*/ 34117 h 37355"/>
                    <a:gd name="connsiteX11" fmla="*/ 23861 w 27954"/>
                    <a:gd name="connsiteY11" fmla="*/ 26875 h 37355"/>
                    <a:gd name="connsiteX12" fmla="*/ 0 w 27954"/>
                    <a:gd name="connsiteY12" fmla="*/ 20398 h 37355"/>
                    <a:gd name="connsiteX13" fmla="*/ 0 w 27954"/>
                    <a:gd name="connsiteY13" fmla="*/ 16777 h 37355"/>
                    <a:gd name="connsiteX14" fmla="*/ 23637 w 27954"/>
                    <a:gd name="connsiteY14" fmla="*/ 10615 h 3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7954" h="37355">
                      <a:moveTo>
                        <a:pt x="23637" y="10615"/>
                      </a:moveTo>
                      <a:lnTo>
                        <a:pt x="0" y="3283"/>
                      </a:lnTo>
                      <a:lnTo>
                        <a:pt x="0" y="0"/>
                      </a:lnTo>
                      <a:lnTo>
                        <a:pt x="27955" y="9063"/>
                      </a:lnTo>
                      <a:lnTo>
                        <a:pt x="27955" y="12527"/>
                      </a:lnTo>
                      <a:lnTo>
                        <a:pt x="4475" y="18621"/>
                      </a:lnTo>
                      <a:lnTo>
                        <a:pt x="4475" y="18734"/>
                      </a:lnTo>
                      <a:lnTo>
                        <a:pt x="27955" y="24941"/>
                      </a:lnTo>
                      <a:lnTo>
                        <a:pt x="27955" y="28832"/>
                      </a:lnTo>
                      <a:lnTo>
                        <a:pt x="0" y="37355"/>
                      </a:lnTo>
                      <a:lnTo>
                        <a:pt x="0" y="34117"/>
                      </a:lnTo>
                      <a:lnTo>
                        <a:pt x="23861" y="26875"/>
                      </a:lnTo>
                      <a:lnTo>
                        <a:pt x="0" y="20398"/>
                      </a:lnTo>
                      <a:lnTo>
                        <a:pt x="0" y="16777"/>
                      </a:lnTo>
                      <a:lnTo>
                        <a:pt x="23637" y="10615"/>
                      </a:lnTo>
                      <a:close/>
                    </a:path>
                  </a:pathLst>
                </a:custGeom>
                <a:solidFill>
                  <a:srgbClr val="231F20"/>
                </a:solidFill>
                <a:ln w="2249"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E770E4E4-C0CD-C24E-34E1-574EB1A9F130}"/>
                    </a:ext>
                  </a:extLst>
                </p:cNvPr>
                <p:cNvSpPr/>
                <p:nvPr/>
              </p:nvSpPr>
              <p:spPr>
                <a:xfrm>
                  <a:off x="4526228" y="2791037"/>
                  <a:ext cx="29483" cy="25167"/>
                </a:xfrm>
                <a:custGeom>
                  <a:avLst/>
                  <a:gdLst>
                    <a:gd name="connsiteX0" fmla="*/ 15473 w 29483"/>
                    <a:gd name="connsiteY0" fmla="*/ 21659 h 25167"/>
                    <a:gd name="connsiteX1" fmla="*/ 19768 w 29483"/>
                    <a:gd name="connsiteY1" fmla="*/ 21074 h 25167"/>
                    <a:gd name="connsiteX2" fmla="*/ 23277 w 29483"/>
                    <a:gd name="connsiteY2" fmla="*/ 19320 h 25167"/>
                    <a:gd name="connsiteX3" fmla="*/ 25660 w 29483"/>
                    <a:gd name="connsiteY3" fmla="*/ 16374 h 25167"/>
                    <a:gd name="connsiteX4" fmla="*/ 26560 w 29483"/>
                    <a:gd name="connsiteY4" fmla="*/ 12281 h 25167"/>
                    <a:gd name="connsiteX5" fmla="*/ 24896 w 29483"/>
                    <a:gd name="connsiteY5" fmla="*/ 6838 h 25167"/>
                    <a:gd name="connsiteX6" fmla="*/ 20151 w 29483"/>
                    <a:gd name="connsiteY6" fmla="*/ 3825 h 25167"/>
                    <a:gd name="connsiteX7" fmla="*/ 20151 w 29483"/>
                    <a:gd name="connsiteY7" fmla="*/ 204 h 25167"/>
                    <a:gd name="connsiteX8" fmla="*/ 23839 w 29483"/>
                    <a:gd name="connsiteY8" fmla="*/ 1778 h 25167"/>
                    <a:gd name="connsiteX9" fmla="*/ 26807 w 29483"/>
                    <a:gd name="connsiteY9" fmla="*/ 4207 h 25167"/>
                    <a:gd name="connsiteX10" fmla="*/ 28787 w 29483"/>
                    <a:gd name="connsiteY10" fmla="*/ 7670 h 25167"/>
                    <a:gd name="connsiteX11" fmla="*/ 29484 w 29483"/>
                    <a:gd name="connsiteY11" fmla="*/ 12303 h 25167"/>
                    <a:gd name="connsiteX12" fmla="*/ 28359 w 29483"/>
                    <a:gd name="connsiteY12" fmla="*/ 18083 h 25167"/>
                    <a:gd name="connsiteX13" fmla="*/ 25256 w 29483"/>
                    <a:gd name="connsiteY13" fmla="*/ 22086 h 25167"/>
                    <a:gd name="connsiteX14" fmla="*/ 20623 w 29483"/>
                    <a:gd name="connsiteY14" fmla="*/ 24403 h 25167"/>
                    <a:gd name="connsiteX15" fmla="*/ 14866 w 29483"/>
                    <a:gd name="connsiteY15" fmla="*/ 25167 h 25167"/>
                    <a:gd name="connsiteX16" fmla="*/ 9086 w 29483"/>
                    <a:gd name="connsiteY16" fmla="*/ 24268 h 25167"/>
                    <a:gd name="connsiteX17" fmla="*/ 4363 w 29483"/>
                    <a:gd name="connsiteY17" fmla="*/ 21726 h 25167"/>
                    <a:gd name="connsiteX18" fmla="*/ 1170 w 29483"/>
                    <a:gd name="connsiteY18" fmla="*/ 17701 h 25167"/>
                    <a:gd name="connsiteX19" fmla="*/ 0 w 29483"/>
                    <a:gd name="connsiteY19" fmla="*/ 12303 h 25167"/>
                    <a:gd name="connsiteX20" fmla="*/ 3958 w 29483"/>
                    <a:gd name="connsiteY20" fmla="*/ 3240 h 25167"/>
                    <a:gd name="connsiteX21" fmla="*/ 15473 w 29483"/>
                    <a:gd name="connsiteY21" fmla="*/ 1 h 25167"/>
                    <a:gd name="connsiteX22" fmla="*/ 15473 w 29483"/>
                    <a:gd name="connsiteY22" fmla="*/ 21704 h 25167"/>
                    <a:gd name="connsiteX23" fmla="*/ 12774 w 29483"/>
                    <a:gd name="connsiteY23" fmla="*/ 3420 h 25167"/>
                    <a:gd name="connsiteX24" fmla="*/ 8906 w 29483"/>
                    <a:gd name="connsiteY24" fmla="*/ 3982 h 25167"/>
                    <a:gd name="connsiteX25" fmla="*/ 5780 w 29483"/>
                    <a:gd name="connsiteY25" fmla="*/ 5646 h 25167"/>
                    <a:gd name="connsiteX26" fmla="*/ 3666 w 29483"/>
                    <a:gd name="connsiteY26" fmla="*/ 8435 h 25167"/>
                    <a:gd name="connsiteX27" fmla="*/ 2879 w 29483"/>
                    <a:gd name="connsiteY27" fmla="*/ 12258 h 25167"/>
                    <a:gd name="connsiteX28" fmla="*/ 3688 w 29483"/>
                    <a:gd name="connsiteY28" fmla="*/ 16059 h 25167"/>
                    <a:gd name="connsiteX29" fmla="*/ 5847 w 29483"/>
                    <a:gd name="connsiteY29" fmla="*/ 18870 h 25167"/>
                    <a:gd name="connsiteX30" fmla="*/ 8973 w 29483"/>
                    <a:gd name="connsiteY30" fmla="*/ 20737 h 25167"/>
                    <a:gd name="connsiteX31" fmla="*/ 12751 w 29483"/>
                    <a:gd name="connsiteY31" fmla="*/ 21659 h 25167"/>
                    <a:gd name="connsiteX32" fmla="*/ 12751 w 29483"/>
                    <a:gd name="connsiteY32" fmla="*/ 3420 h 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483" h="25167">
                      <a:moveTo>
                        <a:pt x="15473" y="21659"/>
                      </a:moveTo>
                      <a:cubicBezTo>
                        <a:pt x="16979" y="21659"/>
                        <a:pt x="18419" y="21456"/>
                        <a:pt x="19768" y="21074"/>
                      </a:cubicBezTo>
                      <a:cubicBezTo>
                        <a:pt x="21118" y="20669"/>
                        <a:pt x="22287" y="20085"/>
                        <a:pt x="23277" y="19320"/>
                      </a:cubicBezTo>
                      <a:cubicBezTo>
                        <a:pt x="24266" y="18555"/>
                        <a:pt x="25053" y="17566"/>
                        <a:pt x="25660" y="16374"/>
                      </a:cubicBezTo>
                      <a:cubicBezTo>
                        <a:pt x="26245" y="15182"/>
                        <a:pt x="26560" y="13810"/>
                        <a:pt x="26560" y="12281"/>
                      </a:cubicBezTo>
                      <a:cubicBezTo>
                        <a:pt x="26560" y="10167"/>
                        <a:pt x="25998" y="8345"/>
                        <a:pt x="24896" y="6838"/>
                      </a:cubicBezTo>
                      <a:cubicBezTo>
                        <a:pt x="23771" y="5331"/>
                        <a:pt x="22197" y="4319"/>
                        <a:pt x="20151" y="3825"/>
                      </a:cubicBezTo>
                      <a:lnTo>
                        <a:pt x="20151" y="204"/>
                      </a:lnTo>
                      <a:cubicBezTo>
                        <a:pt x="21477" y="609"/>
                        <a:pt x="22714" y="1126"/>
                        <a:pt x="23839" y="1778"/>
                      </a:cubicBezTo>
                      <a:cubicBezTo>
                        <a:pt x="24963" y="2430"/>
                        <a:pt x="25953" y="3240"/>
                        <a:pt x="26807" y="4207"/>
                      </a:cubicBezTo>
                      <a:cubicBezTo>
                        <a:pt x="27662" y="5174"/>
                        <a:pt x="28314" y="6321"/>
                        <a:pt x="28787" y="7670"/>
                      </a:cubicBezTo>
                      <a:cubicBezTo>
                        <a:pt x="29259" y="8997"/>
                        <a:pt x="29484" y="10549"/>
                        <a:pt x="29484" y="12303"/>
                      </a:cubicBezTo>
                      <a:cubicBezTo>
                        <a:pt x="29484" y="14530"/>
                        <a:pt x="29101" y="16464"/>
                        <a:pt x="28359" y="18083"/>
                      </a:cubicBezTo>
                      <a:cubicBezTo>
                        <a:pt x="27595" y="19702"/>
                        <a:pt x="26560" y="21029"/>
                        <a:pt x="25256" y="22086"/>
                      </a:cubicBezTo>
                      <a:cubicBezTo>
                        <a:pt x="23951" y="23121"/>
                        <a:pt x="22400" y="23908"/>
                        <a:pt x="20623" y="24403"/>
                      </a:cubicBezTo>
                      <a:cubicBezTo>
                        <a:pt x="18846" y="24897"/>
                        <a:pt x="16935" y="25167"/>
                        <a:pt x="14866" y="25167"/>
                      </a:cubicBezTo>
                      <a:cubicBezTo>
                        <a:pt x="12796" y="25167"/>
                        <a:pt x="10885" y="24875"/>
                        <a:pt x="9086" y="24268"/>
                      </a:cubicBezTo>
                      <a:cubicBezTo>
                        <a:pt x="7287" y="23683"/>
                        <a:pt x="5712" y="22828"/>
                        <a:pt x="4363" y="21726"/>
                      </a:cubicBezTo>
                      <a:cubicBezTo>
                        <a:pt x="3014" y="20624"/>
                        <a:pt x="1957" y="19297"/>
                        <a:pt x="1170" y="17701"/>
                      </a:cubicBezTo>
                      <a:cubicBezTo>
                        <a:pt x="405" y="16126"/>
                        <a:pt x="0" y="14327"/>
                        <a:pt x="0" y="12303"/>
                      </a:cubicBezTo>
                      <a:cubicBezTo>
                        <a:pt x="0" y="8457"/>
                        <a:pt x="1327" y="5421"/>
                        <a:pt x="3958" y="3240"/>
                      </a:cubicBezTo>
                      <a:cubicBezTo>
                        <a:pt x="6612" y="1036"/>
                        <a:pt x="10435" y="-44"/>
                        <a:pt x="15473" y="1"/>
                      </a:cubicBezTo>
                      <a:lnTo>
                        <a:pt x="15473" y="21704"/>
                      </a:lnTo>
                      <a:close/>
                      <a:moveTo>
                        <a:pt x="12774" y="3420"/>
                      </a:moveTo>
                      <a:cubicBezTo>
                        <a:pt x="11402" y="3420"/>
                        <a:pt x="10120" y="3600"/>
                        <a:pt x="8906" y="3982"/>
                      </a:cubicBezTo>
                      <a:cubicBezTo>
                        <a:pt x="7691" y="4364"/>
                        <a:pt x="6657" y="4927"/>
                        <a:pt x="5780" y="5646"/>
                      </a:cubicBezTo>
                      <a:cubicBezTo>
                        <a:pt x="4903" y="6388"/>
                        <a:pt x="4206" y="7310"/>
                        <a:pt x="3666" y="8435"/>
                      </a:cubicBezTo>
                      <a:cubicBezTo>
                        <a:pt x="3149" y="9559"/>
                        <a:pt x="2879" y="10819"/>
                        <a:pt x="2879" y="12258"/>
                      </a:cubicBezTo>
                      <a:cubicBezTo>
                        <a:pt x="2879" y="13697"/>
                        <a:pt x="3149" y="14957"/>
                        <a:pt x="3688" y="16059"/>
                      </a:cubicBezTo>
                      <a:cubicBezTo>
                        <a:pt x="4228" y="17161"/>
                        <a:pt x="4948" y="18083"/>
                        <a:pt x="5847" y="18870"/>
                      </a:cubicBezTo>
                      <a:cubicBezTo>
                        <a:pt x="6747" y="19635"/>
                        <a:pt x="7781" y="20264"/>
                        <a:pt x="8973" y="20737"/>
                      </a:cubicBezTo>
                      <a:cubicBezTo>
                        <a:pt x="10165" y="21209"/>
                        <a:pt x="11425" y="21501"/>
                        <a:pt x="12751" y="21659"/>
                      </a:cubicBezTo>
                      <a:lnTo>
                        <a:pt x="12751" y="3420"/>
                      </a:lnTo>
                      <a:close/>
                    </a:path>
                  </a:pathLst>
                </a:custGeom>
                <a:solidFill>
                  <a:srgbClr val="231F20"/>
                </a:solidFill>
                <a:ln w="2249"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6C1A678-3EBA-8E68-7EE1-E91EFECF31AE}"/>
                    </a:ext>
                  </a:extLst>
                </p:cNvPr>
                <p:cNvSpPr/>
                <p:nvPr/>
              </p:nvSpPr>
              <p:spPr>
                <a:xfrm>
                  <a:off x="4526205" y="2772034"/>
                  <a:ext cx="28719" cy="12481"/>
                </a:xfrm>
                <a:custGeom>
                  <a:avLst/>
                  <a:gdLst>
                    <a:gd name="connsiteX0" fmla="*/ 28719 w 28719"/>
                    <a:gd name="connsiteY0" fmla="*/ 9243 h 12481"/>
                    <a:gd name="connsiteX1" fmla="*/ 28719 w 28719"/>
                    <a:gd name="connsiteY1" fmla="*/ 12482 h 12481"/>
                    <a:gd name="connsiteX2" fmla="*/ 765 w 28719"/>
                    <a:gd name="connsiteY2" fmla="*/ 12482 h 12481"/>
                    <a:gd name="connsiteX3" fmla="*/ 765 w 28719"/>
                    <a:gd name="connsiteY3" fmla="*/ 9243 h 12481"/>
                    <a:gd name="connsiteX4" fmla="*/ 6005 w 28719"/>
                    <a:gd name="connsiteY4" fmla="*/ 9243 h 12481"/>
                    <a:gd name="connsiteX5" fmla="*/ 6005 w 28719"/>
                    <a:gd name="connsiteY5" fmla="*/ 9131 h 12481"/>
                    <a:gd name="connsiteX6" fmla="*/ 1327 w 28719"/>
                    <a:gd name="connsiteY6" fmla="*/ 5645 h 12481"/>
                    <a:gd name="connsiteX7" fmla="*/ 0 w 28719"/>
                    <a:gd name="connsiteY7" fmla="*/ 0 h 12481"/>
                    <a:gd name="connsiteX8" fmla="*/ 3508 w 28719"/>
                    <a:gd name="connsiteY8" fmla="*/ 0 h 12481"/>
                    <a:gd name="connsiteX9" fmla="*/ 4363 w 28719"/>
                    <a:gd name="connsiteY9" fmla="*/ 4543 h 12481"/>
                    <a:gd name="connsiteX10" fmla="*/ 6837 w 28719"/>
                    <a:gd name="connsiteY10" fmla="*/ 7377 h 12481"/>
                    <a:gd name="connsiteX11" fmla="*/ 10525 w 28719"/>
                    <a:gd name="connsiteY11" fmla="*/ 8838 h 12481"/>
                    <a:gd name="connsiteX12" fmla="*/ 14978 w 28719"/>
                    <a:gd name="connsiteY12" fmla="*/ 9243 h 12481"/>
                    <a:gd name="connsiteX13" fmla="*/ 28697 w 28719"/>
                    <a:gd name="connsiteY13" fmla="*/ 9243 h 1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719" h="12481">
                      <a:moveTo>
                        <a:pt x="28719" y="9243"/>
                      </a:moveTo>
                      <a:lnTo>
                        <a:pt x="28719" y="12482"/>
                      </a:lnTo>
                      <a:lnTo>
                        <a:pt x="765" y="12482"/>
                      </a:lnTo>
                      <a:lnTo>
                        <a:pt x="765" y="9243"/>
                      </a:lnTo>
                      <a:lnTo>
                        <a:pt x="6005" y="9243"/>
                      </a:lnTo>
                      <a:lnTo>
                        <a:pt x="6005" y="9131"/>
                      </a:lnTo>
                      <a:cubicBezTo>
                        <a:pt x="3778" y="8231"/>
                        <a:pt x="2226" y="7062"/>
                        <a:pt x="1327" y="5645"/>
                      </a:cubicBezTo>
                      <a:cubicBezTo>
                        <a:pt x="450" y="4228"/>
                        <a:pt x="0" y="2339"/>
                        <a:pt x="0" y="0"/>
                      </a:cubicBezTo>
                      <a:lnTo>
                        <a:pt x="3508" y="0"/>
                      </a:lnTo>
                      <a:cubicBezTo>
                        <a:pt x="3463" y="1844"/>
                        <a:pt x="3756" y="3351"/>
                        <a:pt x="4363" y="4543"/>
                      </a:cubicBezTo>
                      <a:cubicBezTo>
                        <a:pt x="4970" y="5735"/>
                        <a:pt x="5802" y="6679"/>
                        <a:pt x="6837" y="7377"/>
                      </a:cubicBezTo>
                      <a:cubicBezTo>
                        <a:pt x="7871" y="8074"/>
                        <a:pt x="9108" y="8569"/>
                        <a:pt x="10525" y="8838"/>
                      </a:cubicBezTo>
                      <a:cubicBezTo>
                        <a:pt x="11942" y="9108"/>
                        <a:pt x="13426" y="9243"/>
                        <a:pt x="14978" y="9243"/>
                      </a:cubicBezTo>
                      <a:lnTo>
                        <a:pt x="28697" y="9243"/>
                      </a:lnTo>
                      <a:close/>
                    </a:path>
                  </a:pathLst>
                </a:custGeom>
                <a:solidFill>
                  <a:srgbClr val="231F20"/>
                </a:solidFill>
                <a:ln w="2249" cap="flat">
                  <a:noFill/>
                  <a:prstDash val="solid"/>
                  <a:miter/>
                </a:ln>
              </p:spPr>
              <p:txBody>
                <a:bodyPr rtlCol="0" anchor="ctr"/>
                <a:lstStyle/>
                <a:p>
                  <a:endParaRPr lang="en-US"/>
                </a:p>
              </p:txBody>
            </p:sp>
          </p:grpSp>
        </p:grpSp>
      </p:grpSp>
      <p:sp>
        <p:nvSpPr>
          <p:cNvPr id="3806" name="TextBox 3805">
            <a:extLst>
              <a:ext uri="{FF2B5EF4-FFF2-40B4-BE49-F238E27FC236}">
                <a16:creationId xmlns:a16="http://schemas.microsoft.com/office/drawing/2014/main" id="{42F2286D-6610-5B20-4920-66C5B0D132EE}"/>
              </a:ext>
            </a:extLst>
          </p:cNvPr>
          <p:cNvSpPr txBox="1"/>
          <p:nvPr/>
        </p:nvSpPr>
        <p:spPr>
          <a:xfrm>
            <a:off x="4583968" y="3774901"/>
            <a:ext cx="1611734" cy="1569660"/>
          </a:xfrm>
          <a:prstGeom prst="rect">
            <a:avLst/>
          </a:prstGeom>
          <a:noFill/>
        </p:spPr>
        <p:txBody>
          <a:bodyPr wrap="square" rtlCol="0">
            <a:spAutoFit/>
          </a:bodyPr>
          <a:lstStyle/>
          <a:p>
            <a:r>
              <a:rPr lang="en-US" sz="1600" dirty="0">
                <a:latin typeface="Helvetica Light" panose="020B0403020202020204" pitchFamily="34" charset="0"/>
              </a:rPr>
              <a:t>That viewing pattern was reinstated 2 trials before the discrimination demand</a:t>
            </a:r>
          </a:p>
        </p:txBody>
      </p:sp>
      <p:sp>
        <p:nvSpPr>
          <p:cNvPr id="3808" name="TextBox 3807">
            <a:extLst>
              <a:ext uri="{FF2B5EF4-FFF2-40B4-BE49-F238E27FC236}">
                <a16:creationId xmlns:a16="http://schemas.microsoft.com/office/drawing/2014/main" id="{42BA9F52-C1F1-5A98-DBD1-551A71ED03E7}"/>
              </a:ext>
            </a:extLst>
          </p:cNvPr>
          <p:cNvSpPr txBox="1"/>
          <p:nvPr/>
        </p:nvSpPr>
        <p:spPr>
          <a:xfrm>
            <a:off x="195778" y="3774901"/>
            <a:ext cx="2043150" cy="1815882"/>
          </a:xfrm>
          <a:prstGeom prst="rect">
            <a:avLst/>
          </a:prstGeom>
          <a:noFill/>
        </p:spPr>
        <p:txBody>
          <a:bodyPr wrap="square">
            <a:spAutoFit/>
          </a:bodyPr>
          <a:lstStyle/>
          <a:p>
            <a:r>
              <a:rPr lang="en-US" sz="1600" dirty="0">
                <a:latin typeface="Helvetica Light" panose="020B0403020202020204" pitchFamily="34" charset="0"/>
              </a:rPr>
              <a:t>At encoding, the more discriminative a participant’s viewing pattern was, the better that item was later discriminated</a:t>
            </a:r>
          </a:p>
        </p:txBody>
      </p:sp>
      <p:pic>
        <p:nvPicPr>
          <p:cNvPr id="3810" name="Picture 3809">
            <a:extLst>
              <a:ext uri="{FF2B5EF4-FFF2-40B4-BE49-F238E27FC236}">
                <a16:creationId xmlns:a16="http://schemas.microsoft.com/office/drawing/2014/main" id="{88936EFC-1D69-8243-1D08-1F9CB01C8894}"/>
              </a:ext>
            </a:extLst>
          </p:cNvPr>
          <p:cNvPicPr>
            <a:picLocks noChangeAspect="1"/>
          </p:cNvPicPr>
          <p:nvPr/>
        </p:nvPicPr>
        <p:blipFill>
          <a:blip r:embed="rId3"/>
          <a:stretch>
            <a:fillRect/>
          </a:stretch>
        </p:blipFill>
        <p:spPr>
          <a:xfrm>
            <a:off x="6302577" y="3605088"/>
            <a:ext cx="1765300" cy="2647950"/>
          </a:xfrm>
          <a:prstGeom prst="rect">
            <a:avLst/>
          </a:prstGeom>
        </p:spPr>
      </p:pic>
      <p:sp>
        <p:nvSpPr>
          <p:cNvPr id="3812" name="TextBox 3811">
            <a:extLst>
              <a:ext uri="{FF2B5EF4-FFF2-40B4-BE49-F238E27FC236}">
                <a16:creationId xmlns:a16="http://schemas.microsoft.com/office/drawing/2014/main" id="{0D1440EB-A025-F46D-29D7-FC85334C76B8}"/>
              </a:ext>
            </a:extLst>
          </p:cNvPr>
          <p:cNvSpPr txBox="1"/>
          <p:nvPr/>
        </p:nvSpPr>
        <p:spPr>
          <a:xfrm>
            <a:off x="8416208" y="3774901"/>
            <a:ext cx="1495186" cy="1323439"/>
          </a:xfrm>
          <a:prstGeom prst="rect">
            <a:avLst/>
          </a:prstGeom>
          <a:noFill/>
        </p:spPr>
        <p:txBody>
          <a:bodyPr wrap="square">
            <a:spAutoFit/>
          </a:bodyPr>
          <a:lstStyle/>
          <a:p>
            <a:r>
              <a:rPr lang="en-US" sz="1600" dirty="0">
                <a:latin typeface="Helvetica Light" panose="020B0403020202020204" pitchFamily="34" charset="0"/>
              </a:rPr>
              <a:t>…and was re-expressed during successful discrimination</a:t>
            </a:r>
            <a:endParaRPr lang="en-US" dirty="0"/>
          </a:p>
        </p:txBody>
      </p:sp>
      <p:pic>
        <p:nvPicPr>
          <p:cNvPr id="3814" name="Picture 3813">
            <a:extLst>
              <a:ext uri="{FF2B5EF4-FFF2-40B4-BE49-F238E27FC236}">
                <a16:creationId xmlns:a16="http://schemas.microsoft.com/office/drawing/2014/main" id="{67F373AB-501D-5AEF-8F47-C605724A01F5}"/>
              </a:ext>
            </a:extLst>
          </p:cNvPr>
          <p:cNvPicPr>
            <a:picLocks noChangeAspect="1"/>
          </p:cNvPicPr>
          <p:nvPr/>
        </p:nvPicPr>
        <p:blipFill>
          <a:blip r:embed="rId4"/>
          <a:stretch>
            <a:fillRect/>
          </a:stretch>
        </p:blipFill>
        <p:spPr>
          <a:xfrm>
            <a:off x="9911394" y="3663703"/>
            <a:ext cx="2043150" cy="2530720"/>
          </a:xfrm>
          <a:prstGeom prst="rect">
            <a:avLst/>
          </a:prstGeom>
        </p:spPr>
      </p:pic>
      <p:pic>
        <p:nvPicPr>
          <p:cNvPr id="3816" name="Picture 3815">
            <a:extLst>
              <a:ext uri="{FF2B5EF4-FFF2-40B4-BE49-F238E27FC236}">
                <a16:creationId xmlns:a16="http://schemas.microsoft.com/office/drawing/2014/main" id="{D96A2058-8DC1-B510-8165-9EB3A40BC1BB}"/>
              </a:ext>
            </a:extLst>
          </p:cNvPr>
          <p:cNvPicPr>
            <a:picLocks noChangeAspect="1"/>
          </p:cNvPicPr>
          <p:nvPr/>
        </p:nvPicPr>
        <p:blipFill>
          <a:blip r:embed="rId5"/>
          <a:stretch>
            <a:fillRect/>
          </a:stretch>
        </p:blipFill>
        <p:spPr>
          <a:xfrm>
            <a:off x="2369034" y="3605088"/>
            <a:ext cx="1954722" cy="2577418"/>
          </a:xfrm>
          <a:prstGeom prst="rect">
            <a:avLst/>
          </a:prstGeom>
        </p:spPr>
      </p:pic>
      <p:sp>
        <p:nvSpPr>
          <p:cNvPr id="3817" name="Text 2">
            <a:extLst>
              <a:ext uri="{FF2B5EF4-FFF2-40B4-BE49-F238E27FC236}">
                <a16:creationId xmlns:a16="http://schemas.microsoft.com/office/drawing/2014/main" id="{473264F0-978D-CD38-0972-C022F2FEFE9B}"/>
              </a:ext>
            </a:extLst>
          </p:cNvPr>
          <p:cNvSpPr/>
          <p:nvPr/>
        </p:nvSpPr>
        <p:spPr>
          <a:xfrm>
            <a:off x="3036186" y="27507"/>
            <a:ext cx="6119628"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Gaze patterns track EM contributions to WM</a:t>
            </a:r>
            <a:endParaRPr lang="en-US" sz="2400" dirty="0">
              <a:latin typeface="Helvetica Light" panose="020B0403020202020204" pitchFamily="34" charset="0"/>
            </a:endParaRPr>
          </a:p>
        </p:txBody>
      </p:sp>
    </p:spTree>
    <p:extLst>
      <p:ext uri="{BB962C8B-B14F-4D97-AF65-F5344CB8AC3E}">
        <p14:creationId xmlns:p14="http://schemas.microsoft.com/office/powerpoint/2010/main" val="164051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0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0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806" grpId="0"/>
      <p:bldP spid="3808" grpId="0"/>
      <p:bldP spid="38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50F91-A305-CF2F-2FF9-C1340CD8CB7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BBD942-5CAF-4287-B61D-DE9AE4D3CA59}"/>
              </a:ext>
            </a:extLst>
          </p:cNvPr>
          <p:cNvSpPr/>
          <p:nvPr/>
        </p:nvSpPr>
        <p:spPr>
          <a:xfrm>
            <a:off x="3048"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CD3B444E-FD57-21D6-1662-675ECACD7704}"/>
              </a:ext>
            </a:extLst>
          </p:cNvPr>
          <p:cNvSpPr/>
          <p:nvPr/>
        </p:nvSpPr>
        <p:spPr>
          <a:xfrm>
            <a:off x="2871388" y="27507"/>
            <a:ext cx="6486258"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Is gaze reinstatement causally necessary?</a:t>
            </a:r>
            <a:endParaRPr lang="en-US" sz="2400" dirty="0">
              <a:latin typeface="Helvetica Light" panose="020B0403020202020204" pitchFamily="34" charset="0"/>
            </a:endParaRPr>
          </a:p>
        </p:txBody>
      </p:sp>
      <p:pic>
        <p:nvPicPr>
          <p:cNvPr id="5" name="Picture 4">
            <a:extLst>
              <a:ext uri="{FF2B5EF4-FFF2-40B4-BE49-F238E27FC236}">
                <a16:creationId xmlns:a16="http://schemas.microsoft.com/office/drawing/2014/main" id="{0CAF4450-63F7-C8E7-84FC-341227D02E8F}"/>
              </a:ext>
            </a:extLst>
          </p:cNvPr>
          <p:cNvPicPr>
            <a:picLocks noChangeAspect="1"/>
          </p:cNvPicPr>
          <p:nvPr/>
        </p:nvPicPr>
        <p:blipFill>
          <a:blip r:embed="rId3"/>
          <a:stretch>
            <a:fillRect/>
          </a:stretch>
        </p:blipFill>
        <p:spPr>
          <a:xfrm>
            <a:off x="1113137" y="804747"/>
            <a:ext cx="9281357" cy="4697970"/>
          </a:xfrm>
          <a:prstGeom prst="rect">
            <a:avLst/>
          </a:prstGeom>
        </p:spPr>
      </p:pic>
      <p:sp>
        <p:nvSpPr>
          <p:cNvPr id="7" name="TextBox 6">
            <a:extLst>
              <a:ext uri="{FF2B5EF4-FFF2-40B4-BE49-F238E27FC236}">
                <a16:creationId xmlns:a16="http://schemas.microsoft.com/office/drawing/2014/main" id="{1FD063E6-93D2-DC5B-13EA-AA4DE01BF525}"/>
              </a:ext>
            </a:extLst>
          </p:cNvPr>
          <p:cNvSpPr txBox="1"/>
          <p:nvPr/>
        </p:nvSpPr>
        <p:spPr>
          <a:xfrm>
            <a:off x="5469925" y="6053253"/>
            <a:ext cx="6722075" cy="738664"/>
          </a:xfrm>
          <a:prstGeom prst="rect">
            <a:avLst/>
          </a:prstGeom>
          <a:noFill/>
        </p:spPr>
        <p:txBody>
          <a:bodyPr wrap="square">
            <a:spAutoFit/>
          </a:bodyPr>
          <a:lstStyle/>
          <a:p>
            <a:pPr>
              <a:spcAft>
                <a:spcPts val="1200"/>
              </a:spcAft>
            </a:pPr>
            <a:r>
              <a:rPr lang="en-US" sz="1400" dirty="0">
                <a:latin typeface="Helvetica Light" panose="020B0403020202020204" pitchFamily="34" charset="0"/>
              </a:rPr>
              <a:t>Liu et al., 2017, </a:t>
            </a:r>
            <a:r>
              <a:rPr lang="en-US" sz="1400" i="1" dirty="0">
                <a:latin typeface="Helvetica Light" panose="020B0403020202020204" pitchFamily="34" charset="0"/>
              </a:rPr>
              <a:t>J. </a:t>
            </a:r>
            <a:r>
              <a:rPr lang="en-US" sz="1400" i="1" dirty="0" err="1">
                <a:latin typeface="Helvetica Light" panose="020B0403020202020204" pitchFamily="34" charset="0"/>
              </a:rPr>
              <a:t>Neurosci</a:t>
            </a:r>
            <a:r>
              <a:rPr lang="en-US" sz="1400" dirty="0">
                <a:latin typeface="Helvetica Light" panose="020B0403020202020204" pitchFamily="34" charset="0"/>
              </a:rPr>
              <a:t>; Voss et al., 2017, </a:t>
            </a:r>
            <a:r>
              <a:rPr lang="en-US" sz="1400" i="1" dirty="0" err="1">
                <a:latin typeface="HELVETICA LIGHT" panose="020B0403020202020204" pitchFamily="34" charset="0"/>
              </a:rPr>
              <a:t>TiCS</a:t>
            </a:r>
            <a:r>
              <a:rPr lang="en-US" sz="1400" dirty="0">
                <a:latin typeface="Helvetica Light" panose="020B0403020202020204" pitchFamily="34" charset="0"/>
              </a:rPr>
              <a:t>; </a:t>
            </a:r>
            <a:r>
              <a:rPr lang="en-US" sz="1400" dirty="0" err="1">
                <a:latin typeface="Helvetica Light" panose="020B0403020202020204" pitchFamily="34" charset="0"/>
              </a:rPr>
              <a:t>Noton</a:t>
            </a:r>
            <a:r>
              <a:rPr lang="en-US" sz="1400" dirty="0">
                <a:latin typeface="Helvetica Light" panose="020B0403020202020204" pitchFamily="34" charset="0"/>
              </a:rPr>
              <a:t> &amp; Stark 1971, </a:t>
            </a:r>
            <a:r>
              <a:rPr lang="en-US" sz="1400" i="1" dirty="0">
                <a:latin typeface="Helvetica Light" panose="020B0403020202020204" pitchFamily="34" charset="0"/>
              </a:rPr>
              <a:t>Science</a:t>
            </a:r>
            <a:r>
              <a:rPr lang="en-US" sz="1400" dirty="0">
                <a:latin typeface="Helvetica Light" panose="020B0403020202020204" pitchFamily="34" charset="0"/>
              </a:rPr>
              <a:t>;  Johansson &amp; Johansson, 2014, </a:t>
            </a:r>
            <a:r>
              <a:rPr lang="en-US" sz="1400" i="1" dirty="0">
                <a:latin typeface="Helvetica Light" panose="020B0403020202020204" pitchFamily="34" charset="0"/>
              </a:rPr>
              <a:t>Psych Sci</a:t>
            </a:r>
            <a:r>
              <a:rPr lang="en-US" sz="1400" dirty="0">
                <a:latin typeface="Helvetica Light" panose="020B0403020202020204" pitchFamily="34" charset="0"/>
              </a:rPr>
              <a:t>; Hannula &amp; Ranganath, 2009, </a:t>
            </a:r>
            <a:r>
              <a:rPr lang="en-US" sz="1400" i="1" dirty="0">
                <a:latin typeface="Helvetica Light" panose="020B0403020202020204" pitchFamily="34" charset="0"/>
              </a:rPr>
              <a:t>Neuron</a:t>
            </a:r>
            <a:r>
              <a:rPr lang="en-US" sz="1400" dirty="0">
                <a:latin typeface="Helvetica Light" panose="020B0403020202020204" pitchFamily="34" charset="0"/>
              </a:rPr>
              <a:t>; Ferreira, Apel &amp; Henderson, 2008, </a:t>
            </a:r>
            <a:r>
              <a:rPr lang="en-US" sz="1400" i="1" dirty="0" err="1">
                <a:latin typeface="Helvetica Light" panose="020B0403020202020204" pitchFamily="34" charset="0"/>
              </a:rPr>
              <a:t>TiCS</a:t>
            </a:r>
            <a:endParaRPr lang="en-US" sz="1400" i="1" dirty="0">
              <a:latin typeface="HELVETICA LIGHT" panose="020B0403020202020204" pitchFamily="34" charset="0"/>
            </a:endParaRPr>
          </a:p>
        </p:txBody>
      </p:sp>
    </p:spTree>
    <p:extLst>
      <p:ext uri="{BB962C8B-B14F-4D97-AF65-F5344CB8AC3E}">
        <p14:creationId xmlns:p14="http://schemas.microsoft.com/office/powerpoint/2010/main" val="1780436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9DC8-7570-3EAD-1730-267EAEAD68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46612D-5A80-769C-743C-0E5F76D053C5}"/>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B7DB952F-6833-727C-5CFF-9BF79CB027AF}"/>
              </a:ext>
            </a:extLst>
          </p:cNvPr>
          <p:cNvSpPr/>
          <p:nvPr/>
        </p:nvSpPr>
        <p:spPr>
          <a:xfrm>
            <a:off x="2772656" y="27507"/>
            <a:ext cx="6643639"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Restricted viewing confines gaze to the center</a:t>
            </a:r>
            <a:endParaRPr lang="en-US" sz="2400" dirty="0">
              <a:latin typeface="Helvetica Light" panose="020B0403020202020204" pitchFamily="34" charset="0"/>
            </a:endParaRPr>
          </a:p>
        </p:txBody>
      </p:sp>
      <p:pic>
        <p:nvPicPr>
          <p:cNvPr id="10" name="Picture 9">
            <a:extLst>
              <a:ext uri="{FF2B5EF4-FFF2-40B4-BE49-F238E27FC236}">
                <a16:creationId xmlns:a16="http://schemas.microsoft.com/office/drawing/2014/main" id="{6B7769C7-BB12-7F7A-4C1F-C7766641FEDA}"/>
              </a:ext>
            </a:extLst>
          </p:cNvPr>
          <p:cNvPicPr>
            <a:picLocks noChangeAspect="1"/>
          </p:cNvPicPr>
          <p:nvPr/>
        </p:nvPicPr>
        <p:blipFill>
          <a:blip r:embed="rId3"/>
          <a:srcRect l="4451" t="10810" r="3520" b="10810"/>
          <a:stretch>
            <a:fillRect/>
          </a:stretch>
        </p:blipFill>
        <p:spPr>
          <a:xfrm>
            <a:off x="37238" y="1757593"/>
            <a:ext cx="5896598" cy="3342813"/>
          </a:xfrm>
          <a:prstGeom prst="rect">
            <a:avLst/>
          </a:prstGeom>
        </p:spPr>
      </p:pic>
      <p:pic>
        <p:nvPicPr>
          <p:cNvPr id="13" name="Picture 12">
            <a:extLst>
              <a:ext uri="{FF2B5EF4-FFF2-40B4-BE49-F238E27FC236}">
                <a16:creationId xmlns:a16="http://schemas.microsoft.com/office/drawing/2014/main" id="{EEAA62C6-E2C4-982D-CD32-A346EC7E5554}"/>
              </a:ext>
            </a:extLst>
          </p:cNvPr>
          <p:cNvPicPr>
            <a:picLocks noChangeAspect="1"/>
          </p:cNvPicPr>
          <p:nvPr/>
        </p:nvPicPr>
        <p:blipFill>
          <a:blip r:embed="rId4"/>
          <a:srcRect l="4562" t="12554" r="3520" b="11296"/>
          <a:stretch>
            <a:fillRect/>
          </a:stretch>
        </p:blipFill>
        <p:spPr>
          <a:xfrm>
            <a:off x="6133677" y="1815825"/>
            <a:ext cx="5956419" cy="3284580"/>
          </a:xfrm>
          <a:prstGeom prst="rect">
            <a:avLst/>
          </a:prstGeom>
        </p:spPr>
      </p:pic>
    </p:spTree>
    <p:extLst>
      <p:ext uri="{BB962C8B-B14F-4D97-AF65-F5344CB8AC3E}">
        <p14:creationId xmlns:p14="http://schemas.microsoft.com/office/powerpoint/2010/main" val="1565835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309B6-900C-A519-A25A-F002DB2969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C86B425-0DD2-10BC-85FC-87AC5178F296}"/>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dirty="0"/>
          </a:p>
          <a:p>
            <a:endParaRPr lang="en-US" dirty="0"/>
          </a:p>
          <a:p>
            <a:endParaRPr lang="en-US" dirty="0"/>
          </a:p>
          <a:p>
            <a:endParaRPr lang="en-US" dirty="0"/>
          </a:p>
          <a:p>
            <a:endParaRPr lang="en-US" dirty="0"/>
          </a:p>
          <a:p>
            <a:endParaRPr lang="en-US" dirty="0"/>
          </a:p>
          <a:p>
            <a:endParaRPr lang="en-US" dirty="0"/>
          </a:p>
        </p:txBody>
      </p:sp>
      <p:sp>
        <p:nvSpPr>
          <p:cNvPr id="3496" name="Text 2">
            <a:extLst>
              <a:ext uri="{FF2B5EF4-FFF2-40B4-BE49-F238E27FC236}">
                <a16:creationId xmlns:a16="http://schemas.microsoft.com/office/drawing/2014/main" id="{38BA5CF7-8B5B-2D19-BD0E-1964370C9A36}"/>
              </a:ext>
            </a:extLst>
          </p:cNvPr>
          <p:cNvSpPr/>
          <p:nvPr/>
        </p:nvSpPr>
        <p:spPr>
          <a:xfrm>
            <a:off x="2674933" y="27507"/>
            <a:ext cx="6839085" cy="722226"/>
          </a:xfrm>
          <a:prstGeom prst="rect">
            <a:avLst/>
          </a:prstGeom>
          <a:noFill/>
          <a:ln/>
        </p:spPr>
        <p:txBody>
          <a:bodyPr wrap="square" lIns="0" tIns="0" rIns="0" bIns="0" rtlCol="0" anchor="ctr">
            <a:normAutofit/>
          </a:bodyPr>
          <a:lstStyle/>
          <a:p>
            <a:pPr algn="ctr"/>
            <a:r>
              <a:rPr lang="en-US" sz="2400" dirty="0">
                <a:solidFill>
                  <a:srgbClr val="FFFFFF"/>
                </a:solidFill>
                <a:latin typeface="Helvetica Light" panose="020B0403020202020204" pitchFamily="34" charset="0"/>
              </a:rPr>
              <a:t>Exploration was </a:t>
            </a:r>
            <a:r>
              <a:rPr lang="en-US" sz="2400" dirty="0" err="1">
                <a:solidFill>
                  <a:srgbClr val="FFFFFF"/>
                </a:solidFill>
                <a:latin typeface="Helvetica Light" panose="020B0403020202020204" pitchFamily="34" charset="0"/>
              </a:rPr>
              <a:t>limitted</a:t>
            </a:r>
            <a:r>
              <a:rPr lang="en-US" sz="2400" dirty="0">
                <a:solidFill>
                  <a:srgbClr val="FFFFFF"/>
                </a:solidFill>
                <a:latin typeface="Helvetica Light" panose="020B0403020202020204" pitchFamily="34" charset="0"/>
              </a:rPr>
              <a:t> under restricted viewing</a:t>
            </a:r>
            <a:endParaRPr lang="en-US" sz="2400" dirty="0">
              <a:latin typeface="Helvetica Light" panose="020B0403020202020204" pitchFamily="34" charset="0"/>
            </a:endParaRPr>
          </a:p>
        </p:txBody>
      </p:sp>
      <p:pic>
        <p:nvPicPr>
          <p:cNvPr id="6" name="Picture 5">
            <a:extLst>
              <a:ext uri="{FF2B5EF4-FFF2-40B4-BE49-F238E27FC236}">
                <a16:creationId xmlns:a16="http://schemas.microsoft.com/office/drawing/2014/main" id="{C6FC101D-9873-EAE6-352D-4DED2BCEB387}"/>
              </a:ext>
            </a:extLst>
          </p:cNvPr>
          <p:cNvPicPr>
            <a:picLocks noChangeAspect="1"/>
          </p:cNvPicPr>
          <p:nvPr/>
        </p:nvPicPr>
        <p:blipFill>
          <a:blip r:embed="rId3"/>
          <a:srcRect l="3049" t="2089" b="51807"/>
          <a:stretch>
            <a:fillRect/>
          </a:stretch>
        </p:blipFill>
        <p:spPr>
          <a:xfrm>
            <a:off x="2299408" y="804747"/>
            <a:ext cx="7593183" cy="2891483"/>
          </a:xfrm>
          <a:prstGeom prst="rect">
            <a:avLst/>
          </a:prstGeom>
        </p:spPr>
      </p:pic>
      <p:pic>
        <p:nvPicPr>
          <p:cNvPr id="8" name="Picture 7">
            <a:extLst>
              <a:ext uri="{FF2B5EF4-FFF2-40B4-BE49-F238E27FC236}">
                <a16:creationId xmlns:a16="http://schemas.microsoft.com/office/drawing/2014/main" id="{FD45D650-B5F3-61A7-7B63-942B093EA9B5}"/>
              </a:ext>
            </a:extLst>
          </p:cNvPr>
          <p:cNvPicPr>
            <a:picLocks noChangeAspect="1"/>
          </p:cNvPicPr>
          <p:nvPr/>
        </p:nvPicPr>
        <p:blipFill>
          <a:blip r:embed="rId4"/>
          <a:srcRect r="54000"/>
          <a:stretch>
            <a:fillRect/>
          </a:stretch>
        </p:blipFill>
        <p:spPr>
          <a:xfrm>
            <a:off x="4843315" y="3879075"/>
            <a:ext cx="2933259" cy="2619274"/>
          </a:xfrm>
          <a:prstGeom prst="rect">
            <a:avLst/>
          </a:prstGeom>
        </p:spPr>
      </p:pic>
      <p:pic>
        <p:nvPicPr>
          <p:cNvPr id="3" name="Picture 2">
            <a:extLst>
              <a:ext uri="{FF2B5EF4-FFF2-40B4-BE49-F238E27FC236}">
                <a16:creationId xmlns:a16="http://schemas.microsoft.com/office/drawing/2014/main" id="{DB86403B-E1CD-21F7-17AD-C9D58BC963CD}"/>
              </a:ext>
            </a:extLst>
          </p:cNvPr>
          <p:cNvPicPr>
            <a:picLocks noChangeAspect="1"/>
          </p:cNvPicPr>
          <p:nvPr/>
        </p:nvPicPr>
        <p:blipFill>
          <a:blip r:embed="rId3"/>
          <a:srcRect l="35797" t="51858" r="32999" b="2040"/>
          <a:stretch>
            <a:fillRect/>
          </a:stretch>
        </p:blipFill>
        <p:spPr>
          <a:xfrm>
            <a:off x="2399467" y="3742971"/>
            <a:ext cx="2443848" cy="2891483"/>
          </a:xfrm>
          <a:prstGeom prst="rect">
            <a:avLst/>
          </a:prstGeom>
        </p:spPr>
      </p:pic>
    </p:spTree>
    <p:extLst>
      <p:ext uri="{BB962C8B-B14F-4D97-AF65-F5344CB8AC3E}">
        <p14:creationId xmlns:p14="http://schemas.microsoft.com/office/powerpoint/2010/main" val="1235342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2F53-4793-54F1-F4B4-7FF29C81D8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53880C-B8C6-04C6-4140-2045C7B70858}"/>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09882327-A7D9-3286-84CD-C2C469B8DDB3}"/>
              </a:ext>
            </a:extLst>
          </p:cNvPr>
          <p:cNvSpPr/>
          <p:nvPr/>
        </p:nvSpPr>
        <p:spPr>
          <a:xfrm>
            <a:off x="2264420" y="27507"/>
            <a:ext cx="7948019"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Restricted viewing: no discrimination benefit in 2-back</a:t>
            </a:r>
            <a:endParaRPr lang="en-US" sz="2400" dirty="0">
              <a:latin typeface="Helvetica Light" panose="020B0403020202020204" pitchFamily="34" charset="0"/>
            </a:endParaRPr>
          </a:p>
        </p:txBody>
      </p:sp>
      <p:pic>
        <p:nvPicPr>
          <p:cNvPr id="4" name="Picture 3">
            <a:extLst>
              <a:ext uri="{FF2B5EF4-FFF2-40B4-BE49-F238E27FC236}">
                <a16:creationId xmlns:a16="http://schemas.microsoft.com/office/drawing/2014/main" id="{E3A1DDFB-487D-ABC2-C2A4-0F9A67EB1710}"/>
              </a:ext>
            </a:extLst>
          </p:cNvPr>
          <p:cNvPicPr>
            <a:picLocks noChangeAspect="1"/>
          </p:cNvPicPr>
          <p:nvPr/>
        </p:nvPicPr>
        <p:blipFill>
          <a:blip r:embed="rId3"/>
          <a:srcRect l="2958" t="2631" r="2882" b="51900"/>
          <a:stretch>
            <a:fillRect/>
          </a:stretch>
        </p:blipFill>
        <p:spPr>
          <a:xfrm>
            <a:off x="85458" y="2232856"/>
            <a:ext cx="6152972" cy="2597922"/>
          </a:xfrm>
          <a:prstGeom prst="rect">
            <a:avLst/>
          </a:prstGeom>
        </p:spPr>
      </p:pic>
      <p:pic>
        <p:nvPicPr>
          <p:cNvPr id="5" name="Picture 4">
            <a:extLst>
              <a:ext uri="{FF2B5EF4-FFF2-40B4-BE49-F238E27FC236}">
                <a16:creationId xmlns:a16="http://schemas.microsoft.com/office/drawing/2014/main" id="{56BE3BE6-CE67-97B9-5E14-6FE6EC7A2DFF}"/>
              </a:ext>
            </a:extLst>
          </p:cNvPr>
          <p:cNvPicPr>
            <a:picLocks noChangeAspect="1"/>
          </p:cNvPicPr>
          <p:nvPr/>
        </p:nvPicPr>
        <p:blipFill>
          <a:blip r:embed="rId3"/>
          <a:srcRect l="2958" t="50967" r="2882" b="3489"/>
          <a:stretch>
            <a:fillRect/>
          </a:stretch>
        </p:blipFill>
        <p:spPr>
          <a:xfrm>
            <a:off x="6039028" y="2185854"/>
            <a:ext cx="6152972" cy="2602194"/>
          </a:xfrm>
          <a:prstGeom prst="rect">
            <a:avLst/>
          </a:prstGeom>
        </p:spPr>
      </p:pic>
    </p:spTree>
    <p:extLst>
      <p:ext uri="{BB962C8B-B14F-4D97-AF65-F5344CB8AC3E}">
        <p14:creationId xmlns:p14="http://schemas.microsoft.com/office/powerpoint/2010/main" val="151397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51137-19E9-3901-C200-06B31D94878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C015C0-339C-653F-9613-ED47F59BCF3F}"/>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0413657E-C87F-4523-1599-148AD17E3B4F}"/>
              </a:ext>
            </a:extLst>
          </p:cNvPr>
          <p:cNvSpPr/>
          <p:nvPr/>
        </p:nvSpPr>
        <p:spPr>
          <a:xfrm>
            <a:off x="2604823" y="27507"/>
            <a:ext cx="6476727"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Restricted viewing: 1-back encoding still works</a:t>
            </a:r>
            <a:endParaRPr lang="en-US" sz="2400" dirty="0">
              <a:latin typeface="Helvetica Light" panose="020B0403020202020204" pitchFamily="34" charset="0"/>
            </a:endParaRPr>
          </a:p>
        </p:txBody>
      </p:sp>
      <p:pic>
        <p:nvPicPr>
          <p:cNvPr id="6" name="Picture 5">
            <a:extLst>
              <a:ext uri="{FF2B5EF4-FFF2-40B4-BE49-F238E27FC236}">
                <a16:creationId xmlns:a16="http://schemas.microsoft.com/office/drawing/2014/main" id="{2A7CC88E-0613-B871-8A3A-C6CEA717FAF1}"/>
              </a:ext>
            </a:extLst>
          </p:cNvPr>
          <p:cNvPicPr>
            <a:picLocks noChangeAspect="1"/>
          </p:cNvPicPr>
          <p:nvPr/>
        </p:nvPicPr>
        <p:blipFill>
          <a:blip r:embed="rId3"/>
          <a:stretch>
            <a:fillRect/>
          </a:stretch>
        </p:blipFill>
        <p:spPr>
          <a:xfrm>
            <a:off x="1956987" y="1456899"/>
            <a:ext cx="7772400" cy="3944202"/>
          </a:xfrm>
          <a:prstGeom prst="rect">
            <a:avLst/>
          </a:prstGeom>
        </p:spPr>
      </p:pic>
    </p:spTree>
    <p:extLst>
      <p:ext uri="{BB962C8B-B14F-4D97-AF65-F5344CB8AC3E}">
        <p14:creationId xmlns:p14="http://schemas.microsoft.com/office/powerpoint/2010/main" val="2088103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C7A6B-E126-600A-37B1-D5C1F5487E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3B6DE66-3556-186A-9290-2D0D5C7C3150}"/>
              </a:ext>
            </a:extLst>
          </p:cNvPr>
          <p:cNvSpPr/>
          <p:nvPr/>
        </p:nvSpPr>
        <p:spPr>
          <a:xfrm>
            <a:off x="3048"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658D09F3-253F-ED49-0A4C-E798823C025B}"/>
              </a:ext>
            </a:extLst>
          </p:cNvPr>
          <p:cNvSpPr/>
          <p:nvPr/>
        </p:nvSpPr>
        <p:spPr>
          <a:xfrm>
            <a:off x="2665141" y="27507"/>
            <a:ext cx="6913757"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Streamlining for fMRI: drop isolated, add an MST</a:t>
            </a:r>
            <a:endParaRPr lang="en-US" sz="2400" dirty="0">
              <a:latin typeface="Helvetica Light" panose="020B0403020202020204" pitchFamily="34" charset="0"/>
            </a:endParaRPr>
          </a:p>
        </p:txBody>
      </p:sp>
      <p:sp>
        <p:nvSpPr>
          <p:cNvPr id="3" name="TextBox 2">
            <a:extLst>
              <a:ext uri="{FF2B5EF4-FFF2-40B4-BE49-F238E27FC236}">
                <a16:creationId xmlns:a16="http://schemas.microsoft.com/office/drawing/2014/main" id="{A48A3CC5-79E6-FCB2-AB91-29454350B463}"/>
              </a:ext>
            </a:extLst>
          </p:cNvPr>
          <p:cNvSpPr txBox="1"/>
          <p:nvPr/>
        </p:nvSpPr>
        <p:spPr>
          <a:xfrm>
            <a:off x="3075132" y="2058805"/>
            <a:ext cx="6328109" cy="1785104"/>
          </a:xfrm>
          <a:prstGeom prst="rect">
            <a:avLst/>
          </a:prstGeom>
          <a:noFill/>
        </p:spPr>
        <p:txBody>
          <a:bodyPr wrap="square">
            <a:spAutoFit/>
          </a:bodyPr>
          <a:lstStyle/>
          <a:p>
            <a:pPr>
              <a:spcAft>
                <a:spcPts val="1200"/>
              </a:spcAft>
            </a:pPr>
            <a:r>
              <a:rPr lang="en-US" sz="2000" dirty="0">
                <a:latin typeface="Helvetica Light" panose="020B0403020202020204" pitchFamily="34" charset="0"/>
              </a:rPr>
              <a:t>Drop the “isolated” condition</a:t>
            </a:r>
          </a:p>
          <a:p>
            <a:pPr>
              <a:spcAft>
                <a:spcPts val="1200"/>
              </a:spcAft>
            </a:pPr>
            <a:r>
              <a:rPr lang="en-US" sz="2000" dirty="0">
                <a:latin typeface="Helvetica Light" panose="020B0403020202020204" pitchFamily="34" charset="0"/>
              </a:rPr>
              <a:t>Keep only “compared” and “novel” conditions</a:t>
            </a:r>
          </a:p>
          <a:p>
            <a:pPr>
              <a:spcAft>
                <a:spcPts val="1200"/>
              </a:spcAft>
            </a:pPr>
            <a:r>
              <a:rPr lang="en-US" sz="2000" dirty="0">
                <a:latin typeface="Helvetica Light" panose="020B0403020202020204" pitchFamily="34" charset="0"/>
              </a:rPr>
              <a:t>Add filler items</a:t>
            </a:r>
          </a:p>
          <a:p>
            <a:pPr>
              <a:spcAft>
                <a:spcPts val="1200"/>
              </a:spcAft>
            </a:pPr>
            <a:r>
              <a:rPr lang="en-US" sz="2000" dirty="0">
                <a:latin typeface="Helvetica Light" panose="020B0403020202020204" pitchFamily="34" charset="0"/>
              </a:rPr>
              <a:t>Add a standard post-hoc MST</a:t>
            </a:r>
          </a:p>
        </p:txBody>
      </p:sp>
    </p:spTree>
    <p:extLst>
      <p:ext uri="{BB962C8B-B14F-4D97-AF65-F5344CB8AC3E}">
        <p14:creationId xmlns:p14="http://schemas.microsoft.com/office/powerpoint/2010/main" val="3457022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A6B9A-B279-79A4-5AA8-E4E9E274DF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5C8F7E3-C4BF-F5FE-BC8A-80FBF05A1D01}"/>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BF6DB882-711C-D882-41F2-25DE66D755DA}"/>
              </a:ext>
            </a:extLst>
          </p:cNvPr>
          <p:cNvSpPr/>
          <p:nvPr/>
        </p:nvSpPr>
        <p:spPr>
          <a:xfrm>
            <a:off x="3035197" y="27507"/>
            <a:ext cx="6678115"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Streamlined pilot: encoding (1-back) still works</a:t>
            </a:r>
            <a:endParaRPr lang="en-US" sz="2400" dirty="0">
              <a:latin typeface="Helvetica Light" panose="020B0403020202020204" pitchFamily="34" charset="0"/>
            </a:endParaRPr>
          </a:p>
        </p:txBody>
      </p:sp>
      <p:pic>
        <p:nvPicPr>
          <p:cNvPr id="12" name="Picture 11">
            <a:extLst>
              <a:ext uri="{FF2B5EF4-FFF2-40B4-BE49-F238E27FC236}">
                <a16:creationId xmlns:a16="http://schemas.microsoft.com/office/drawing/2014/main" id="{04245755-DE82-36D2-03AC-DA6DDFE6201C}"/>
              </a:ext>
            </a:extLst>
          </p:cNvPr>
          <p:cNvPicPr>
            <a:picLocks noChangeAspect="1"/>
          </p:cNvPicPr>
          <p:nvPr/>
        </p:nvPicPr>
        <p:blipFill>
          <a:blip r:embed="rId3"/>
          <a:srcRect l="3559" b="3205"/>
          <a:stretch>
            <a:fillRect/>
          </a:stretch>
        </p:blipFill>
        <p:spPr>
          <a:xfrm>
            <a:off x="1846571" y="1254729"/>
            <a:ext cx="7866742" cy="4006712"/>
          </a:xfrm>
          <a:prstGeom prst="rect">
            <a:avLst/>
          </a:prstGeom>
        </p:spPr>
      </p:pic>
    </p:spTree>
    <p:extLst>
      <p:ext uri="{BB962C8B-B14F-4D97-AF65-F5344CB8AC3E}">
        <p14:creationId xmlns:p14="http://schemas.microsoft.com/office/powerpoint/2010/main" val="386011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05E9A-D074-C54B-AACD-5E5B48C7D6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CC8ADF-8360-69A2-EA9D-E00E137DE638}"/>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7EA9B958-AEC8-25EF-6835-5F01B9F51CC0}"/>
              </a:ext>
            </a:extLst>
          </p:cNvPr>
          <p:cNvSpPr/>
          <p:nvPr/>
        </p:nvSpPr>
        <p:spPr>
          <a:xfrm>
            <a:off x="2533062" y="27507"/>
            <a:ext cx="7122828" cy="722226"/>
          </a:xfrm>
          <a:prstGeom prst="rect">
            <a:avLst/>
          </a:prstGeom>
          <a:noFill/>
          <a:ln/>
        </p:spPr>
        <p:txBody>
          <a:bodyPr wrap="square" lIns="0" tIns="0" rIns="0" bIns="0" rtlCol="0" anchor="ctr">
            <a:normAutofit/>
          </a:bodyPr>
          <a:lstStyle/>
          <a:p>
            <a:pPr marL="0" indent="0" algn="ctr">
              <a:buNone/>
            </a:pPr>
            <a:r>
              <a:rPr lang="en-US" sz="2400" dirty="0" err="1">
                <a:solidFill>
                  <a:srgbClr val="FFFFFF"/>
                </a:solidFill>
                <a:latin typeface="Helvetica Light" panose="020B0403020202020204" pitchFamily="34" charset="0"/>
              </a:rPr>
              <a:t>Streamlined pilot: compared &gt; novel discrimination</a:t>
            </a:r>
            <a:endParaRPr lang="en-US" sz="2400" dirty="0">
              <a:latin typeface="Helvetica Light" panose="020B0403020202020204" pitchFamily="34" charset="0"/>
            </a:endParaRPr>
          </a:p>
        </p:txBody>
      </p:sp>
      <p:pic>
        <p:nvPicPr>
          <p:cNvPr id="4" name="Picture 3">
            <a:extLst>
              <a:ext uri="{FF2B5EF4-FFF2-40B4-BE49-F238E27FC236}">
                <a16:creationId xmlns:a16="http://schemas.microsoft.com/office/drawing/2014/main" id="{D99BC3E3-CD16-E639-0C17-BA3108CAC63F}"/>
              </a:ext>
            </a:extLst>
          </p:cNvPr>
          <p:cNvPicPr>
            <a:picLocks noChangeAspect="1"/>
          </p:cNvPicPr>
          <p:nvPr/>
        </p:nvPicPr>
        <p:blipFill>
          <a:blip r:embed="rId3"/>
          <a:srcRect l="4605" t="1993" r="4147" b="52523"/>
          <a:stretch>
            <a:fillRect/>
          </a:stretch>
        </p:blipFill>
        <p:spPr>
          <a:xfrm>
            <a:off x="327390" y="1557471"/>
            <a:ext cx="5862416" cy="3452501"/>
          </a:xfrm>
          <a:prstGeom prst="rect">
            <a:avLst/>
          </a:prstGeom>
        </p:spPr>
      </p:pic>
      <p:pic>
        <p:nvPicPr>
          <p:cNvPr id="3" name="Picture 2">
            <a:extLst>
              <a:ext uri="{FF2B5EF4-FFF2-40B4-BE49-F238E27FC236}">
                <a16:creationId xmlns:a16="http://schemas.microsoft.com/office/drawing/2014/main" id="{C76BDCBE-B029-4256-3093-1549C34F8C52}"/>
              </a:ext>
            </a:extLst>
          </p:cNvPr>
          <p:cNvPicPr>
            <a:picLocks noChangeAspect="1"/>
          </p:cNvPicPr>
          <p:nvPr/>
        </p:nvPicPr>
        <p:blipFill>
          <a:blip r:embed="rId3"/>
          <a:srcRect l="4899" t="51838" r="4262" b="3302"/>
          <a:stretch>
            <a:fillRect/>
          </a:stretch>
        </p:blipFill>
        <p:spPr>
          <a:xfrm>
            <a:off x="6096000" y="1623702"/>
            <a:ext cx="5803691" cy="3386270"/>
          </a:xfrm>
          <a:prstGeom prst="rect">
            <a:avLst/>
          </a:prstGeom>
        </p:spPr>
      </p:pic>
    </p:spTree>
    <p:extLst>
      <p:ext uri="{BB962C8B-B14F-4D97-AF65-F5344CB8AC3E}">
        <p14:creationId xmlns:p14="http://schemas.microsoft.com/office/powerpoint/2010/main" val="4253045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2B61E-04C6-D8B6-938E-5759FC602B5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057E481-0EFE-4D37-5BED-4D6BEA5F07C0}"/>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94013383-4D59-58D1-B202-E564C5813CD0}"/>
              </a:ext>
            </a:extLst>
          </p:cNvPr>
          <p:cNvSpPr/>
          <p:nvPr/>
        </p:nvSpPr>
        <p:spPr>
          <a:xfrm>
            <a:off x="3169748" y="27507"/>
            <a:ext cx="6096916"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Post-hoc MST</a:t>
            </a:r>
            <a:endParaRPr lang="en-US" sz="2400" dirty="0">
              <a:latin typeface="Helvetica Light" panose="020B0403020202020204" pitchFamily="34" charset="0"/>
            </a:endParaRPr>
          </a:p>
        </p:txBody>
      </p:sp>
      <p:pic>
        <p:nvPicPr>
          <p:cNvPr id="8" name="Picture 7">
            <a:extLst>
              <a:ext uri="{FF2B5EF4-FFF2-40B4-BE49-F238E27FC236}">
                <a16:creationId xmlns:a16="http://schemas.microsoft.com/office/drawing/2014/main" id="{28C1696C-1139-8C69-07F7-4E90E68D85BB}"/>
              </a:ext>
            </a:extLst>
          </p:cNvPr>
          <p:cNvPicPr>
            <a:picLocks noChangeAspect="1"/>
          </p:cNvPicPr>
          <p:nvPr/>
        </p:nvPicPr>
        <p:blipFill>
          <a:blip r:embed="rId3"/>
          <a:srcRect l="2969" t="5399" r="2583" b="4926"/>
          <a:stretch>
            <a:fillRect/>
          </a:stretch>
        </p:blipFill>
        <p:spPr>
          <a:xfrm>
            <a:off x="1244119" y="1801026"/>
            <a:ext cx="9480878" cy="3255947"/>
          </a:xfrm>
          <a:prstGeom prst="rect">
            <a:avLst/>
          </a:prstGeom>
        </p:spPr>
      </p:pic>
    </p:spTree>
    <p:extLst>
      <p:ext uri="{BB962C8B-B14F-4D97-AF65-F5344CB8AC3E}">
        <p14:creationId xmlns:p14="http://schemas.microsoft.com/office/powerpoint/2010/main" val="3656116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1F167-EE1C-FBB8-7C5F-1AD0595351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541699D-48E8-1192-708E-24A8366567B0}"/>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A14BA85A-0C52-C281-BFDE-182C5F90FC8E}"/>
              </a:ext>
            </a:extLst>
          </p:cNvPr>
          <p:cNvSpPr/>
          <p:nvPr/>
        </p:nvSpPr>
        <p:spPr>
          <a:xfrm>
            <a:off x="3306597" y="27507"/>
            <a:ext cx="5575759"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fMRI pilot design</a:t>
            </a:r>
            <a:endParaRPr lang="en-US" sz="2400" dirty="0">
              <a:latin typeface="Helvetica Light" panose="020B0403020202020204" pitchFamily="34" charset="0"/>
            </a:endParaRPr>
          </a:p>
        </p:txBody>
      </p:sp>
      <p:pic>
        <p:nvPicPr>
          <p:cNvPr id="5" name="Picture 4">
            <a:extLst>
              <a:ext uri="{FF2B5EF4-FFF2-40B4-BE49-F238E27FC236}">
                <a16:creationId xmlns:a16="http://schemas.microsoft.com/office/drawing/2014/main" id="{56F5B280-E1C6-45B2-52DA-9A2FADA8E87B}"/>
              </a:ext>
            </a:extLst>
          </p:cNvPr>
          <p:cNvPicPr>
            <a:picLocks noChangeAspect="1"/>
          </p:cNvPicPr>
          <p:nvPr/>
        </p:nvPicPr>
        <p:blipFill>
          <a:blip r:embed="rId3"/>
          <a:stretch>
            <a:fillRect/>
          </a:stretch>
        </p:blipFill>
        <p:spPr>
          <a:xfrm>
            <a:off x="709301" y="994419"/>
            <a:ext cx="11015707" cy="5714030"/>
          </a:xfrm>
          <a:prstGeom prst="rect">
            <a:avLst/>
          </a:prstGeom>
        </p:spPr>
      </p:pic>
    </p:spTree>
    <p:extLst>
      <p:ext uri="{BB962C8B-B14F-4D97-AF65-F5344CB8AC3E}">
        <p14:creationId xmlns:p14="http://schemas.microsoft.com/office/powerpoint/2010/main" val="3754891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1898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C7A6B-E126-600A-37B1-D5C1F5487E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3B6DE66-3556-186A-9290-2D0D5C7C3150}"/>
              </a:ext>
            </a:extLst>
          </p:cNvPr>
          <p:cNvSpPr/>
          <p:nvPr/>
        </p:nvSpPr>
        <p:spPr>
          <a:xfrm>
            <a:off x="3048"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658D09F3-253F-ED49-0A4C-E798823C025B}"/>
              </a:ext>
            </a:extLst>
          </p:cNvPr>
          <p:cNvSpPr/>
          <p:nvPr/>
        </p:nvSpPr>
        <p:spPr>
          <a:xfrm>
            <a:off x="2871388" y="27507"/>
            <a:ext cx="6486258"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Are we ready to scan?</a:t>
            </a:r>
            <a:endParaRPr lang="en-US" sz="2400" dirty="0">
              <a:latin typeface="Helvetica Light" panose="020B0403020202020204" pitchFamily="34" charset="0"/>
            </a:endParaRPr>
          </a:p>
        </p:txBody>
      </p:sp>
    </p:spTree>
    <p:extLst>
      <p:ext uri="{BB962C8B-B14F-4D97-AF65-F5344CB8AC3E}">
        <p14:creationId xmlns:p14="http://schemas.microsoft.com/office/powerpoint/2010/main" val="3457022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B0E87-6984-48D2-267E-3CEDD1F764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31D06B9-2E97-AB37-0696-4CC68671288B}"/>
              </a:ext>
            </a:extLst>
          </p:cNvPr>
          <p:cNvSpPr/>
          <p:nvPr/>
        </p:nvSpPr>
        <p:spPr>
          <a:xfrm>
            <a:off x="0" y="0"/>
            <a:ext cx="12188952" cy="777240"/>
          </a:xfrm>
          <a:prstGeom prst="rect">
            <a:avLst/>
          </a:prstGeom>
          <a:solidFill>
            <a:srgbClr val="4B2081"/>
          </a:solidFill>
          <a:ln w="12700">
            <a:solidFill>
              <a:srgbClr val="4B2081"/>
            </a:solidFill>
            <a:prstDash val="solid"/>
          </a:ln>
        </p:spPr>
        <p:txBody>
          <a:bodyPr/>
          <a:lstStyle/>
          <a:p>
            <a:endParaRPr lang="en-US"/>
          </a:p>
        </p:txBody>
      </p:sp>
      <p:sp>
        <p:nvSpPr>
          <p:cNvPr id="3496" name="Text 2">
            <a:extLst>
              <a:ext uri="{FF2B5EF4-FFF2-40B4-BE49-F238E27FC236}">
                <a16:creationId xmlns:a16="http://schemas.microsoft.com/office/drawing/2014/main" id="{38A2D4E6-E1C9-50DB-E3DF-016FAF63C912}"/>
              </a:ext>
            </a:extLst>
          </p:cNvPr>
          <p:cNvSpPr/>
          <p:nvPr/>
        </p:nvSpPr>
        <p:spPr>
          <a:xfrm>
            <a:off x="3560040" y="27507"/>
            <a:ext cx="5068872" cy="722226"/>
          </a:xfrm>
          <a:prstGeom prst="rect">
            <a:avLst/>
          </a:prstGeom>
          <a:noFill/>
          <a:ln/>
        </p:spPr>
        <p:txBody>
          <a:bodyPr wrap="square" lIns="0" tIns="0" rIns="0" bIns="0" rtlCol="0" anchor="ctr">
            <a:normAutofit/>
          </a:bodyPr>
          <a:lstStyle/>
          <a:p>
            <a:pPr marL="0" indent="0" algn="ctr">
              <a:buNone/>
            </a:pPr>
            <a:r>
              <a:rPr lang="en-US" sz="2400" dirty="0">
                <a:solidFill>
                  <a:srgbClr val="FFFFFF"/>
                </a:solidFill>
                <a:latin typeface="Helvetica Light" panose="020B0403020202020204" pitchFamily="34" charset="0"/>
              </a:rPr>
              <a:t>Supplement — confusion matrices</a:t>
            </a:r>
            <a:endParaRPr lang="en-US" sz="2400" dirty="0">
              <a:latin typeface="Helvetica Light" panose="020B0403020202020204" pitchFamily="34" charset="0"/>
            </a:endParaRPr>
          </a:p>
        </p:txBody>
      </p:sp>
      <p:pic>
        <p:nvPicPr>
          <p:cNvPr id="6" name="Picture 5">
            <a:extLst>
              <a:ext uri="{FF2B5EF4-FFF2-40B4-BE49-F238E27FC236}">
                <a16:creationId xmlns:a16="http://schemas.microsoft.com/office/drawing/2014/main" id="{91D0CE18-7F78-2D44-708A-3A43CB8A2F78}"/>
              </a:ext>
            </a:extLst>
          </p:cNvPr>
          <p:cNvPicPr>
            <a:picLocks noChangeAspect="1"/>
          </p:cNvPicPr>
          <p:nvPr/>
        </p:nvPicPr>
        <p:blipFill>
          <a:blip r:embed="rId3"/>
          <a:srcRect l="5938" t="11161" r="11971" b="19119"/>
          <a:stretch>
            <a:fillRect/>
          </a:stretch>
        </p:blipFill>
        <p:spPr>
          <a:xfrm>
            <a:off x="4647824" y="1020507"/>
            <a:ext cx="6769358" cy="2774379"/>
          </a:xfrm>
          <a:prstGeom prst="rect">
            <a:avLst/>
          </a:prstGeom>
        </p:spPr>
      </p:pic>
      <p:pic>
        <p:nvPicPr>
          <p:cNvPr id="3" name="Picture 2">
            <a:extLst>
              <a:ext uri="{FF2B5EF4-FFF2-40B4-BE49-F238E27FC236}">
                <a16:creationId xmlns:a16="http://schemas.microsoft.com/office/drawing/2014/main" id="{6701AB07-2421-3D2F-A9FC-CC1ADE84ECE0}"/>
              </a:ext>
            </a:extLst>
          </p:cNvPr>
          <p:cNvPicPr>
            <a:picLocks noChangeAspect="1"/>
          </p:cNvPicPr>
          <p:nvPr/>
        </p:nvPicPr>
        <p:blipFill>
          <a:blip r:embed="rId4"/>
          <a:srcRect r="11187"/>
          <a:stretch>
            <a:fillRect/>
          </a:stretch>
        </p:blipFill>
        <p:spPr>
          <a:xfrm>
            <a:off x="774818" y="804747"/>
            <a:ext cx="3053084" cy="3314861"/>
          </a:xfrm>
          <a:prstGeom prst="rect">
            <a:avLst/>
          </a:prstGeom>
        </p:spPr>
      </p:pic>
      <p:pic>
        <p:nvPicPr>
          <p:cNvPr id="5" name="Picture 4">
            <a:extLst>
              <a:ext uri="{FF2B5EF4-FFF2-40B4-BE49-F238E27FC236}">
                <a16:creationId xmlns:a16="http://schemas.microsoft.com/office/drawing/2014/main" id="{31D6C91B-2903-86F0-5F88-F67980A84E37}"/>
              </a:ext>
            </a:extLst>
          </p:cNvPr>
          <p:cNvPicPr>
            <a:picLocks noChangeAspect="1"/>
          </p:cNvPicPr>
          <p:nvPr/>
        </p:nvPicPr>
        <p:blipFill>
          <a:blip r:embed="rId5"/>
          <a:srcRect l="4780" t="5732" r="14385" b="16013"/>
          <a:stretch>
            <a:fillRect/>
          </a:stretch>
        </p:blipFill>
        <p:spPr>
          <a:xfrm>
            <a:off x="774818" y="3888891"/>
            <a:ext cx="2782946" cy="2597921"/>
          </a:xfrm>
          <a:prstGeom prst="rect">
            <a:avLst/>
          </a:prstGeom>
        </p:spPr>
      </p:pic>
    </p:spTree>
    <p:extLst>
      <p:ext uri="{BB962C8B-B14F-4D97-AF65-F5344CB8AC3E}">
        <p14:creationId xmlns:p14="http://schemas.microsoft.com/office/powerpoint/2010/main" val="2975564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896</Words>
  <Application>Microsoft Macintosh PowerPoint</Application>
  <PresentationFormat>Widescreen</PresentationFormat>
  <Paragraphs>71</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Helvetica Light</vt:lpstr>
      <vt:lpstr>Helvetica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Zihan Bai</dc:creator>
  <cp:lastModifiedBy>Zihan Bai</cp:lastModifiedBy>
  <cp:revision>13</cp:revision>
  <dcterms:created xsi:type="dcterms:W3CDTF">2026-07-31T03:38:12Z</dcterms:created>
  <dcterms:modified xsi:type="dcterms:W3CDTF">2026-08-03T16:37:22Z</dcterms:modified>
</cp:coreProperties>
</file>